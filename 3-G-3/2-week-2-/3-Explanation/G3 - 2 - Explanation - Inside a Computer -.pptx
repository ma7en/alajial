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3" r:id="rId8"/>
    <p:sldId id="262" r:id="rId9"/>
    <p:sldId id="264" r:id="rId10"/>
    <p:sldId id="265" r:id="rId11"/>
    <p:sldId id="267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6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3416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047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8809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331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672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3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0428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8509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71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708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02663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5987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9171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06095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80983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96181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785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3845DA-D979-41A5-B89D-FEBE56FFFCDA}" type="datetimeFigureOut">
              <a:rPr lang="ar-EG" smtClean="0"/>
              <a:t>11/05/1447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8841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5279923" y="1061884"/>
            <a:ext cx="7167717" cy="458183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5200" b="1" dirty="0"/>
              <a:t>Mazen </a:t>
            </a:r>
          </a:p>
          <a:p>
            <a:pPr algn="ctr"/>
            <a:r>
              <a:rPr lang="en-US" sz="55200" b="1" dirty="0"/>
              <a:t>Saad</a:t>
            </a:r>
          </a:p>
          <a:p>
            <a:pPr algn="ctr"/>
            <a:endParaRPr lang="ar-EG" sz="21600" dirty="0"/>
          </a:p>
          <a:p>
            <a:pPr algn="ctr"/>
            <a:r>
              <a:rPr lang="ro-RO" sz="21600" dirty="0">
                <a:solidFill>
                  <a:schemeClr val="accent3"/>
                </a:solidFill>
              </a:rPr>
              <a:t>Computer teacher</a:t>
            </a:r>
            <a:endParaRPr lang="ar-EG" sz="21600" dirty="0">
              <a:solidFill>
                <a:schemeClr val="accent3"/>
              </a:solidFill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2D8DDBA9-2E17-440E-053C-1EC4450A9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A1AB-7E54-CE1E-549F-89CEA43E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324466"/>
            <a:ext cx="9144000" cy="4581832"/>
          </a:xfrm>
        </p:spPr>
        <p:txBody>
          <a:bodyPr>
            <a:normAutofit fontScale="90000"/>
          </a:bodyPr>
          <a:lstStyle/>
          <a:p>
            <a:r>
              <a:rPr lang="en-US" sz="37200" dirty="0"/>
              <a:t>ICT</a:t>
            </a:r>
            <a:endParaRPr lang="ar-EG" sz="37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9410BF-947B-2C44-CD99-421365520B67}"/>
              </a:ext>
            </a:extLst>
          </p:cNvPr>
          <p:cNvSpPr txBox="1">
            <a:spLocks/>
          </p:cNvSpPr>
          <p:nvPr/>
        </p:nvSpPr>
        <p:spPr>
          <a:xfrm>
            <a:off x="2875935" y="1951702"/>
            <a:ext cx="9144000" cy="45818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7900" dirty="0"/>
              <a:t>Grade 3</a:t>
            </a:r>
            <a:endParaRPr lang="ar-EG" sz="3720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37" y="523567"/>
            <a:ext cx="8825658" cy="3329581"/>
          </a:xfrm>
        </p:spPr>
        <p:txBody>
          <a:bodyPr/>
          <a:lstStyle/>
          <a:p>
            <a:r>
              <a:rPr lang="en-US" dirty="0"/>
              <a:t>Enter the notebook and write the following: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993" y="2208266"/>
            <a:ext cx="4486404" cy="44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37" y="275303"/>
            <a:ext cx="8825657" cy="1031290"/>
          </a:xfrm>
        </p:spPr>
        <p:txBody>
          <a:bodyPr/>
          <a:lstStyle/>
          <a:p>
            <a:pPr algn="ctr"/>
            <a:r>
              <a:rPr lang="ro-RO" sz="80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258195" y="1591697"/>
            <a:ext cx="8825657" cy="1031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Inside a computer</a:t>
            </a:r>
            <a:endParaRPr lang="ar-EG" sz="5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05462-9E1B-703E-C9D5-2511685EA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47" y="2977075"/>
            <a:ext cx="2464273" cy="3605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BFCBBE-1460-A612-54FB-F06584107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485" y="3178498"/>
            <a:ext cx="4026386" cy="302547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3087430" y="3293806"/>
            <a:ext cx="5167185" cy="1805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T</a:t>
            </a:r>
            <a:r>
              <a:rPr lang="ro-RO" sz="5400" dirty="0"/>
              <a:t>he </a:t>
            </a:r>
            <a:r>
              <a:rPr lang="en-US" sz="5400" dirty="0"/>
              <a:t>D</a:t>
            </a:r>
            <a:r>
              <a:rPr lang="ro-RO" sz="5400" dirty="0"/>
              <a:t>ate</a:t>
            </a:r>
            <a:endParaRPr lang="ar-EG" sz="5400" dirty="0"/>
          </a:p>
          <a:p>
            <a:pPr algn="ctr"/>
            <a:r>
              <a:rPr lang="en-US" sz="5400" dirty="0"/>
              <a:t>2025 / 9 / 7</a:t>
            </a:r>
            <a:endParaRPr lang="ar-EG" sz="540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99B1-0A59-111C-001E-D3410E04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192506"/>
            <a:ext cx="11385754" cy="6296784"/>
          </a:xfrm>
        </p:spPr>
        <p:txBody>
          <a:bodyPr/>
          <a:lstStyle/>
          <a:p>
            <a:pPr rtl="0"/>
            <a:r>
              <a:rPr lang="en-US" sz="3600" b="1" dirty="0"/>
              <a:t>1- the power supply unit (</a:t>
            </a:r>
            <a:r>
              <a:rPr lang="en-US" sz="3600" b="1" dirty="0" err="1"/>
              <a:t>psu</a:t>
            </a:r>
            <a:r>
              <a:rPr lang="en-US" sz="3600" b="1" dirty="0"/>
              <a:t>) provides electric power to the computer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2- Motherboard it connects all the parts of the computer with each other.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3- ram stores data for a short amount of time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4- hard disk it is the largest data storage device in the computer</a:t>
            </a:r>
            <a:endParaRPr lang="ar-EG" sz="3600" b="1" dirty="0"/>
          </a:p>
        </p:txBody>
      </p:sp>
    </p:spTree>
    <p:extLst>
      <p:ext uri="{BB962C8B-B14F-4D97-AF65-F5344CB8AC3E}">
        <p14:creationId xmlns:p14="http://schemas.microsoft.com/office/powerpoint/2010/main" val="473703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9FFD-7C76-77EA-219E-4022C9E1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E2BF-90EC-2154-7AB3-F1265790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899652"/>
            <a:ext cx="11385754" cy="1696063"/>
          </a:xfrm>
        </p:spPr>
        <p:txBody>
          <a:bodyPr/>
          <a:lstStyle/>
          <a:p>
            <a:pPr rtl="0"/>
            <a:r>
              <a:rPr lang="en-US" sz="3600" b="1" dirty="0"/>
              <a:t>5- a disk drive is inside the </a:t>
            </a:r>
            <a:r>
              <a:rPr lang="en-US" sz="3600" b="1" dirty="0" err="1"/>
              <a:t>cpu</a:t>
            </a:r>
            <a:r>
              <a:rPr lang="en-US" sz="3600" b="1" dirty="0"/>
              <a:t> cabinet or the </a:t>
            </a:r>
            <a:r>
              <a:rPr lang="en-US" sz="3600" b="1" dirty="0" err="1"/>
              <a:t>the</a:t>
            </a:r>
            <a:r>
              <a:rPr lang="en-US" sz="3600" b="1" dirty="0"/>
              <a:t> laptop.</a:t>
            </a:r>
          </a:p>
        </p:txBody>
      </p:sp>
    </p:spTree>
    <p:extLst>
      <p:ext uri="{BB962C8B-B14F-4D97-AF65-F5344CB8AC3E}">
        <p14:creationId xmlns:p14="http://schemas.microsoft.com/office/powerpoint/2010/main" val="368882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FCBE-E280-18A9-2E5A-1368C9493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1416279"/>
            <a:ext cx="9404723" cy="4197940"/>
          </a:xfrm>
        </p:spPr>
        <p:txBody>
          <a:bodyPr/>
          <a:lstStyle/>
          <a:p>
            <a:pPr algn="ctr" rtl="0"/>
            <a:r>
              <a:rPr lang="en-US" sz="28700" dirty="0">
                <a:solidFill>
                  <a:schemeClr val="accent3"/>
                </a:solidFill>
              </a:rPr>
              <a:t>Start</a:t>
            </a:r>
            <a:endParaRPr lang="ar-EG" sz="287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5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0F6071B-48FA-4685-A9C9-A7B21E1C1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6044C-1580-4C45-8AA3-F2A07478B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1A8E3CE-561F-42BE-B6A2-FBE96F9A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3579207"/>
            <a:ext cx="12191696" cy="3278793"/>
          </a:xfrm>
          <a:custGeom>
            <a:avLst/>
            <a:gdLst>
              <a:gd name="connsiteX0" fmla="*/ 1 w 12191696"/>
              <a:gd name="connsiteY0" fmla="*/ 0 h 3278793"/>
              <a:gd name="connsiteX1" fmla="*/ 71932 w 12191696"/>
              <a:gd name="connsiteY1" fmla="*/ 12261 h 3278793"/>
              <a:gd name="connsiteX2" fmla="*/ 282849 w 12191696"/>
              <a:gd name="connsiteY2" fmla="*/ 48343 h 3278793"/>
              <a:gd name="connsiteX3" fmla="*/ 436464 w 12191696"/>
              <a:gd name="connsiteY3" fmla="*/ 73565 h 3278793"/>
              <a:gd name="connsiteX4" fmla="*/ 619339 w 12191696"/>
              <a:gd name="connsiteY4" fmla="*/ 100188 h 3278793"/>
              <a:gd name="connsiteX5" fmla="*/ 836351 w 12191696"/>
              <a:gd name="connsiteY5" fmla="*/ 132066 h 3278793"/>
              <a:gd name="connsiteX6" fmla="*/ 1076528 w 12191696"/>
              <a:gd name="connsiteY6" fmla="*/ 165696 h 3278793"/>
              <a:gd name="connsiteX7" fmla="*/ 1347183 w 12191696"/>
              <a:gd name="connsiteY7" fmla="*/ 201077 h 3278793"/>
              <a:gd name="connsiteX8" fmla="*/ 1642223 w 12191696"/>
              <a:gd name="connsiteY8" fmla="*/ 238560 h 3278793"/>
              <a:gd name="connsiteX9" fmla="*/ 1962864 w 12191696"/>
              <a:gd name="connsiteY9" fmla="*/ 276043 h 3278793"/>
              <a:gd name="connsiteX10" fmla="*/ 2304232 w 12191696"/>
              <a:gd name="connsiteY10" fmla="*/ 314227 h 3278793"/>
              <a:gd name="connsiteX11" fmla="*/ 2672421 w 12191696"/>
              <a:gd name="connsiteY11" fmla="*/ 349608 h 3278793"/>
              <a:gd name="connsiteX12" fmla="*/ 3057678 w 12191696"/>
              <a:gd name="connsiteY12" fmla="*/ 383588 h 3278793"/>
              <a:gd name="connsiteX13" fmla="*/ 3464881 w 12191696"/>
              <a:gd name="connsiteY13" fmla="*/ 414415 h 3278793"/>
              <a:gd name="connsiteX14" fmla="*/ 3889152 w 12191696"/>
              <a:gd name="connsiteY14" fmla="*/ 443841 h 3278793"/>
              <a:gd name="connsiteX15" fmla="*/ 4331710 w 12191696"/>
              <a:gd name="connsiteY15" fmla="*/ 471515 h 3278793"/>
              <a:gd name="connsiteX16" fmla="*/ 4558476 w 12191696"/>
              <a:gd name="connsiteY16" fmla="*/ 481324 h 3278793"/>
              <a:gd name="connsiteX17" fmla="*/ 4790118 w 12191696"/>
              <a:gd name="connsiteY17" fmla="*/ 492183 h 3278793"/>
              <a:gd name="connsiteX18" fmla="*/ 5025418 w 12191696"/>
              <a:gd name="connsiteY18" fmla="*/ 502342 h 3278793"/>
              <a:gd name="connsiteX19" fmla="*/ 5261937 w 12191696"/>
              <a:gd name="connsiteY19" fmla="*/ 508998 h 3278793"/>
              <a:gd name="connsiteX20" fmla="*/ 5503333 w 12191696"/>
              <a:gd name="connsiteY20" fmla="*/ 514953 h 3278793"/>
              <a:gd name="connsiteX21" fmla="*/ 5747166 w 12191696"/>
              <a:gd name="connsiteY21" fmla="*/ 521259 h 3278793"/>
              <a:gd name="connsiteX22" fmla="*/ 5995877 w 12191696"/>
              <a:gd name="connsiteY22" fmla="*/ 525463 h 3278793"/>
              <a:gd name="connsiteX23" fmla="*/ 6247026 w 12191696"/>
              <a:gd name="connsiteY23" fmla="*/ 525463 h 3278793"/>
              <a:gd name="connsiteX24" fmla="*/ 6500613 w 12191696"/>
              <a:gd name="connsiteY24" fmla="*/ 527565 h 3278793"/>
              <a:gd name="connsiteX25" fmla="*/ 6756639 w 12191696"/>
              <a:gd name="connsiteY25" fmla="*/ 525463 h 3278793"/>
              <a:gd name="connsiteX26" fmla="*/ 7016322 w 12191696"/>
              <a:gd name="connsiteY26" fmla="*/ 521259 h 3278793"/>
              <a:gd name="connsiteX27" fmla="*/ 7276005 w 12191696"/>
              <a:gd name="connsiteY27" fmla="*/ 517406 h 3278793"/>
              <a:gd name="connsiteX28" fmla="*/ 7539345 w 12191696"/>
              <a:gd name="connsiteY28" fmla="*/ 508998 h 3278793"/>
              <a:gd name="connsiteX29" fmla="*/ 7805124 w 12191696"/>
              <a:gd name="connsiteY29" fmla="*/ 500241 h 3278793"/>
              <a:gd name="connsiteX30" fmla="*/ 8070903 w 12191696"/>
              <a:gd name="connsiteY30" fmla="*/ 490082 h 3278793"/>
              <a:gd name="connsiteX31" fmla="*/ 8339121 w 12191696"/>
              <a:gd name="connsiteY31" fmla="*/ 475719 h 3278793"/>
              <a:gd name="connsiteX32" fmla="*/ 8609776 w 12191696"/>
              <a:gd name="connsiteY32" fmla="*/ 458554 h 3278793"/>
              <a:gd name="connsiteX33" fmla="*/ 8881651 w 12191696"/>
              <a:gd name="connsiteY33" fmla="*/ 442089 h 3278793"/>
              <a:gd name="connsiteX34" fmla="*/ 9153526 w 12191696"/>
              <a:gd name="connsiteY34" fmla="*/ 421071 h 3278793"/>
              <a:gd name="connsiteX35" fmla="*/ 9429058 w 12191696"/>
              <a:gd name="connsiteY35" fmla="*/ 395849 h 3278793"/>
              <a:gd name="connsiteX36" fmla="*/ 9700933 w 12191696"/>
              <a:gd name="connsiteY36" fmla="*/ 370626 h 3278793"/>
              <a:gd name="connsiteX37" fmla="*/ 9977684 w 12191696"/>
              <a:gd name="connsiteY37" fmla="*/ 341551 h 3278793"/>
              <a:gd name="connsiteX38" fmla="*/ 10255655 w 12191696"/>
              <a:gd name="connsiteY38" fmla="*/ 309673 h 3278793"/>
              <a:gd name="connsiteX39" fmla="*/ 10529968 w 12191696"/>
              <a:gd name="connsiteY39" fmla="*/ 276043 h 3278793"/>
              <a:gd name="connsiteX40" fmla="*/ 10807939 w 12191696"/>
              <a:gd name="connsiteY40" fmla="*/ 236809 h 3278793"/>
              <a:gd name="connsiteX41" fmla="*/ 11084690 w 12191696"/>
              <a:gd name="connsiteY41" fmla="*/ 194772 h 3278793"/>
              <a:gd name="connsiteX42" fmla="*/ 11362661 w 12191696"/>
              <a:gd name="connsiteY42" fmla="*/ 153085 h 3278793"/>
              <a:gd name="connsiteX43" fmla="*/ 11639412 w 12191696"/>
              <a:gd name="connsiteY43" fmla="*/ 104392 h 3278793"/>
              <a:gd name="connsiteX44" fmla="*/ 11914945 w 12191696"/>
              <a:gd name="connsiteY44" fmla="*/ 54648 h 3278793"/>
              <a:gd name="connsiteX45" fmla="*/ 12191696 w 12191696"/>
              <a:gd name="connsiteY45" fmla="*/ 2452 h 3278793"/>
              <a:gd name="connsiteX46" fmla="*/ 12191696 w 12191696"/>
              <a:gd name="connsiteY46" fmla="*/ 2802467 h 3278793"/>
              <a:gd name="connsiteX47" fmla="*/ 12191695 w 12191696"/>
              <a:gd name="connsiteY47" fmla="*/ 2802467 h 3278793"/>
              <a:gd name="connsiteX48" fmla="*/ 12191695 w 12191696"/>
              <a:gd name="connsiteY48" fmla="*/ 3278793 h 3278793"/>
              <a:gd name="connsiteX49" fmla="*/ 0 w 12191696"/>
              <a:gd name="connsiteY49" fmla="*/ 3278793 h 3278793"/>
              <a:gd name="connsiteX50" fmla="*/ 0 w 12191696"/>
              <a:gd name="connsiteY50" fmla="*/ 2134639 h 3278793"/>
              <a:gd name="connsiteX51" fmla="*/ 1 w 12191696"/>
              <a:gd name="connsiteY51" fmla="*/ 2134639 h 327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696" h="327879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3" y="514953"/>
                </a:lnTo>
                <a:lnTo>
                  <a:pt x="5747166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802467"/>
                </a:lnTo>
                <a:lnTo>
                  <a:pt x="12191695" y="2802467"/>
                </a:lnTo>
                <a:lnTo>
                  <a:pt x="12191695" y="3278793"/>
                </a:lnTo>
                <a:lnTo>
                  <a:pt x="0" y="3278793"/>
                </a:lnTo>
                <a:lnTo>
                  <a:pt x="0" y="2134639"/>
                </a:lnTo>
                <a:lnTo>
                  <a:pt x="1" y="2134639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AA41C-183F-6816-1807-49E0ACCDF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371849"/>
            <a:ext cx="11189994" cy="20352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4400" dirty="0">
                <a:solidFill>
                  <a:srgbClr val="EBEBEB"/>
                </a:solidFill>
              </a:rPr>
              <a:t>1- the power supply unit (</a:t>
            </a:r>
            <a:r>
              <a:rPr lang="en-US" sz="4400" dirty="0" err="1">
                <a:solidFill>
                  <a:srgbClr val="EBEBEB"/>
                </a:solidFill>
              </a:rPr>
              <a:t>psu</a:t>
            </a:r>
            <a:r>
              <a:rPr lang="en-US" sz="4400" dirty="0">
                <a:solidFill>
                  <a:srgbClr val="EBEBEB"/>
                </a:solidFill>
              </a:rPr>
              <a:t>) provides electric power to the computer</a:t>
            </a:r>
            <a:endParaRPr lang="en-US" sz="44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7DE548AA-7E1A-497C-8B79-C74F42ACF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40" y="3280011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 descr="‪SSP-1000RS | Seasonic 1kW ATX Power Supply, 100 → 240V ac Input, 3.3V  Output | RS‬‏">
            <a:extLst>
              <a:ext uri="{FF2B5EF4-FFF2-40B4-BE49-F238E27FC236}">
                <a16:creationId xmlns:a16="http://schemas.microsoft.com/office/drawing/2014/main" id="{20F7BC0A-DFE3-4AD9-72D2-3D4B21C9A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075" y="254536"/>
            <a:ext cx="6326673" cy="354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3868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89DF-6C70-FCE4-06BA-A86F4496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66" y="1015163"/>
            <a:ext cx="6105865" cy="5842837"/>
          </a:xfrm>
        </p:spPr>
        <p:txBody>
          <a:bodyPr/>
          <a:lstStyle/>
          <a:p>
            <a:r>
              <a:rPr lang="en-US" sz="4400" b="1" dirty="0"/>
              <a:t>2- Motherboard it connects all the parts of the computer with each other.</a:t>
            </a:r>
            <a:endParaRPr lang="ar-EG" dirty="0"/>
          </a:p>
        </p:txBody>
      </p:sp>
      <p:pic>
        <p:nvPicPr>
          <p:cNvPr id="2050" name="Picture 2" descr="‪ASUS H110M-E/M.2 LGA 1151 Micro-ATX Motherboard H110M-E/M.2 B&amp;H‬‏">
            <a:extLst>
              <a:ext uri="{FF2B5EF4-FFF2-40B4-BE49-F238E27FC236}">
                <a16:creationId xmlns:a16="http://schemas.microsoft.com/office/drawing/2014/main" id="{8B55B9CF-E0EE-8926-95EF-CB76CC2C3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241" y="2448232"/>
            <a:ext cx="8386675" cy="440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570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A376-9854-BEFE-A65C-F5D8B9F76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9" y="1101647"/>
            <a:ext cx="11577233" cy="1400530"/>
          </a:xfrm>
        </p:spPr>
        <p:txBody>
          <a:bodyPr/>
          <a:lstStyle/>
          <a:p>
            <a:r>
              <a:rPr lang="en-US" sz="4400" b="1" dirty="0"/>
              <a:t>3- ram stores data for a short amount of time</a:t>
            </a:r>
            <a:endParaRPr lang="ar-EG" dirty="0"/>
          </a:p>
        </p:txBody>
      </p:sp>
      <p:pic>
        <p:nvPicPr>
          <p:cNvPr id="3074" name="Picture 2" descr="‪Hynix Samsung 1600 Mhz 8GB DDR 3 Desktop Pollout RAM at ₹ 900/piece in  Mumbai‬‏">
            <a:extLst>
              <a:ext uri="{FF2B5EF4-FFF2-40B4-BE49-F238E27FC236}">
                <a16:creationId xmlns:a16="http://schemas.microsoft.com/office/drawing/2014/main" id="{D8A59C42-DBAD-68E0-B97B-21747B206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806" y="3006368"/>
            <a:ext cx="9207756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998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7786C-3C80-8CA2-6C08-40B00EB4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35" y="1325880"/>
            <a:ext cx="4171251" cy="16905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</a:pPr>
            <a:r>
              <a:rPr lang="en-US" sz="4400" b="1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We follow the explanation</a:t>
            </a: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418EC7-5825-3C25-4652-43AA45BFBD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00" y="647698"/>
            <a:ext cx="5381369" cy="5562139"/>
          </a:xfrm>
          <a:prstGeom prst="rect">
            <a:avLst/>
          </a:prstGeom>
          <a:effectLst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A8F6AB9-BE46-D277-777C-1A581CF06212}"/>
              </a:ext>
            </a:extLst>
          </p:cNvPr>
          <p:cNvSpPr txBox="1">
            <a:spLocks/>
          </p:cNvSpPr>
          <p:nvPr/>
        </p:nvSpPr>
        <p:spPr>
          <a:xfrm>
            <a:off x="7809954" y="3497054"/>
            <a:ext cx="4053233" cy="16905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rtl="0">
              <a:lnSpc>
                <a:spcPct val="90000"/>
              </a:lnSpc>
            </a:pPr>
            <a:r>
              <a:rPr lang="en-US" b="1" dirty="0">
                <a:solidFill>
                  <a:schemeClr val="accent3"/>
                </a:solidFill>
              </a:rPr>
              <a:t>Yes</a:t>
            </a:r>
            <a:r>
              <a:rPr lang="en-US" b="1" dirty="0">
                <a:solidFill>
                  <a:srgbClr val="EBEBEB"/>
                </a:solidFill>
              </a:rPr>
              <a:t> Or </a:t>
            </a:r>
            <a:r>
              <a:rPr lang="en-US" b="1" dirty="0">
                <a:solidFill>
                  <a:srgbClr val="FF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731124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A358D-67B0-3A27-30F3-5209040A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771" y="3481777"/>
            <a:ext cx="3352375" cy="306650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rtl="0">
              <a:lnSpc>
                <a:spcPct val="90000"/>
              </a:lnSpc>
            </a:pPr>
            <a:r>
              <a:rPr lang="en-US" sz="5400" b="1" dirty="0">
                <a:solidFill>
                  <a:schemeClr val="bg2"/>
                </a:solidFill>
              </a:rPr>
              <a:t>4- hard disk it is the largest data storage device in the computer</a:t>
            </a:r>
            <a:endParaRPr lang="en-US" sz="5400" b="0" i="0" kern="120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" name="Picture 2" descr="A hard drive with a silver disk&#10;&#10;AI-generated content may be incorrect.">
            <a:extLst>
              <a:ext uri="{FF2B5EF4-FFF2-40B4-BE49-F238E27FC236}">
                <a16:creationId xmlns:a16="http://schemas.microsoft.com/office/drawing/2014/main" id="{A39B0C16-4CD1-5280-1D9F-608EB3330F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724545"/>
            <a:ext cx="6270662" cy="540844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17391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1B6F0-E01D-D87F-E7B1-D8FCF9FA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445" y="378519"/>
            <a:ext cx="496602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8000" b="1" dirty="0"/>
              <a:t>Exercise</a:t>
            </a:r>
          </a:p>
        </p:txBody>
      </p:sp>
      <p:pic>
        <p:nvPicPr>
          <p:cNvPr id="4" name="Picture 3" descr="A yellow folders and a pen&#10;&#10;AI-generated content may be incorrect.">
            <a:extLst>
              <a:ext uri="{FF2B5EF4-FFF2-40B4-BE49-F238E27FC236}">
                <a16:creationId xmlns:a16="http://schemas.microsoft.com/office/drawing/2014/main" id="{CB8E3796-EC44-9511-BD43-0DCAF1E8C1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6" r="13779" b="-1"/>
          <a:stretch>
            <a:fillRect/>
          </a:stretch>
        </p:blipFill>
        <p:spPr>
          <a:xfrm>
            <a:off x="4542084" y="10"/>
            <a:ext cx="7557319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EFF673-A9DE-416D-A04E-1D5090454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6436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97794-197F-2953-2FF9-2F2B7F9B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6691097" cy="4142772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800" b="1" dirty="0">
                <a:solidFill>
                  <a:srgbClr val="EBEBEB"/>
                </a:solidFill>
              </a:rPr>
              <a:t>Page Number </a:t>
            </a:r>
            <a:br>
              <a:rPr lang="en-US" sz="8800" b="1" dirty="0">
                <a:solidFill>
                  <a:srgbClr val="EBEBEB"/>
                </a:solidFill>
              </a:rPr>
            </a:br>
            <a:r>
              <a:rPr lang="en-US" sz="8800" b="1" dirty="0">
                <a:solidFill>
                  <a:srgbClr val="EBEBEB"/>
                </a:solidFill>
              </a:rPr>
              <a:t>04</a:t>
            </a:r>
          </a:p>
        </p:txBody>
      </p:sp>
      <p:sp>
        <p:nvSpPr>
          <p:cNvPr id="42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over of a book&#10;&#10;AI-generated content may be incorrect.">
            <a:extLst>
              <a:ext uri="{FF2B5EF4-FFF2-40B4-BE49-F238E27FC236}">
                <a16:creationId xmlns:a16="http://schemas.microsoft.com/office/drawing/2014/main" id="{6AD6F80C-0432-688D-0F4D-BE0D1CAB52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8" r="9980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7245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E9FE89F-1136-C58A-F90A-FEA8F08B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7279204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lnSpc>
                <a:spcPct val="90000"/>
              </a:lnSpc>
            </a:pPr>
            <a:endParaRPr lang="en-US" sz="3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cartoon of a child sitting at a table with a pencil&#10;&#10;AI-generated content may be incorrect.">
            <a:extLst>
              <a:ext uri="{FF2B5EF4-FFF2-40B4-BE49-F238E27FC236}">
                <a16:creationId xmlns:a16="http://schemas.microsoft.com/office/drawing/2014/main" id="{F636CC74-EFB2-55BA-E86E-32FACC8DF9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925" y="570703"/>
            <a:ext cx="5342146" cy="569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34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A558-91A0-869B-6D8E-E697FA8F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BDD-5FDB-6A72-81F7-C7D8CEDC1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7279204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lnSpc>
                <a:spcPct val="90000"/>
              </a:lnSpc>
            </a:pPr>
            <a:endParaRPr lang="en-US" sz="3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cartoon of a child sitting at a table with a pencil&#10;&#10;AI-generated content may be incorrect.">
            <a:extLst>
              <a:ext uri="{FF2B5EF4-FFF2-40B4-BE49-F238E27FC236}">
                <a16:creationId xmlns:a16="http://schemas.microsoft.com/office/drawing/2014/main" id="{B9D5B2A3-F5B3-1B05-F45D-218E5AAEC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925" y="570703"/>
            <a:ext cx="5342146" cy="569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1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3F5E8-2002-0D2B-5399-B2AF9E5D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454964"/>
            <a:ext cx="4799009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endParaRPr lang="en-US" sz="2900" dirty="0"/>
          </a:p>
        </p:txBody>
      </p:sp>
      <p:pic>
        <p:nvPicPr>
          <p:cNvPr id="4" name="Picture 3" descr="A cartoon of a child holding a pencil and writing in a book&#10;&#10;AI-generated content may be incorrect.">
            <a:extLst>
              <a:ext uri="{FF2B5EF4-FFF2-40B4-BE49-F238E27FC236}">
                <a16:creationId xmlns:a16="http://schemas.microsoft.com/office/drawing/2014/main" id="{1814D1B3-EE96-332F-09C6-C4DED1D2B4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" r="2" b="2"/>
          <a:stretch>
            <a:fillRect/>
          </a:stretch>
        </p:blipFill>
        <p:spPr>
          <a:xfrm>
            <a:off x="6094411" y="10"/>
            <a:ext cx="609759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A5788BB-481F-4FC7-AD49-73D20DDD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2437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BD51C-5FAB-A896-6724-735F96A2D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70DFD-65B2-9D13-4382-1902B483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6656373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endParaRPr lang="en-US" sz="3400" dirty="0">
              <a:solidFill>
                <a:srgbClr val="EBEBEB"/>
              </a:solidFill>
            </a:endParaRPr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rd drive with a silver disk&#10;&#10;AI-generated content may be incorrect.">
            <a:extLst>
              <a:ext uri="{FF2B5EF4-FFF2-40B4-BE49-F238E27FC236}">
                <a16:creationId xmlns:a16="http://schemas.microsoft.com/office/drawing/2014/main" id="{C17EBB0A-9A48-E44D-84B5-03B22F3886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6" r="21295" b="-1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741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711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245</TotalTime>
  <Words>164</Words>
  <Application>Microsoft Office PowerPoint</Application>
  <PresentationFormat>Widescreen</PresentationFormat>
  <Paragraphs>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Century Gothic</vt:lpstr>
      <vt:lpstr>Wingdings 3</vt:lpstr>
      <vt:lpstr>Ion</vt:lpstr>
      <vt:lpstr>PowerPoint Presentation</vt:lpstr>
      <vt:lpstr>ICT</vt:lpstr>
      <vt:lpstr>Enter the notebook and write the following:</vt:lpstr>
      <vt:lpstr>Lesson title</vt:lpstr>
      <vt:lpstr>1- the power supply unit (psu) provides electric power to the computer  2- Motherboard it connects all the parts of the computer with each other.  3- ram stores data for a short amount of time  4- hard disk it is the largest data storage device in the computer</vt:lpstr>
      <vt:lpstr>5- a disk drive is inside the cpu cabinet or the the laptop.</vt:lpstr>
      <vt:lpstr>Start</vt:lpstr>
      <vt:lpstr>1- the power supply unit (psu) provides electric power to the computer</vt:lpstr>
      <vt:lpstr>2- Motherboard it connects all the parts of the computer with each other.</vt:lpstr>
      <vt:lpstr>3- ram stores data for a short amount of time</vt:lpstr>
      <vt:lpstr>We follow the explanation</vt:lpstr>
      <vt:lpstr>4- hard disk it is the largest data storage device in the computer</vt:lpstr>
      <vt:lpstr>Exercise</vt:lpstr>
      <vt:lpstr>Page Number  04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Abdel Tawab Saad Ahmed</dc:creator>
  <cp:lastModifiedBy>Mazen Abdel Tawab Saad Ahmed</cp:lastModifiedBy>
  <cp:revision>41</cp:revision>
  <dcterms:created xsi:type="dcterms:W3CDTF">2025-09-06T15:54:50Z</dcterms:created>
  <dcterms:modified xsi:type="dcterms:W3CDTF">2025-11-01T15:44:09Z</dcterms:modified>
</cp:coreProperties>
</file>