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1" r:id="rId2"/>
    <p:sldId id="256" r:id="rId3"/>
    <p:sldId id="258" r:id="rId4"/>
    <p:sldId id="257" r:id="rId5"/>
    <p:sldId id="2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3416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047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8809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331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672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3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0428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8509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71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708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02663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5987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9171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06095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80983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96181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785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8841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5279923" y="1061884"/>
            <a:ext cx="7167717" cy="458183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5200" b="1" dirty="0"/>
              <a:t>Mazen </a:t>
            </a:r>
          </a:p>
          <a:p>
            <a:pPr algn="ctr"/>
            <a:r>
              <a:rPr lang="en-US" sz="55200" b="1" dirty="0"/>
              <a:t>Saad</a:t>
            </a:r>
          </a:p>
          <a:p>
            <a:pPr algn="ctr"/>
            <a:endParaRPr lang="ar-EG" sz="21600" dirty="0"/>
          </a:p>
          <a:p>
            <a:pPr algn="ctr"/>
            <a:r>
              <a:rPr lang="ro-RO" sz="21600" dirty="0">
                <a:solidFill>
                  <a:schemeClr val="accent3"/>
                </a:solidFill>
              </a:rPr>
              <a:t>Computer teacher</a:t>
            </a:r>
            <a:endParaRPr lang="ar-EG" sz="21600" dirty="0">
              <a:solidFill>
                <a:schemeClr val="accent3"/>
              </a:solidFill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2D8DDBA9-2E17-440E-053C-1EC4450A9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54864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A1AB-7E54-CE1E-549F-89CEA43E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324466"/>
            <a:ext cx="9144000" cy="4581832"/>
          </a:xfrm>
        </p:spPr>
        <p:txBody>
          <a:bodyPr>
            <a:normAutofit fontScale="90000"/>
          </a:bodyPr>
          <a:lstStyle/>
          <a:p>
            <a:r>
              <a:rPr lang="en-US" sz="37200" dirty="0"/>
              <a:t>ICT</a:t>
            </a:r>
            <a:endParaRPr lang="ar-EG" sz="37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9410BF-947B-2C44-CD99-421365520B67}"/>
              </a:ext>
            </a:extLst>
          </p:cNvPr>
          <p:cNvSpPr txBox="1">
            <a:spLocks/>
          </p:cNvSpPr>
          <p:nvPr/>
        </p:nvSpPr>
        <p:spPr>
          <a:xfrm>
            <a:off x="2875935" y="1951702"/>
            <a:ext cx="9144000" cy="45818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7900" dirty="0"/>
              <a:t>Grade 3</a:t>
            </a:r>
            <a:endParaRPr lang="ar-EG" sz="3720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37" y="275303"/>
            <a:ext cx="8825657" cy="1031290"/>
          </a:xfrm>
        </p:spPr>
        <p:txBody>
          <a:bodyPr/>
          <a:lstStyle/>
          <a:p>
            <a:pPr algn="ctr"/>
            <a:r>
              <a:rPr lang="ro-RO" sz="80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258195" y="1591697"/>
            <a:ext cx="8825657" cy="1031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I</a:t>
            </a:r>
            <a:endParaRPr lang="ar-EG" sz="5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3087430" y="3293806"/>
            <a:ext cx="5167185" cy="1805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T</a:t>
            </a:r>
            <a:r>
              <a:rPr lang="ro-RO" sz="5400" dirty="0"/>
              <a:t>he </a:t>
            </a:r>
            <a:r>
              <a:rPr lang="en-US" sz="5400" dirty="0"/>
              <a:t>D</a:t>
            </a:r>
            <a:r>
              <a:rPr lang="ro-RO" sz="5400" dirty="0"/>
              <a:t>ate</a:t>
            </a:r>
            <a:endParaRPr lang="ar-EG" sz="5400" dirty="0"/>
          </a:p>
          <a:p>
            <a:pPr algn="ctr"/>
            <a:r>
              <a:rPr lang="en-US" sz="5400" dirty="0"/>
              <a:t>2025 /     /   </a:t>
            </a:r>
            <a:endParaRPr lang="ar-EG" sz="540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37" y="523567"/>
            <a:ext cx="8825658" cy="3329581"/>
          </a:xfrm>
        </p:spPr>
        <p:txBody>
          <a:bodyPr/>
          <a:lstStyle/>
          <a:p>
            <a:r>
              <a:rPr lang="en-US" dirty="0"/>
              <a:t>Enter the notebook and write the following: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993" y="2208266"/>
            <a:ext cx="4486404" cy="44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711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246</TotalTime>
  <Words>25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PowerPoint Presentation</vt:lpstr>
      <vt:lpstr>ICT</vt:lpstr>
      <vt:lpstr>Lesson title</vt:lpstr>
      <vt:lpstr>Enter the notebook and write the following: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Abdel Tawab Saad Ahmed</dc:creator>
  <cp:lastModifiedBy>Mazen Abdel Tawab Saad Ahmed</cp:lastModifiedBy>
  <cp:revision>45</cp:revision>
  <dcterms:created xsi:type="dcterms:W3CDTF">2025-09-06T15:54:50Z</dcterms:created>
  <dcterms:modified xsi:type="dcterms:W3CDTF">2025-11-01T12:59:02Z</dcterms:modified>
</cp:coreProperties>
</file>