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39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908720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en-GB" sz="7200" dirty="0" smtClean="0">
                <a:latin typeface="Algerian" pitchFamily="82" charset="0"/>
              </a:rPr>
              <a:t>SOFTWARE</a:t>
            </a:r>
            <a:endParaRPr lang="en-GB" sz="7200" dirty="0"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212976"/>
            <a:ext cx="7772400" cy="1199704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GB" b="1" dirty="0" smtClean="0"/>
              <a:t>Software is the program that runs on the computer and is used to operate the computer hardware.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66673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PAINT</a:t>
            </a:r>
          </a:p>
          <a:p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TYPES OF SOFTWARE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2047156"/>
            <a:ext cx="3946748" cy="394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00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NOTEPAD</a:t>
            </a:r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TYPES OF SOFTWARE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1772816"/>
            <a:ext cx="4023891" cy="402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47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SKETCHBOOK</a:t>
            </a:r>
          </a:p>
          <a:p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TYPES OF SOFTWARE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2000250"/>
            <a:ext cx="3949030" cy="394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47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CALENDER</a:t>
            </a:r>
          </a:p>
          <a:p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TYPES OF SOFTWARE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988840"/>
            <a:ext cx="4321448" cy="422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47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MUSIC PLAYER</a:t>
            </a:r>
          </a:p>
          <a:p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TYPES OF SOFTWARE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7" y="2060848"/>
            <a:ext cx="3969336" cy="396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478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</TotalTime>
  <Words>40</Words>
  <Application>Microsoft Office PowerPoint</Application>
  <PresentationFormat>On-screen Show (4:3)</PresentationFormat>
  <Paragraphs>12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Concourse</vt:lpstr>
      <vt:lpstr>SOFTWARE</vt:lpstr>
      <vt:lpstr>TYPES OF SOFTWARE</vt:lpstr>
      <vt:lpstr>TYPES OF SOFTWARE</vt:lpstr>
      <vt:lpstr>TYPES OF SOFTWARE</vt:lpstr>
      <vt:lpstr>TYPES OF SOFTWARE</vt:lpstr>
      <vt:lpstr>TYPES OF SOFTWARE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</dc:title>
  <dc:creator>ajial school 1</dc:creator>
  <cp:lastModifiedBy>ajial school 1</cp:lastModifiedBy>
  <cp:revision>1</cp:revision>
  <dcterms:created xsi:type="dcterms:W3CDTF">2024-09-19T04:02:47Z</dcterms:created>
  <dcterms:modified xsi:type="dcterms:W3CDTF">2024-09-19T04:12:26Z</dcterms:modified>
</cp:coreProperties>
</file>