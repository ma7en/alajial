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8" d="100"/>
          <a:sy n="68" d="100"/>
        </p:scale>
        <p:origin x="-1398" y="-9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13" name="Rounded Rectangle 12"/>
          <p:cNvSpPr/>
          <p:nvPr/>
        </p:nvSpPr>
        <p:spPr>
          <a:xfrm>
            <a:off x="65313" y="69755"/>
            <a:ext cx="9013372" cy="6692201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295400" y="3200400"/>
            <a:ext cx="6400800" cy="1600200"/>
          </a:xfrm>
        </p:spPr>
        <p:txBody>
          <a:bodyPr/>
          <a:lstStyle>
            <a:lvl1pPr marL="0" indent="0" algn="ctr">
              <a:buNone/>
              <a:defRPr sz="260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9BBF0B-0748-4037-8AA2-FF7F9806FBED}" type="datetimeFigureOut">
              <a:rPr lang="en-GB" smtClean="0"/>
              <a:t>12/09/2024</a:t>
            </a:fld>
            <a:endParaRPr lang="en-GB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/>
        <p:txBody>
          <a:bodyPr lIns="0" tIns="0" rIns="0" bIns="0">
            <a:noAutofit/>
          </a:bodyPr>
          <a:lstStyle>
            <a:lvl1pPr>
              <a:defRPr sz="1400">
                <a:solidFill>
                  <a:srgbClr val="FFFFFF"/>
                </a:solidFill>
              </a:defRPr>
            </a:lvl1pPr>
          </a:lstStyle>
          <a:p>
            <a:fld id="{BD17B7E9-D910-48DF-9E5B-005254012034}" type="slidenum">
              <a:rPr lang="en-GB" smtClean="0"/>
              <a:t>‹#›</a:t>
            </a:fld>
            <a:endParaRPr lang="en-GB"/>
          </a:p>
        </p:txBody>
      </p:sp>
      <p:sp>
        <p:nvSpPr>
          <p:cNvPr id="7" name="Rectangle 6"/>
          <p:cNvSpPr/>
          <p:nvPr/>
        </p:nvSpPr>
        <p:spPr>
          <a:xfrm>
            <a:off x="62931" y="1449303"/>
            <a:ext cx="9021537" cy="1527349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>
          <a:xfrm>
            <a:off x="62931" y="1396720"/>
            <a:ext cx="9021537" cy="120580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Rectangle 10"/>
          <p:cNvSpPr/>
          <p:nvPr/>
        </p:nvSpPr>
        <p:spPr>
          <a:xfrm>
            <a:off x="62931" y="2976649"/>
            <a:ext cx="9021537" cy="110532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457200" y="1505930"/>
            <a:ext cx="8229600" cy="1470025"/>
          </a:xfrm>
        </p:spPr>
        <p:txBody>
          <a:bodyPr anchor="ctr"/>
          <a:lstStyle>
            <a:lvl1pPr algn="ctr">
              <a:defRPr lang="en-US" dirty="0">
                <a:solidFill>
                  <a:srgbClr val="FFFFFF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9BBF0B-0748-4037-8AA2-FF7F9806FBED}" type="datetimeFigureOut">
              <a:rPr lang="en-GB" smtClean="0"/>
              <a:t>12/09/2024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17B7E9-D910-48DF-9E5B-005254012034}" type="slidenum">
              <a:rPr lang="en-GB" smtClean="0"/>
              <a:t>‹#›</a:t>
            </a:fld>
            <a:endParaRPr lang="en-GB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7772400" cy="4572000"/>
          </a:xfrm>
        </p:spPr>
        <p:txBody>
          <a:bodyPr vert="horz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10" name="Rounded Rectangle 9"/>
          <p:cNvSpPr/>
          <p:nvPr/>
        </p:nvSpPr>
        <p:spPr>
          <a:xfrm>
            <a:off x="65313" y="69755"/>
            <a:ext cx="9013372" cy="6692201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3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952500"/>
            <a:ext cx="7772400" cy="1362075"/>
          </a:xfrm>
        </p:spPr>
        <p:txBody>
          <a:bodyPr anchor="b" anchorCtr="0"/>
          <a:lstStyle>
            <a:lvl1pPr algn="l">
              <a:buNone/>
              <a:defRPr sz="4000" b="0" cap="none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547938"/>
            <a:ext cx="7772400" cy="1338262"/>
          </a:xfrm>
        </p:spPr>
        <p:txBody>
          <a:bodyPr anchor="t" anchorCtr="0"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9BBF0B-0748-4037-8AA2-FF7F9806FBED}" type="datetimeFigureOut">
              <a:rPr lang="en-GB" smtClean="0"/>
              <a:t>12/09/2024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00100" y="6172200"/>
            <a:ext cx="4000500" cy="457200"/>
          </a:xfrm>
        </p:spPr>
        <p:txBody>
          <a:bodyPr/>
          <a:lstStyle/>
          <a:p>
            <a:endParaRPr lang="en-GB"/>
          </a:p>
        </p:txBody>
      </p:sp>
      <p:sp>
        <p:nvSpPr>
          <p:cNvPr id="7" name="Rectangle 6"/>
          <p:cNvSpPr/>
          <p:nvPr/>
        </p:nvSpPr>
        <p:spPr>
          <a:xfrm flipV="1">
            <a:off x="69412" y="2376830"/>
            <a:ext cx="9013515" cy="9144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69146" y="2341475"/>
            <a:ext cx="9013781" cy="45719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68306" y="2468880"/>
            <a:ext cx="9014621" cy="45720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6304" y="6208776"/>
            <a:ext cx="457200" cy="457200"/>
          </a:xfrm>
        </p:spPr>
        <p:txBody>
          <a:bodyPr/>
          <a:lstStyle/>
          <a:p>
            <a:fld id="{BD17B7E9-D910-48DF-9E5B-005254012034}" type="slidenum">
              <a:rPr lang="en-GB" smtClean="0"/>
              <a:t>‹#›</a:t>
            </a:fld>
            <a:endParaRPr lang="en-GB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9BBF0B-0748-4037-8AA2-FF7F9806FBED}" type="datetimeFigureOut">
              <a:rPr lang="en-GB" smtClean="0"/>
              <a:t>12/09/2024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17B7E9-D910-48DF-9E5B-005254012034}" type="slidenum">
              <a:rPr lang="en-GB" smtClean="0"/>
              <a:t>‹#›</a:t>
            </a:fld>
            <a:endParaRPr lang="en-GB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3749040" cy="4572000"/>
          </a:xfrm>
        </p:spPr>
        <p:txBody>
          <a:bodyPr vert="horz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933950" y="1447800"/>
            <a:ext cx="3749040" cy="4572000"/>
          </a:xfrm>
        </p:spPr>
        <p:txBody>
          <a:bodyPr vert="horz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3050"/>
            <a:ext cx="7772400" cy="1143000"/>
          </a:xfrm>
        </p:spPr>
        <p:txBody>
          <a:bodyPr anchor="b" anchorCtr="0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1447800"/>
            <a:ext cx="3733800" cy="762000"/>
          </a:xfrm>
          <a:noFill/>
          <a:ln w="12700" cap="sq" cmpd="sng" algn="ctr">
            <a:noFill/>
            <a:prstDash val="solid"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953000" y="1447800"/>
            <a:ext cx="3733800" cy="762000"/>
          </a:xfrm>
          <a:noFill/>
          <a:ln w="12700" cap="sq" cmpd="sng" algn="ctr">
            <a:noFill/>
            <a:prstDash val="solid"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9BBF0B-0748-4037-8AA2-FF7F9806FBED}" type="datetimeFigureOut">
              <a:rPr lang="en-GB" smtClean="0"/>
              <a:t>12/09/2024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17B7E9-D910-48DF-9E5B-005254012034}" type="slidenum">
              <a:rPr lang="en-GB" smtClean="0"/>
              <a:t>‹#›</a:t>
            </a:fld>
            <a:endParaRPr lang="en-GB"/>
          </a:p>
        </p:txBody>
      </p:sp>
      <p:sp>
        <p:nvSpPr>
          <p:cNvPr id="11" name="Content Placeholder 10"/>
          <p:cNvSpPr>
            <a:spLocks noGrp="1"/>
          </p:cNvSpPr>
          <p:nvPr>
            <p:ph sz="half" idx="2"/>
          </p:nvPr>
        </p:nvSpPr>
        <p:spPr>
          <a:xfrm>
            <a:off x="914400" y="2247900"/>
            <a:ext cx="3733800" cy="3886200"/>
          </a:xfrm>
        </p:spPr>
        <p:txBody>
          <a:bodyPr vert="horz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half" idx="4"/>
          </p:nvPr>
        </p:nvSpPr>
        <p:spPr>
          <a:xfrm>
            <a:off x="4953000" y="2247900"/>
            <a:ext cx="3733800" cy="3886200"/>
          </a:xfrm>
        </p:spPr>
        <p:txBody>
          <a:bodyPr vert="horz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9BBF0B-0748-4037-8AA2-FF7F9806FBED}" type="datetimeFigureOut">
              <a:rPr lang="en-GB" smtClean="0"/>
              <a:t>12/09/2024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17B7E9-D910-48DF-9E5B-005254012034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9BBF0B-0748-4037-8AA2-FF7F9806FBED}" type="datetimeFigureOut">
              <a:rPr lang="en-GB" smtClean="0"/>
              <a:t>12/09/2024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17B7E9-D910-48DF-9E5B-005254012034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9" name="Rounded Rectangle 8"/>
          <p:cNvSpPr/>
          <p:nvPr/>
        </p:nvSpPr>
        <p:spPr>
          <a:xfrm>
            <a:off x="64008" y="69755"/>
            <a:ext cx="9013372" cy="6693408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3050"/>
            <a:ext cx="7772400" cy="1143000"/>
          </a:xfrm>
        </p:spPr>
        <p:txBody>
          <a:bodyPr anchor="b" anchorCtr="0"/>
          <a:lstStyle>
            <a:lvl1pPr algn="l">
              <a:buNone/>
              <a:defRPr sz="4000" b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914400" y="1600200"/>
            <a:ext cx="1905000" cy="4495800"/>
          </a:xfrm>
        </p:spPr>
        <p:txBody>
          <a:bodyPr/>
          <a:lstStyle>
            <a:lvl1pPr marL="0" indent="0"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9BBF0B-0748-4037-8AA2-FF7F9806FBED}" type="datetimeFigureOut">
              <a:rPr lang="en-GB" smtClean="0"/>
              <a:t>12/09/2024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17B7E9-D910-48DF-9E5B-005254012034}" type="slidenum">
              <a:rPr lang="en-GB" smtClean="0"/>
              <a:t>‹#›</a:t>
            </a:fld>
            <a:endParaRPr lang="en-GB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"/>
          </p:nvPr>
        </p:nvSpPr>
        <p:spPr>
          <a:xfrm>
            <a:off x="2971800" y="1600200"/>
            <a:ext cx="5715000" cy="4495800"/>
          </a:xfrm>
        </p:spPr>
        <p:txBody>
          <a:bodyPr vert="horz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900550"/>
            <a:ext cx="7315200" cy="522288"/>
          </a:xfrm>
        </p:spPr>
        <p:txBody>
          <a:bodyPr anchor="ctr">
            <a:noAutofit/>
          </a:bodyPr>
          <a:lstStyle>
            <a:lvl1pPr algn="l">
              <a:buNone/>
              <a:defRPr sz="2800" b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5445825"/>
            <a:ext cx="7315200" cy="685800"/>
          </a:xfrm>
        </p:spPr>
        <p:txBody>
          <a:bodyPr/>
          <a:lstStyle>
            <a:lvl1pPr marL="0" indent="0">
              <a:buFontTx/>
              <a:buNone/>
              <a:defRPr sz="16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9BBF0B-0748-4037-8AA2-FF7F9806FBED}" type="datetimeFigureOut">
              <a:rPr lang="en-GB" smtClean="0"/>
              <a:t>12/09/2024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914400" y="6172200"/>
            <a:ext cx="3886200" cy="457200"/>
          </a:xfrm>
        </p:spPr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46304" y="6208776"/>
            <a:ext cx="457200" cy="457200"/>
          </a:xfrm>
        </p:spPr>
        <p:txBody>
          <a:bodyPr/>
          <a:lstStyle/>
          <a:p>
            <a:fld id="{BD17B7E9-D910-48DF-9E5B-005254012034}" type="slidenum">
              <a:rPr lang="en-GB" smtClean="0"/>
              <a:t>‹#›</a:t>
            </a:fld>
            <a:endParaRPr lang="en-GB"/>
          </a:p>
        </p:txBody>
      </p:sp>
      <p:sp>
        <p:nvSpPr>
          <p:cNvPr id="11" name="Rectangle 10"/>
          <p:cNvSpPr/>
          <p:nvPr/>
        </p:nvSpPr>
        <p:spPr>
          <a:xfrm flipV="1">
            <a:off x="68307" y="4683555"/>
            <a:ext cx="9006840" cy="9144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ectangle 11"/>
          <p:cNvSpPr/>
          <p:nvPr/>
        </p:nvSpPr>
        <p:spPr>
          <a:xfrm>
            <a:off x="68508" y="4650474"/>
            <a:ext cx="9006639" cy="45719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Rectangle 12"/>
          <p:cNvSpPr/>
          <p:nvPr/>
        </p:nvSpPr>
        <p:spPr>
          <a:xfrm>
            <a:off x="68510" y="4773224"/>
            <a:ext cx="9006637" cy="48807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68308" y="66675"/>
            <a:ext cx="9001873" cy="4581525"/>
          </a:xfrm>
          <a:prstGeom prst="round2SameRect">
            <a:avLst>
              <a:gd name="adj1" fmla="val 7101"/>
              <a:gd name="adj2" fmla="val 0"/>
            </a:avLst>
          </a:prstGeom>
          <a:solidFill>
            <a:schemeClr val="bg2"/>
          </a:solidFill>
          <a:ln w="6350">
            <a:solidFill>
              <a:schemeClr val="tx1"/>
            </a:solidFill>
          </a:ln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9BBF0B-0748-4037-8AA2-FF7F9806FBED}" type="datetimeFigureOut">
              <a:rPr lang="en-GB" smtClean="0"/>
              <a:t>12/09/2024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17B7E9-D910-48DF-9E5B-005254012034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41"/>
            <a:ext cx="2011680" cy="5851525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4400" y="274640"/>
            <a:ext cx="5562600" cy="5851525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9BBF0B-0748-4037-8AA2-FF7F9806FBED}" type="datetimeFigureOut">
              <a:rPr lang="en-GB" smtClean="0"/>
              <a:t>12/09/2024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17B7E9-D910-48DF-9E5B-005254012034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8" name="Rounded Rectangle 7"/>
          <p:cNvSpPr/>
          <p:nvPr/>
        </p:nvSpPr>
        <p:spPr>
          <a:xfrm>
            <a:off x="64008" y="69755"/>
            <a:ext cx="9013372" cy="6693408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914400" y="274638"/>
            <a:ext cx="7772400" cy="1143000"/>
          </a:xfrm>
          <a:prstGeom prst="rect">
            <a:avLst/>
          </a:prstGeom>
        </p:spPr>
        <p:txBody>
          <a:bodyPr bIns="91440" anchor="b" anchorCtr="0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914400" y="1447800"/>
            <a:ext cx="7772400" cy="4572000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6172200" y="6191250"/>
            <a:ext cx="2476500" cy="476250"/>
          </a:xfrm>
          <a:prstGeom prst="rect">
            <a:avLst/>
          </a:prstGeom>
        </p:spPr>
        <p:txBody>
          <a:bodyPr anchor="ctr" anchorCtr="0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C59BBF0B-0748-4037-8AA2-FF7F9806FBED}" type="datetimeFigureOut">
              <a:rPr lang="en-GB" smtClean="0"/>
              <a:t>12/09/2024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914400" y="6172200"/>
            <a:ext cx="3962400" cy="457200"/>
          </a:xfrm>
          <a:prstGeom prst="rect">
            <a:avLst/>
          </a:prstGeom>
        </p:spPr>
        <p:txBody>
          <a:bodyPr anchor="ctr" anchorCtr="0"/>
          <a:lstStyle>
            <a:lvl1pPr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endParaRPr lang="en-GB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146304" y="6210300"/>
            <a:ext cx="457200" cy="457200"/>
          </a:xfrm>
          <a:prstGeom prst="ellipse">
            <a:avLst/>
          </a:prstGeom>
          <a:solidFill>
            <a:schemeClr val="accent1"/>
          </a:solidFill>
        </p:spPr>
        <p:txBody>
          <a:bodyPr wrap="none" lIns="0" tIns="0" rIns="0" bIns="0" anchor="ctr" anchorCtr="1">
            <a:noAutofit/>
          </a:bodyPr>
          <a:lstStyle>
            <a:lvl1pPr algn="ctr" eaLnBrk="1" latinLnBrk="0" hangingPunct="1">
              <a:defRPr kumimoji="0" sz="140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fld id="{BD17B7E9-D910-48DF-9E5B-005254012034}" type="slidenum">
              <a:rPr lang="en-GB" smtClean="0"/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40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580"/>
        </a:spcBef>
        <a:buClr>
          <a:schemeClr val="accent1"/>
        </a:buClr>
        <a:buSzPct val="8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28600" algn="l" rtl="0" eaLnBrk="1" latinLnBrk="0" hangingPunct="1">
        <a:spcBef>
          <a:spcPts val="370"/>
        </a:spcBef>
        <a:buClr>
          <a:schemeClr val="accent2"/>
        </a:buClr>
        <a:buSzPct val="85000"/>
        <a:buFont typeface="Wingdings 2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ts val="370"/>
        </a:spcBef>
        <a:buClr>
          <a:schemeClr val="accent1">
            <a:tint val="60000"/>
          </a:schemeClr>
        </a:buClr>
        <a:buSzPct val="8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ts val="370"/>
        </a:spcBef>
        <a:buClr>
          <a:schemeClr val="accent3"/>
        </a:buClr>
        <a:buSzPct val="80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70"/>
        </a:spcBef>
        <a:buClr>
          <a:schemeClr val="accent3"/>
        </a:buClr>
        <a:buFontTx/>
        <a:buChar char="o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228600" algn="l" rtl="0" eaLnBrk="1" latinLnBrk="0" hangingPunct="1">
        <a:spcBef>
          <a:spcPts val="370"/>
        </a:spcBef>
        <a:buClr>
          <a:schemeClr val="accent3"/>
        </a:buClr>
        <a:buChar char="•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228600" algn="l" rtl="0" eaLnBrk="1" latinLnBrk="0" hangingPunct="1">
        <a:spcBef>
          <a:spcPts val="370"/>
        </a:spcBef>
        <a:buClr>
          <a:schemeClr val="accent2"/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228600" algn="l" rtl="0" eaLnBrk="1" latinLnBrk="0" hangingPunct="1">
        <a:spcBef>
          <a:spcPts val="370"/>
        </a:spcBef>
        <a:buClr>
          <a:schemeClr val="accent1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228600" algn="l" rtl="0" eaLnBrk="1" latinLnBrk="0" hangingPunct="1">
        <a:spcBef>
          <a:spcPts val="370"/>
        </a:spcBef>
        <a:buClr>
          <a:schemeClr val="accent2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GB" sz="3600" b="1" dirty="0" smtClean="0">
                <a:latin typeface="Times New Roman" pitchFamily="18" charset="0"/>
                <a:cs typeface="Times New Roman" pitchFamily="18" charset="0"/>
              </a:rPr>
              <a:t>PRACTICE EXCERCISE</a:t>
            </a:r>
            <a:endParaRPr lang="en-GB" sz="36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GB" sz="5400" dirty="0" smtClean="0">
                <a:latin typeface="Algerian" pitchFamily="82" charset="0"/>
              </a:rPr>
              <a:t>INSIDE A COMPUTER</a:t>
            </a:r>
            <a:endParaRPr lang="en-GB" sz="5400" dirty="0">
              <a:latin typeface="Algerian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381595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b="1" dirty="0" smtClean="0">
                <a:latin typeface="Times New Roman" pitchFamily="18" charset="0"/>
                <a:cs typeface="Times New Roman" pitchFamily="18" charset="0"/>
              </a:rPr>
              <a:t>QUESTION 1</a:t>
            </a:r>
            <a:endParaRPr lang="en-GB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914400" y="2455912"/>
            <a:ext cx="7772400" cy="2773288"/>
          </a:xfrm>
        </p:spPr>
        <p:txBody>
          <a:bodyPr/>
          <a:lstStyle/>
          <a:p>
            <a:pPr marL="0" indent="0" algn="ctr">
              <a:buNone/>
            </a:pPr>
            <a:r>
              <a:rPr lang="en-GB" dirty="0" smtClean="0"/>
              <a:t> Which </a:t>
            </a:r>
            <a:r>
              <a:rPr lang="en-GB" dirty="0"/>
              <a:t>of the following stores data for a short period of time in the computer? </a:t>
            </a:r>
            <a:endParaRPr lang="en-GB" dirty="0" smtClean="0"/>
          </a:p>
          <a:p>
            <a:pPr marL="0" indent="0" algn="ctr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a. HDD </a:t>
            </a:r>
            <a:r>
              <a:rPr lang="en-GB" dirty="0" smtClean="0"/>
              <a:t>			b</a:t>
            </a:r>
            <a:r>
              <a:rPr lang="en-GB" dirty="0"/>
              <a:t>. Power supply </a:t>
            </a:r>
          </a:p>
          <a:p>
            <a:pPr marL="0" indent="0">
              <a:buNone/>
            </a:pPr>
            <a:r>
              <a:rPr lang="en-GB" dirty="0"/>
              <a:t>c. RAM </a:t>
            </a:r>
            <a:endParaRPr lang="en-GB" dirty="0"/>
          </a:p>
        </p:txBody>
      </p:sp>
      <p:sp>
        <p:nvSpPr>
          <p:cNvPr id="4" name="Rectangle 3"/>
          <p:cNvSpPr/>
          <p:nvPr/>
        </p:nvSpPr>
        <p:spPr>
          <a:xfrm>
            <a:off x="2843808" y="3861048"/>
            <a:ext cx="432048" cy="28803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Rectangle 4"/>
          <p:cNvSpPr/>
          <p:nvPr/>
        </p:nvSpPr>
        <p:spPr>
          <a:xfrm>
            <a:off x="2843808" y="4365104"/>
            <a:ext cx="432048" cy="28803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Rectangle 5"/>
          <p:cNvSpPr/>
          <p:nvPr/>
        </p:nvSpPr>
        <p:spPr>
          <a:xfrm>
            <a:off x="7380312" y="3933056"/>
            <a:ext cx="432048" cy="28803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085757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b="1" dirty="0" smtClean="0">
                <a:latin typeface="Times New Roman" pitchFamily="18" charset="0"/>
                <a:cs typeface="Times New Roman" pitchFamily="18" charset="0"/>
              </a:rPr>
              <a:t>QUESTION 2</a:t>
            </a:r>
            <a:endParaRPr lang="en-GB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914400" y="2455912"/>
            <a:ext cx="7772400" cy="2773288"/>
          </a:xfrm>
        </p:spPr>
        <p:txBody>
          <a:bodyPr/>
          <a:lstStyle/>
          <a:p>
            <a:pPr marL="0" indent="0" algn="ctr">
              <a:buNone/>
            </a:pPr>
            <a:r>
              <a:rPr lang="en-GB" dirty="0" smtClean="0"/>
              <a:t>Which </a:t>
            </a:r>
            <a:r>
              <a:rPr lang="en-GB" dirty="0"/>
              <a:t>of the following is the largest data storage device in a computer? </a:t>
            </a:r>
            <a:endParaRPr lang="en-GB" dirty="0" smtClean="0"/>
          </a:p>
          <a:p>
            <a:pPr marL="0" indent="0" algn="ctr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a. </a:t>
            </a:r>
            <a:r>
              <a:rPr lang="en-GB" dirty="0" smtClean="0"/>
              <a:t>RAM 			b</a:t>
            </a:r>
            <a:r>
              <a:rPr lang="en-GB" dirty="0"/>
              <a:t>. </a:t>
            </a:r>
            <a:r>
              <a:rPr lang="en-GB" dirty="0" smtClean="0"/>
              <a:t>ROM</a:t>
            </a:r>
            <a:endParaRPr lang="en-GB" dirty="0"/>
          </a:p>
          <a:p>
            <a:pPr marL="0" indent="0">
              <a:buNone/>
            </a:pPr>
            <a:r>
              <a:rPr lang="en-GB" dirty="0"/>
              <a:t>c. </a:t>
            </a:r>
            <a:r>
              <a:rPr lang="en-GB" dirty="0" smtClean="0"/>
              <a:t>HDD </a:t>
            </a:r>
            <a:endParaRPr lang="en-GB" dirty="0"/>
          </a:p>
        </p:txBody>
      </p:sp>
      <p:sp>
        <p:nvSpPr>
          <p:cNvPr id="4" name="Rectangle 3"/>
          <p:cNvSpPr/>
          <p:nvPr/>
        </p:nvSpPr>
        <p:spPr>
          <a:xfrm>
            <a:off x="2843808" y="3861048"/>
            <a:ext cx="432048" cy="28803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>
              <a:solidFill>
                <a:prstClr val="black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2843808" y="4293096"/>
            <a:ext cx="432048" cy="28803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>
              <a:solidFill>
                <a:prstClr val="black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092280" y="3861048"/>
            <a:ext cx="432048" cy="28803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942920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GB" b="1" dirty="0" smtClean="0">
                <a:latin typeface="Times New Roman" pitchFamily="18" charset="0"/>
                <a:cs typeface="Times New Roman" pitchFamily="18" charset="0"/>
              </a:rPr>
              <a:t>QUESTION 3&amp;4</a:t>
            </a:r>
            <a:br>
              <a:rPr lang="en-GB" b="1" dirty="0" smtClean="0">
                <a:latin typeface="Times New Roman" pitchFamily="18" charset="0"/>
                <a:cs typeface="Times New Roman" pitchFamily="18" charset="0"/>
              </a:rPr>
            </a:br>
            <a:r>
              <a:rPr lang="en-GB" b="1" dirty="0" smtClean="0">
                <a:latin typeface="Times New Roman" pitchFamily="18" charset="0"/>
                <a:cs typeface="Times New Roman" pitchFamily="18" charset="0"/>
              </a:rPr>
              <a:t>Fill in the Blank</a:t>
            </a:r>
            <a:endParaRPr lang="en-GB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914400" y="2455912"/>
            <a:ext cx="7772400" cy="2773288"/>
          </a:xfrm>
        </p:spPr>
        <p:txBody>
          <a:bodyPr/>
          <a:lstStyle/>
          <a:p>
            <a:pPr marL="0" indent="0">
              <a:buNone/>
            </a:pPr>
            <a:r>
              <a:rPr lang="en-GB" dirty="0" smtClean="0"/>
              <a:t>3</a:t>
            </a:r>
            <a:r>
              <a:rPr lang="en-GB" dirty="0"/>
              <a:t>. ___________ is used to provide power to a computer. </a:t>
            </a:r>
          </a:p>
          <a:p>
            <a:pPr marL="0" indent="0">
              <a:buNone/>
            </a:pPr>
            <a:r>
              <a:rPr lang="en-GB" dirty="0"/>
              <a:t>4. ___________ connects all the parts of a computer together. </a:t>
            </a:r>
          </a:p>
        </p:txBody>
      </p:sp>
    </p:spTree>
    <p:extLst>
      <p:ext uri="{BB962C8B-B14F-4D97-AF65-F5344CB8AC3E}">
        <p14:creationId xmlns:p14="http://schemas.microsoft.com/office/powerpoint/2010/main" val="32614844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GB" b="1" dirty="0" smtClean="0">
                <a:latin typeface="Times New Roman" pitchFamily="18" charset="0"/>
                <a:cs typeface="Times New Roman" pitchFamily="18" charset="0"/>
              </a:rPr>
              <a:t>QUESTION 5</a:t>
            </a:r>
            <a:br>
              <a:rPr lang="en-GB" b="1" dirty="0" smtClean="0">
                <a:latin typeface="Times New Roman" pitchFamily="18" charset="0"/>
                <a:cs typeface="Times New Roman" pitchFamily="18" charset="0"/>
              </a:rPr>
            </a:br>
            <a:r>
              <a:rPr lang="en-GB" b="1" dirty="0" smtClean="0">
                <a:latin typeface="Times New Roman" pitchFamily="18" charset="0"/>
                <a:cs typeface="Times New Roman" pitchFamily="18" charset="0"/>
              </a:rPr>
              <a:t>True/False</a:t>
            </a:r>
            <a:endParaRPr lang="en-GB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914400" y="2455912"/>
            <a:ext cx="7772400" cy="2053208"/>
          </a:xfrm>
        </p:spPr>
        <p:txBody>
          <a:bodyPr/>
          <a:lstStyle/>
          <a:p>
            <a:pPr marL="0" indent="0">
              <a:buNone/>
            </a:pPr>
            <a:r>
              <a:rPr lang="en-GB" dirty="0" smtClean="0"/>
              <a:t>A </a:t>
            </a:r>
            <a:r>
              <a:rPr lang="en-GB" dirty="0"/>
              <a:t>disk drive is also called DVD drive. </a:t>
            </a:r>
          </a:p>
          <a:p>
            <a:pPr marL="0" indent="0">
              <a:buNone/>
            </a:pPr>
            <a:r>
              <a:rPr lang="en-GB" dirty="0"/>
              <a:t>_____________ </a:t>
            </a:r>
          </a:p>
        </p:txBody>
      </p:sp>
    </p:spTree>
    <p:extLst>
      <p:ext uri="{BB962C8B-B14F-4D97-AF65-F5344CB8AC3E}">
        <p14:creationId xmlns:p14="http://schemas.microsoft.com/office/powerpoint/2010/main" val="41502354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Equity">
  <a:themeElements>
    <a:clrScheme name="Equity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Equity">
      <a:majorFont>
        <a:latin typeface="Franklin Gothic Book"/>
        <a:ea typeface=""/>
        <a:cs typeface=""/>
        <a:font script="Grek" typeface="Calibri"/>
        <a:font script="Cyrl" typeface="Calibri"/>
        <a:font script="Jpan" typeface="HGｺﾞｼｯｸM"/>
        <a:font script="Hang" typeface="바탕"/>
        <a:font script="Hans" typeface="幼圆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Perpetua"/>
        <a:ea typeface=""/>
        <a:cs typeface=""/>
        <a:font script="Grek" typeface="Cambria"/>
        <a:font script="Cyrl" typeface="Cambria"/>
        <a:font script="Jpan" typeface="HG創英ﾌﾟﾚｾﾞﾝｽEB"/>
        <a:font script="Hang" typeface="맑은 고딕"/>
        <a:font script="Hans" typeface="宋体"/>
        <a:font script="Hant" typeface="新細明體"/>
        <a:font script="Arab" typeface="Times New Roman"/>
        <a:font script="Hebr" typeface="Aharoni"/>
        <a:font script="Thai" typeface="Eucrosia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Equity">
      <a: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tint val="30000"/>
                <a:satMod val="300000"/>
              </a:schemeClr>
              <a:schemeClr val="phClr">
                <a:tint val="40000"/>
                <a:satMod val="200000"/>
              </a:schemeClr>
            </a:duotone>
          </a:blip>
          <a:tile tx="0" ty="0" sx="70000" sy="70000" flip="none" algn="ctr"/>
        </a:blipFill>
        <a:blipFill>
          <a:blip xmlns:r="http://schemas.openxmlformats.org/officeDocument/2006/relationships" r:embed="rId1">
            <a:duotone>
              <a:schemeClr val="phClr">
                <a:shade val="22000"/>
                <a:satMod val="160000"/>
              </a:schemeClr>
              <a:schemeClr val="phClr">
                <a:shade val="45000"/>
                <a:satMod val="100000"/>
              </a:schemeClr>
            </a:duotone>
          </a:blip>
          <a:tile tx="0" ty="0" sx="65000" sy="65000" flip="none" algn="ctr"/>
        </a:blipFill>
      </a:fillStyleLst>
      <a:lnStyleLst>
        <a:ln w="9525" cap="flat" cmpd="sng" algn="ctr">
          <a:solidFill>
            <a:schemeClr val="phClr">
              <a:shade val="60000"/>
              <a:satMod val="110000"/>
            </a:schemeClr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50800" dir="5400000" algn="t" rotWithShape="0">
              <a:srgbClr val="000000">
                <a:alpha val="60000"/>
              </a:srgbClr>
            </a:outerShdw>
          </a:effectLst>
          <a:scene3d>
            <a:camera prst="isometricBottomUp" fov="0">
              <a:rot lat="0" lon="0" rev="0"/>
            </a:camera>
            <a:lightRig rig="soft" dir="b">
              <a:rot lat="0" lon="0" rev="9000000"/>
            </a:lightRig>
          </a:scene3d>
          <a:sp3d contourW="35000" prstMaterial="matte">
            <a:bevelT w="45000" h="38100" prst="convex"/>
            <a:contourClr>
              <a:schemeClr val="phClr">
                <a:tint val="10000"/>
                <a:satMod val="1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40000"/>
                <a:satMod val="165000"/>
              </a:schemeClr>
            </a:gs>
            <a:gs pos="50000">
              <a:schemeClr val="phClr">
                <a:shade val="80000"/>
                <a:satMod val="155000"/>
              </a:schemeClr>
            </a:gs>
            <a:gs pos="100000">
              <a:schemeClr val="phClr">
                <a:tint val="95000"/>
                <a:satMod val="20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tint val="95000"/>
                <a:satMod val="200000"/>
              </a:schemeClr>
              <a:schemeClr val="phClr">
                <a:shade val="80000"/>
                <a:satMod val="100000"/>
              </a:schemeClr>
            </a:duotone>
          </a:blip>
          <a:tile tx="0" ty="0" sx="55000" sy="55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Equity</Template>
  <TotalTime>10</TotalTime>
  <Words>84</Words>
  <Application>Microsoft Office PowerPoint</Application>
  <PresentationFormat>On-screen Show (4:3)</PresentationFormat>
  <Paragraphs>18</Paragraphs>
  <Slides>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6" baseType="lpstr">
      <vt:lpstr>Equity</vt:lpstr>
      <vt:lpstr>INSIDE A COMPUTER</vt:lpstr>
      <vt:lpstr>QUESTION 1</vt:lpstr>
      <vt:lpstr>QUESTION 2</vt:lpstr>
      <vt:lpstr>QUESTION 3&amp;4 Fill in the Blank</vt:lpstr>
      <vt:lpstr>QUESTION 5 True/False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INSIDE A COMPUTER</dc:title>
  <dc:creator>ajial school 1</dc:creator>
  <cp:lastModifiedBy>ajial school 1</cp:lastModifiedBy>
  <cp:revision>1</cp:revision>
  <dcterms:created xsi:type="dcterms:W3CDTF">2024-09-12T04:33:56Z</dcterms:created>
  <dcterms:modified xsi:type="dcterms:W3CDTF">2024-09-12T04:43:57Z</dcterms:modified>
</cp:coreProperties>
</file>