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6" r:id="rId3"/>
    <p:sldId id="258" r:id="rId4"/>
    <p:sldId id="257" r:id="rId5"/>
    <p:sldId id="290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58FB3-CAAA-B58A-C3E7-9D8D16050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5486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1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b="1" dirty="0"/>
              <a:t>N</a:t>
            </a:r>
            <a:endParaRPr lang="ar-EG" sz="72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241124" y="3332224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      / 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6AA70-7FFD-C6A2-1D15-7C3137E6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967" y="1325880"/>
            <a:ext cx="415833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 for everything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9" name="Graphic 38" descr="Handshake">
            <a:extLst>
              <a:ext uri="{FF2B5EF4-FFF2-40B4-BE49-F238E27FC236}">
                <a16:creationId xmlns:a16="http://schemas.microsoft.com/office/drawing/2014/main" id="{3F2AF260-3AF4-F918-C8E8-78C6C625D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99879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480</TotalTime>
  <Words>29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PowerPoint Presentation</vt:lpstr>
      <vt:lpstr>ICT</vt:lpstr>
      <vt:lpstr>Lesson title</vt:lpstr>
      <vt:lpstr>Enter the notebook and write the following:</vt:lpstr>
      <vt:lpstr>Thank you for everything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111</cp:revision>
  <dcterms:created xsi:type="dcterms:W3CDTF">2025-09-06T15:54:50Z</dcterms:created>
  <dcterms:modified xsi:type="dcterms:W3CDTF">2025-11-01T13:10:01Z</dcterms:modified>
</cp:coreProperties>
</file>