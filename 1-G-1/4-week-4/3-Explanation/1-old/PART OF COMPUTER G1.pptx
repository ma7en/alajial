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E3A6BD3-A94A-4970-B64F-F1891D15F67C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60DA9C1-AE28-447C-9411-3DA2E8995D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E3A6BD3-A94A-4970-B64F-F1891D15F67C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0DA9C1-AE28-447C-9411-3DA2E8995D2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E3A6BD3-A94A-4970-B64F-F1891D15F67C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0DA9C1-AE28-447C-9411-3DA2E8995D2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E3A6BD3-A94A-4970-B64F-F1891D15F67C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0DA9C1-AE28-447C-9411-3DA2E8995D2F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E3A6BD3-A94A-4970-B64F-F1891D15F67C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0DA9C1-AE28-447C-9411-3DA2E8995D2F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E3A6BD3-A94A-4970-B64F-F1891D15F67C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0DA9C1-AE28-447C-9411-3DA2E8995D2F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E3A6BD3-A94A-4970-B64F-F1891D15F67C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0DA9C1-AE28-447C-9411-3DA2E8995D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E3A6BD3-A94A-4970-B64F-F1891D15F67C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0DA9C1-AE28-447C-9411-3DA2E8995D2F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E3A6BD3-A94A-4970-B64F-F1891D15F67C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60DA9C1-AE28-447C-9411-3DA2E8995D2F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E3A6BD3-A94A-4970-B64F-F1891D15F67C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0DA9C1-AE28-447C-9411-3DA2E8995D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E3A6BD3-A94A-4970-B64F-F1891D15F67C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0DA9C1-AE28-447C-9411-3DA2E8995D2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9E3A6BD3-A94A-4970-B64F-F1891D15F67C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60DA9C1-AE28-447C-9411-3DA2E8995D2F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980728"/>
            <a:ext cx="7772400" cy="1829761"/>
          </a:xfrm>
        </p:spPr>
        <p:txBody>
          <a:bodyPr>
            <a:normAutofit/>
          </a:bodyPr>
          <a:lstStyle/>
          <a:p>
            <a:r>
              <a:rPr lang="en-GB" sz="6300" dirty="0" smtClean="0">
                <a:solidFill>
                  <a:srgbClr val="FF0000"/>
                </a:solidFill>
                <a:latin typeface="Algerian" pitchFamily="82" charset="0"/>
              </a:rPr>
              <a:t>PART OF COMPUTER</a:t>
            </a:r>
            <a:endParaRPr lang="en-GB" sz="6300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2708920"/>
            <a:ext cx="7772400" cy="1199704"/>
          </a:xfrm>
        </p:spPr>
        <p:txBody>
          <a:bodyPr>
            <a:normAutofit/>
          </a:bodyPr>
          <a:lstStyle/>
          <a:p>
            <a:r>
              <a:rPr lang="en-GB" sz="4000" dirty="0" smtClean="0">
                <a:latin typeface="Arial Black" pitchFamily="34" charset="0"/>
              </a:rPr>
              <a:t>GRADE 1</a:t>
            </a:r>
            <a:endParaRPr lang="en-GB" sz="40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160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95" y="1340768"/>
            <a:ext cx="8595077" cy="4834731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 smtClean="0">
                <a:solidFill>
                  <a:srgbClr val="FF0000"/>
                </a:solidFill>
                <a:latin typeface="Algerian" pitchFamily="82" charset="0"/>
              </a:rPr>
              <a:t>PART OF COMPUTER</a:t>
            </a:r>
            <a:endParaRPr lang="en-GB" sz="6000" dirty="0">
              <a:solidFill>
                <a:srgbClr val="FF000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703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</TotalTime>
  <Words>8</Words>
  <Application>Microsoft Office PowerPoint</Application>
  <PresentationFormat>On-screen Show 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Concourse</vt:lpstr>
      <vt:lpstr>PART OF COMPUTER</vt:lpstr>
      <vt:lpstr>PART OF COMPUTER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OF COMPUTER</dc:title>
  <dc:creator>ajial school 1</dc:creator>
  <cp:lastModifiedBy>ajial school 1</cp:lastModifiedBy>
  <cp:revision>1</cp:revision>
  <dcterms:created xsi:type="dcterms:W3CDTF">2024-09-05T03:45:10Z</dcterms:created>
  <dcterms:modified xsi:type="dcterms:W3CDTF">2024-09-05T03:47:39Z</dcterms:modified>
</cp:coreProperties>
</file>