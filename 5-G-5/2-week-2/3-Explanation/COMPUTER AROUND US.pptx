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0293" autoAdjust="0"/>
  </p:normalViewPr>
  <p:slideViewPr>
    <p:cSldViewPr>
      <p:cViewPr varScale="1">
        <p:scale>
          <a:sx n="77" d="100"/>
          <a:sy n="77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34502F-7501-4245-86FF-548362A9C0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B923CE6-A0DF-49C8-97AA-F30BB9B87F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400" smtClean="0">
                <a:latin typeface="Algerian" pitchFamily="82" charset="0"/>
              </a:rPr>
              <a:t>COMPUTER AROUND US</a:t>
            </a:r>
            <a:endParaRPr lang="en-US" sz="4400" dirty="0">
              <a:latin typeface="Algerian" pitchFamily="82" charset="0"/>
            </a:endParaRPr>
          </a:p>
        </p:txBody>
      </p:sp>
      <p:pic>
        <p:nvPicPr>
          <p:cNvPr id="4" name="Picture 3" descr="Comput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3191435"/>
            <a:ext cx="4876800" cy="351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lgerian" pitchFamily="82" charset="0"/>
              </a:rPr>
              <a:t>SMART WATCH</a:t>
            </a:r>
            <a:endParaRPr lang="en-US" dirty="0"/>
          </a:p>
        </p:txBody>
      </p:sp>
      <p:pic>
        <p:nvPicPr>
          <p:cNvPr id="4" name="Content Placeholder 3" descr="smartwatch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00200" y="1828800"/>
            <a:ext cx="5102831" cy="4572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lgerian" pitchFamily="82" charset="0"/>
              </a:rPr>
              <a:t>FITNESS BAND</a:t>
            </a:r>
            <a:endParaRPr lang="en-US" dirty="0"/>
          </a:p>
        </p:txBody>
      </p:sp>
      <p:pic>
        <p:nvPicPr>
          <p:cNvPr id="4" name="Content Placeholder 3" descr="fitness band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52600" y="1447800"/>
            <a:ext cx="4611624" cy="45720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lgerian" pitchFamily="82" charset="0"/>
              </a:rPr>
              <a:t>SMART GLASSES</a:t>
            </a:r>
            <a:endParaRPr lang="en-US" dirty="0"/>
          </a:p>
        </p:txBody>
      </p:sp>
      <p:pic>
        <p:nvPicPr>
          <p:cNvPr id="4" name="Content Placeholder 3" descr="smart glass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43000" y="1828800"/>
            <a:ext cx="6985747" cy="399857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lgerian" pitchFamily="82" charset="0"/>
              </a:rPr>
              <a:t>SMART TV</a:t>
            </a:r>
            <a:endParaRPr lang="en-US" dirty="0"/>
          </a:p>
        </p:txBody>
      </p:sp>
      <p:pic>
        <p:nvPicPr>
          <p:cNvPr id="4" name="Content Placeholder 3" descr="smart tv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0" y="1219200"/>
            <a:ext cx="6781800" cy="5430844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</TotalTime>
  <Words>11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Equity</vt:lpstr>
      <vt:lpstr>COMPUTER AROUND US</vt:lpstr>
      <vt:lpstr>SMART WATCH</vt:lpstr>
      <vt:lpstr>FITNESS BAND</vt:lpstr>
      <vt:lpstr>SMART GLASSES</vt:lpstr>
      <vt:lpstr>SMART TV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AROUND US</dc:title>
  <dc:creator>pc1</dc:creator>
  <cp:lastModifiedBy>pc1</cp:lastModifiedBy>
  <cp:revision>1</cp:revision>
  <dcterms:created xsi:type="dcterms:W3CDTF">2024-09-09T04:17:26Z</dcterms:created>
  <dcterms:modified xsi:type="dcterms:W3CDTF">2024-09-09T04:22:23Z</dcterms:modified>
</cp:coreProperties>
</file>