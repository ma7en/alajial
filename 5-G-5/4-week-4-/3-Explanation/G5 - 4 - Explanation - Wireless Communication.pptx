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301" r:id="rId2"/>
    <p:sldId id="261" r:id="rId3"/>
    <p:sldId id="256" r:id="rId4"/>
    <p:sldId id="258" r:id="rId5"/>
    <p:sldId id="257" r:id="rId6"/>
    <p:sldId id="290" r:id="rId7"/>
    <p:sldId id="316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D736D-72FE-0D1E-76B3-15944CD6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2BB3E-DDD6-A43F-5791-3EC1B87C5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ar-EG" sz="19900" dirty="0"/>
              <a:t>السلام عليكم</a:t>
            </a:r>
          </a:p>
        </p:txBody>
      </p:sp>
    </p:spTree>
    <p:extLst>
      <p:ext uri="{BB962C8B-B14F-4D97-AF65-F5344CB8AC3E}">
        <p14:creationId xmlns:p14="http://schemas.microsoft.com/office/powerpoint/2010/main" val="427496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  <p:pic>
        <p:nvPicPr>
          <p:cNvPr id="3" name="Picture 2" descr="A poster for a video game&#10;&#10;AI-generated content may be incorrect.">
            <a:extLst>
              <a:ext uri="{FF2B5EF4-FFF2-40B4-BE49-F238E27FC236}">
                <a16:creationId xmlns:a16="http://schemas.microsoft.com/office/drawing/2014/main" id="{5E04DD38-C077-AC9F-31B6-4573872FE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5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o-RO" sz="5400" b="1" dirty="0"/>
              <a:t>C</a:t>
            </a:r>
            <a:endParaRPr lang="ar-EG" sz="72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270620" y="3105959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9 / 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6AA70-7FFD-C6A2-1D15-7C3137E6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967" y="1325880"/>
            <a:ext cx="415833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 for everything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9" name="Graphic 38" descr="Handshake">
            <a:extLst>
              <a:ext uri="{FF2B5EF4-FFF2-40B4-BE49-F238E27FC236}">
                <a16:creationId xmlns:a16="http://schemas.microsoft.com/office/drawing/2014/main" id="{3F2AF260-3AF4-F918-C8E8-78C6C625D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99879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45C0F-8262-D9E1-88F4-4DDF7CAC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C55CC9D-2BF6-1CC1-B393-35A3D80C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9C3470C2-F6DC-24F8-EE2B-5DC061E7F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0FB512-D46F-647E-C39C-64464B7D5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9DF09-7077-6110-56D0-E60BB8384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ar-EG" sz="19900" dirty="0"/>
              <a:t>السلام عليكم</a:t>
            </a:r>
          </a:p>
        </p:txBody>
      </p:sp>
    </p:spTree>
    <p:extLst>
      <p:ext uri="{BB962C8B-B14F-4D97-AF65-F5344CB8AC3E}">
        <p14:creationId xmlns:p14="http://schemas.microsoft.com/office/powerpoint/2010/main" val="235743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457</TotalTime>
  <Words>34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السلام عليكم</vt:lpstr>
      <vt:lpstr>PowerPoint Presentation</vt:lpstr>
      <vt:lpstr>ICT</vt:lpstr>
      <vt:lpstr>Lesson title</vt:lpstr>
      <vt:lpstr>Enter the notebook and write the following:</vt:lpstr>
      <vt:lpstr>Thank you for everything</vt:lpstr>
      <vt:lpstr>السلام عليكم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131</cp:revision>
  <dcterms:created xsi:type="dcterms:W3CDTF">2025-09-06T15:54:50Z</dcterms:created>
  <dcterms:modified xsi:type="dcterms:W3CDTF">2025-11-01T13:24:04Z</dcterms:modified>
</cp:coreProperties>
</file>