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301" r:id="rId2"/>
    <p:sldId id="261" r:id="rId3"/>
    <p:sldId id="256" r:id="rId4"/>
    <p:sldId id="257" r:id="rId5"/>
    <p:sldId id="258" r:id="rId6"/>
    <p:sldId id="259" r:id="rId7"/>
    <p:sldId id="260" r:id="rId8"/>
    <p:sldId id="277" r:id="rId9"/>
    <p:sldId id="263" r:id="rId10"/>
    <p:sldId id="291" r:id="rId11"/>
    <p:sldId id="262" r:id="rId12"/>
    <p:sldId id="264" r:id="rId13"/>
    <p:sldId id="292" r:id="rId14"/>
    <p:sldId id="287" r:id="rId15"/>
    <p:sldId id="300" r:id="rId16"/>
    <p:sldId id="265" r:id="rId17"/>
    <p:sldId id="267" r:id="rId18"/>
    <p:sldId id="293" r:id="rId19"/>
    <p:sldId id="269" r:id="rId20"/>
    <p:sldId id="278" r:id="rId21"/>
    <p:sldId id="294" r:id="rId22"/>
    <p:sldId id="279" r:id="rId23"/>
    <p:sldId id="280" r:id="rId24"/>
    <p:sldId id="281" r:id="rId25"/>
    <p:sldId id="282" r:id="rId26"/>
    <p:sldId id="283" r:id="rId27"/>
    <p:sldId id="271" r:id="rId28"/>
    <p:sldId id="272" r:id="rId29"/>
    <p:sldId id="295" r:id="rId30"/>
    <p:sldId id="273" r:id="rId31"/>
    <p:sldId id="275" r:id="rId32"/>
    <p:sldId id="296" r:id="rId33"/>
    <p:sldId id="309" r:id="rId34"/>
    <p:sldId id="310" r:id="rId35"/>
    <p:sldId id="304" r:id="rId36"/>
    <p:sldId id="311" r:id="rId37"/>
    <p:sldId id="305" r:id="rId38"/>
    <p:sldId id="306" r:id="rId39"/>
    <p:sldId id="307" r:id="rId40"/>
    <p:sldId id="308" r:id="rId41"/>
    <p:sldId id="284" r:id="rId42"/>
    <p:sldId id="274" r:id="rId43"/>
    <p:sldId id="297" r:id="rId44"/>
    <p:sldId id="285" r:id="rId45"/>
    <p:sldId id="298" r:id="rId46"/>
    <p:sldId id="286" r:id="rId47"/>
    <p:sldId id="299" r:id="rId48"/>
    <p:sldId id="315" r:id="rId49"/>
    <p:sldId id="313" r:id="rId50"/>
    <p:sldId id="314" r:id="rId51"/>
    <p:sldId id="288" r:id="rId52"/>
    <p:sldId id="289" r:id="rId53"/>
    <p:sldId id="290" r:id="rId54"/>
    <p:sldId id="316" r:id="rId55"/>
    <p:sldId id="266" r:id="rId5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51" autoAdjust="0"/>
    <p:restoredTop sz="94660"/>
  </p:normalViewPr>
  <p:slideViewPr>
    <p:cSldViewPr snapToGrid="0">
      <p:cViewPr>
        <p:scale>
          <a:sx n="50" d="100"/>
          <a:sy n="50" d="100"/>
        </p:scale>
        <p:origin x="2088" y="6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25/03/1447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334168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25/03/1447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4204752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25/03/1447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6880994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25/03/1447</a:t>
            </a:fld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5833116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25/03/1447</a:t>
            </a:fld>
            <a:endParaRPr lang="ar-E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4967229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25/03/1447</a:t>
            </a:fld>
            <a:endParaRPr lang="ar-EG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51635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25/03/1447</a:t>
            </a:fld>
            <a:endParaRPr lang="ar-EG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104287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25/03/1447</a:t>
            </a:fld>
            <a:endParaRPr lang="ar-EG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285094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25/03/1447</a:t>
            </a:fld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97106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25/03/1447</a:t>
            </a:fld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367089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25/03/1447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41026632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25/03/1447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059874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25/03/1447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41917186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25/03/1447</a:t>
            </a:fld>
            <a:endParaRPr lang="ar-EG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5060950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25/03/1447</a:t>
            </a:fld>
            <a:endParaRPr lang="ar-EG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9809833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25/03/1447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2961813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5DA-D979-41A5-B89D-FEBE56FFFCDA}" type="datetimeFigureOut">
              <a:rPr lang="ar-EG" smtClean="0"/>
              <a:t>25/03/1447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47851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F33845DA-D979-41A5-B89D-FEBE56FFFCDA}" type="datetimeFigureOut">
              <a:rPr lang="ar-EG" smtClean="0"/>
              <a:t>25/03/1447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2F966A-8A1F-4833-B332-51AC6A77BDB1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51884132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1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rtl="1" eaLnBrk="1" hangingPunct="1">
        <a:defRPr>
          <a:solidFill>
            <a:schemeClr val="tx2"/>
          </a:solidFill>
        </a:defRPr>
      </a:lvl2pPr>
      <a:lvl3pPr rtl="1" eaLnBrk="1" hangingPunct="1">
        <a:defRPr>
          <a:solidFill>
            <a:schemeClr val="tx2"/>
          </a:solidFill>
        </a:defRPr>
      </a:lvl3pPr>
      <a:lvl4pPr rtl="1" eaLnBrk="1" hangingPunct="1">
        <a:defRPr>
          <a:solidFill>
            <a:schemeClr val="tx2"/>
          </a:solidFill>
        </a:defRPr>
      </a:lvl4pPr>
      <a:lvl5pPr rtl="1" eaLnBrk="1" hangingPunct="1">
        <a:defRPr>
          <a:solidFill>
            <a:schemeClr val="tx2"/>
          </a:solidFill>
        </a:defRPr>
      </a:lvl5pPr>
      <a:lvl6pPr rtl="1" eaLnBrk="1" hangingPunct="1">
        <a:defRPr>
          <a:solidFill>
            <a:schemeClr val="tx2"/>
          </a:solidFill>
        </a:defRPr>
      </a:lvl6pPr>
      <a:lvl7pPr rtl="1" eaLnBrk="1" hangingPunct="1">
        <a:defRPr>
          <a:solidFill>
            <a:schemeClr val="tx2"/>
          </a:solidFill>
        </a:defRPr>
      </a:lvl7pPr>
      <a:lvl8pPr rtl="1" eaLnBrk="1" hangingPunct="1">
        <a:defRPr>
          <a:solidFill>
            <a:schemeClr val="tx2"/>
          </a:solidFill>
        </a:defRPr>
      </a:lvl8pPr>
      <a:lvl9pPr rtl="1" eaLnBrk="1" hangingPunct="1">
        <a:defRPr>
          <a:solidFill>
            <a:schemeClr val="tx2"/>
          </a:solidFill>
        </a:defRPr>
      </a:lvl9pPr>
    </p:titleStyle>
    <p:bodyStyle>
      <a:lvl1pPr marL="342900" indent="-3429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CD736D-72FE-0D1E-76B3-15944CD66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C28D0172-F2E0-4763-9C35-F022664959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5"/>
            <a:ext cx="12191695" cy="473074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6">
            <a:extLst>
              <a:ext uri="{FF2B5EF4-FFF2-40B4-BE49-F238E27FC236}">
                <a16:creationId xmlns:a16="http://schemas.microsoft.com/office/drawing/2014/main" id="{9F2851FB-E841-4509-8A6D-A416376EA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3753695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F6FB2B2-CE21-407F-B22E-302DADC2C3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55533"/>
            <a:ext cx="12192000" cy="2802467"/>
          </a:xfrm>
          <a:custGeom>
            <a:avLst/>
            <a:gdLst>
              <a:gd name="connsiteX0" fmla="*/ 1 w 12192000"/>
              <a:gd name="connsiteY0" fmla="*/ 0 h 2802467"/>
              <a:gd name="connsiteX1" fmla="*/ 71932 w 12192000"/>
              <a:gd name="connsiteY1" fmla="*/ 12261 h 2802467"/>
              <a:gd name="connsiteX2" fmla="*/ 282848 w 12192000"/>
              <a:gd name="connsiteY2" fmla="*/ 48342 h 2802467"/>
              <a:gd name="connsiteX3" fmla="*/ 436464 w 12192000"/>
              <a:gd name="connsiteY3" fmla="*/ 73565 h 2802467"/>
              <a:gd name="connsiteX4" fmla="*/ 619339 w 12192000"/>
              <a:gd name="connsiteY4" fmla="*/ 100188 h 2802467"/>
              <a:gd name="connsiteX5" fmla="*/ 836351 w 12192000"/>
              <a:gd name="connsiteY5" fmla="*/ 132066 h 2802467"/>
              <a:gd name="connsiteX6" fmla="*/ 1076528 w 12192000"/>
              <a:gd name="connsiteY6" fmla="*/ 165696 h 2802467"/>
              <a:gd name="connsiteX7" fmla="*/ 1347183 w 12192000"/>
              <a:gd name="connsiteY7" fmla="*/ 201077 h 2802467"/>
              <a:gd name="connsiteX8" fmla="*/ 1642223 w 12192000"/>
              <a:gd name="connsiteY8" fmla="*/ 238560 h 2802467"/>
              <a:gd name="connsiteX9" fmla="*/ 1962864 w 12192000"/>
              <a:gd name="connsiteY9" fmla="*/ 276043 h 2802467"/>
              <a:gd name="connsiteX10" fmla="*/ 2304232 w 12192000"/>
              <a:gd name="connsiteY10" fmla="*/ 314226 h 2802467"/>
              <a:gd name="connsiteX11" fmla="*/ 2672421 w 12192000"/>
              <a:gd name="connsiteY11" fmla="*/ 349608 h 2802467"/>
              <a:gd name="connsiteX12" fmla="*/ 3057678 w 12192000"/>
              <a:gd name="connsiteY12" fmla="*/ 383587 h 2802467"/>
              <a:gd name="connsiteX13" fmla="*/ 3464881 w 12192000"/>
              <a:gd name="connsiteY13" fmla="*/ 414415 h 2802467"/>
              <a:gd name="connsiteX14" fmla="*/ 3889152 w 12192000"/>
              <a:gd name="connsiteY14" fmla="*/ 443840 h 2802467"/>
              <a:gd name="connsiteX15" fmla="*/ 4331710 w 12192000"/>
              <a:gd name="connsiteY15" fmla="*/ 471515 h 2802467"/>
              <a:gd name="connsiteX16" fmla="*/ 4558476 w 12192000"/>
              <a:gd name="connsiteY16" fmla="*/ 481323 h 2802467"/>
              <a:gd name="connsiteX17" fmla="*/ 4790118 w 12192000"/>
              <a:gd name="connsiteY17" fmla="*/ 492183 h 2802467"/>
              <a:gd name="connsiteX18" fmla="*/ 5025418 w 12192000"/>
              <a:gd name="connsiteY18" fmla="*/ 502342 h 2802467"/>
              <a:gd name="connsiteX19" fmla="*/ 5261937 w 12192000"/>
              <a:gd name="connsiteY19" fmla="*/ 508998 h 2802467"/>
              <a:gd name="connsiteX20" fmla="*/ 5503332 w 12192000"/>
              <a:gd name="connsiteY20" fmla="*/ 514953 h 2802467"/>
              <a:gd name="connsiteX21" fmla="*/ 5747166 w 12192000"/>
              <a:gd name="connsiteY21" fmla="*/ 521259 h 2802467"/>
              <a:gd name="connsiteX22" fmla="*/ 5995877 w 12192000"/>
              <a:gd name="connsiteY22" fmla="*/ 525462 h 2802467"/>
              <a:gd name="connsiteX23" fmla="*/ 6247026 w 12192000"/>
              <a:gd name="connsiteY23" fmla="*/ 525462 h 2802467"/>
              <a:gd name="connsiteX24" fmla="*/ 6500613 w 12192000"/>
              <a:gd name="connsiteY24" fmla="*/ 527564 h 2802467"/>
              <a:gd name="connsiteX25" fmla="*/ 6756639 w 12192000"/>
              <a:gd name="connsiteY25" fmla="*/ 525462 h 2802467"/>
              <a:gd name="connsiteX26" fmla="*/ 7016322 w 12192000"/>
              <a:gd name="connsiteY26" fmla="*/ 521259 h 2802467"/>
              <a:gd name="connsiteX27" fmla="*/ 7276005 w 12192000"/>
              <a:gd name="connsiteY27" fmla="*/ 517405 h 2802467"/>
              <a:gd name="connsiteX28" fmla="*/ 7539345 w 12192000"/>
              <a:gd name="connsiteY28" fmla="*/ 508998 h 2802467"/>
              <a:gd name="connsiteX29" fmla="*/ 7805124 w 12192000"/>
              <a:gd name="connsiteY29" fmla="*/ 500240 h 2802467"/>
              <a:gd name="connsiteX30" fmla="*/ 8070903 w 12192000"/>
              <a:gd name="connsiteY30" fmla="*/ 490081 h 2802467"/>
              <a:gd name="connsiteX31" fmla="*/ 8339121 w 12192000"/>
              <a:gd name="connsiteY31" fmla="*/ 475719 h 2802467"/>
              <a:gd name="connsiteX32" fmla="*/ 8609776 w 12192000"/>
              <a:gd name="connsiteY32" fmla="*/ 458553 h 2802467"/>
              <a:gd name="connsiteX33" fmla="*/ 8881651 w 12192000"/>
              <a:gd name="connsiteY33" fmla="*/ 442089 h 2802467"/>
              <a:gd name="connsiteX34" fmla="*/ 9153526 w 12192000"/>
              <a:gd name="connsiteY34" fmla="*/ 421070 h 2802467"/>
              <a:gd name="connsiteX35" fmla="*/ 9429058 w 12192000"/>
              <a:gd name="connsiteY35" fmla="*/ 395848 h 2802467"/>
              <a:gd name="connsiteX36" fmla="*/ 9700933 w 12192000"/>
              <a:gd name="connsiteY36" fmla="*/ 370626 h 2802467"/>
              <a:gd name="connsiteX37" fmla="*/ 9977684 w 12192000"/>
              <a:gd name="connsiteY37" fmla="*/ 341550 h 2802467"/>
              <a:gd name="connsiteX38" fmla="*/ 10255655 w 12192000"/>
              <a:gd name="connsiteY38" fmla="*/ 309672 h 2802467"/>
              <a:gd name="connsiteX39" fmla="*/ 10529968 w 12192000"/>
              <a:gd name="connsiteY39" fmla="*/ 276043 h 2802467"/>
              <a:gd name="connsiteX40" fmla="*/ 10807939 w 12192000"/>
              <a:gd name="connsiteY40" fmla="*/ 236808 h 2802467"/>
              <a:gd name="connsiteX41" fmla="*/ 11084690 w 12192000"/>
              <a:gd name="connsiteY41" fmla="*/ 194771 h 2802467"/>
              <a:gd name="connsiteX42" fmla="*/ 11362661 w 12192000"/>
              <a:gd name="connsiteY42" fmla="*/ 153085 h 2802467"/>
              <a:gd name="connsiteX43" fmla="*/ 11639412 w 12192000"/>
              <a:gd name="connsiteY43" fmla="*/ 104392 h 2802467"/>
              <a:gd name="connsiteX44" fmla="*/ 11914945 w 12192000"/>
              <a:gd name="connsiteY44" fmla="*/ 54648 h 2802467"/>
              <a:gd name="connsiteX45" fmla="*/ 12191696 w 12192000"/>
              <a:gd name="connsiteY45" fmla="*/ 2452 h 2802467"/>
              <a:gd name="connsiteX46" fmla="*/ 12191696 w 12192000"/>
              <a:gd name="connsiteY46" fmla="*/ 2236410 h 2802467"/>
              <a:gd name="connsiteX47" fmla="*/ 12192000 w 12192000"/>
              <a:gd name="connsiteY47" fmla="*/ 2236410 h 2802467"/>
              <a:gd name="connsiteX48" fmla="*/ 12192000 w 12192000"/>
              <a:gd name="connsiteY48" fmla="*/ 2802467 h 2802467"/>
              <a:gd name="connsiteX49" fmla="*/ 12191696 w 12192000"/>
              <a:gd name="connsiteY49" fmla="*/ 2802467 h 2802467"/>
              <a:gd name="connsiteX50" fmla="*/ 0 w 12192000"/>
              <a:gd name="connsiteY50" fmla="*/ 2802467 h 2802467"/>
              <a:gd name="connsiteX51" fmla="*/ 0 w 12192000"/>
              <a:gd name="connsiteY51" fmla="*/ 2236410 h 2802467"/>
              <a:gd name="connsiteX52" fmla="*/ 1 w 12192000"/>
              <a:gd name="connsiteY52" fmla="*/ 2236410 h 2802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2192000" h="2802467">
                <a:moveTo>
                  <a:pt x="1" y="0"/>
                </a:moveTo>
                <a:lnTo>
                  <a:pt x="71932" y="12261"/>
                </a:lnTo>
                <a:lnTo>
                  <a:pt x="282848" y="48342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3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6"/>
                </a:lnTo>
                <a:lnTo>
                  <a:pt x="2672421" y="349608"/>
                </a:lnTo>
                <a:lnTo>
                  <a:pt x="3057678" y="383587"/>
                </a:lnTo>
                <a:lnTo>
                  <a:pt x="3464881" y="414415"/>
                </a:lnTo>
                <a:lnTo>
                  <a:pt x="3889152" y="443840"/>
                </a:lnTo>
                <a:lnTo>
                  <a:pt x="4331710" y="471515"/>
                </a:lnTo>
                <a:lnTo>
                  <a:pt x="4558476" y="481323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6" y="521259"/>
                </a:lnTo>
                <a:lnTo>
                  <a:pt x="5995877" y="525462"/>
                </a:lnTo>
                <a:lnTo>
                  <a:pt x="6247026" y="525462"/>
                </a:lnTo>
                <a:lnTo>
                  <a:pt x="6500613" y="527564"/>
                </a:lnTo>
                <a:lnTo>
                  <a:pt x="6756639" y="525462"/>
                </a:lnTo>
                <a:lnTo>
                  <a:pt x="7016322" y="521259"/>
                </a:lnTo>
                <a:lnTo>
                  <a:pt x="7276005" y="517405"/>
                </a:lnTo>
                <a:lnTo>
                  <a:pt x="7539345" y="508998"/>
                </a:lnTo>
                <a:lnTo>
                  <a:pt x="7805124" y="500240"/>
                </a:lnTo>
                <a:lnTo>
                  <a:pt x="8070903" y="490081"/>
                </a:lnTo>
                <a:lnTo>
                  <a:pt x="8339121" y="475719"/>
                </a:lnTo>
                <a:lnTo>
                  <a:pt x="8609776" y="458553"/>
                </a:lnTo>
                <a:lnTo>
                  <a:pt x="8881651" y="442089"/>
                </a:lnTo>
                <a:lnTo>
                  <a:pt x="9153526" y="421070"/>
                </a:lnTo>
                <a:lnTo>
                  <a:pt x="9429058" y="395848"/>
                </a:lnTo>
                <a:lnTo>
                  <a:pt x="9700933" y="370626"/>
                </a:lnTo>
                <a:lnTo>
                  <a:pt x="9977684" y="341550"/>
                </a:lnTo>
                <a:lnTo>
                  <a:pt x="10255655" y="309672"/>
                </a:lnTo>
                <a:lnTo>
                  <a:pt x="10529968" y="276043"/>
                </a:lnTo>
                <a:lnTo>
                  <a:pt x="10807939" y="236808"/>
                </a:lnTo>
                <a:lnTo>
                  <a:pt x="11084690" y="194771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236410"/>
                </a:lnTo>
                <a:lnTo>
                  <a:pt x="12192000" y="2236410"/>
                </a:lnTo>
                <a:lnTo>
                  <a:pt x="12192000" y="2802467"/>
                </a:lnTo>
                <a:lnTo>
                  <a:pt x="12191696" y="2802467"/>
                </a:lnTo>
                <a:lnTo>
                  <a:pt x="0" y="2802467"/>
                </a:lnTo>
                <a:lnTo>
                  <a:pt x="0" y="2236410"/>
                </a:lnTo>
                <a:lnTo>
                  <a:pt x="1" y="223641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22BB3E-DDD6-A43F-5791-3EC1B87C5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5505" y="623571"/>
            <a:ext cx="10260990" cy="3523885"/>
          </a:xfrm>
        </p:spPr>
        <p:txBody>
          <a:bodyPr>
            <a:normAutofit/>
          </a:bodyPr>
          <a:lstStyle/>
          <a:p>
            <a:pPr algn="ctr"/>
            <a:r>
              <a:rPr lang="ar-EG" sz="19900" dirty="0"/>
              <a:t>السلام عليكم</a:t>
            </a:r>
          </a:p>
        </p:txBody>
      </p:sp>
    </p:spTree>
    <p:extLst>
      <p:ext uri="{BB962C8B-B14F-4D97-AF65-F5344CB8AC3E}">
        <p14:creationId xmlns:p14="http://schemas.microsoft.com/office/powerpoint/2010/main" val="42749614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5F6EA3A-9CB2-E62D-DB87-71EDAA4EB760}"/>
              </a:ext>
            </a:extLst>
          </p:cNvPr>
          <p:cNvSpPr txBox="1">
            <a:spLocks/>
          </p:cNvSpPr>
          <p:nvPr/>
        </p:nvSpPr>
        <p:spPr>
          <a:xfrm>
            <a:off x="5279923" y="1061884"/>
            <a:ext cx="7167717" cy="4581832"/>
          </a:xfrm>
          <a:prstGeom prst="rect">
            <a:avLst/>
          </a:prstGeom>
        </p:spPr>
        <p:txBody>
          <a:bodyPr>
            <a:normAutofit fontScale="25000" lnSpcReduction="20000"/>
          </a:bodyPr>
          <a:lstStyle>
            <a:lvl1pPr algn="l" defTabSz="457200" rtl="1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rtl="1" eaLnBrk="1" hangingPunct="1">
              <a:defRPr>
                <a:solidFill>
                  <a:schemeClr val="tx2"/>
                </a:solidFill>
              </a:defRPr>
            </a:lvl2pPr>
            <a:lvl3pPr rtl="1" eaLnBrk="1" hangingPunct="1">
              <a:defRPr>
                <a:solidFill>
                  <a:schemeClr val="tx2"/>
                </a:solidFill>
              </a:defRPr>
            </a:lvl3pPr>
            <a:lvl4pPr rtl="1" eaLnBrk="1" hangingPunct="1">
              <a:defRPr>
                <a:solidFill>
                  <a:schemeClr val="tx2"/>
                </a:solidFill>
              </a:defRPr>
            </a:lvl4pPr>
            <a:lvl5pPr rtl="1" eaLnBrk="1" hangingPunct="1">
              <a:defRPr>
                <a:solidFill>
                  <a:schemeClr val="tx2"/>
                </a:solidFill>
              </a:defRPr>
            </a:lvl5pPr>
            <a:lvl6pPr rtl="1" eaLnBrk="1" hangingPunct="1">
              <a:defRPr>
                <a:solidFill>
                  <a:schemeClr val="tx2"/>
                </a:solidFill>
              </a:defRPr>
            </a:lvl6pPr>
            <a:lvl7pPr rtl="1" eaLnBrk="1" hangingPunct="1">
              <a:defRPr>
                <a:solidFill>
                  <a:schemeClr val="tx2"/>
                </a:solidFill>
              </a:defRPr>
            </a:lvl7pPr>
            <a:lvl8pPr rtl="1" eaLnBrk="1" hangingPunct="1">
              <a:defRPr>
                <a:solidFill>
                  <a:schemeClr val="tx2"/>
                </a:solidFill>
              </a:defRPr>
            </a:lvl8pPr>
            <a:lvl9pPr rtl="1"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55200" b="1" dirty="0"/>
              <a:t>Mazen </a:t>
            </a:r>
          </a:p>
          <a:p>
            <a:pPr algn="ctr"/>
            <a:r>
              <a:rPr lang="en-US" sz="55200" b="1" dirty="0"/>
              <a:t>Saad</a:t>
            </a:r>
          </a:p>
          <a:p>
            <a:pPr algn="ctr"/>
            <a:endParaRPr lang="ar-EG" sz="21600" dirty="0"/>
          </a:p>
          <a:p>
            <a:pPr algn="ctr"/>
            <a:r>
              <a:rPr lang="ro-RO" sz="21600" dirty="0">
                <a:solidFill>
                  <a:schemeClr val="accent3"/>
                </a:solidFill>
              </a:rPr>
              <a:t>Computer teacher</a:t>
            </a:r>
            <a:endParaRPr lang="ar-EG" sz="21600" dirty="0">
              <a:solidFill>
                <a:schemeClr val="accent3"/>
              </a:solidFill>
            </a:endParaRPr>
          </a:p>
        </p:txBody>
      </p:sp>
      <p:pic>
        <p:nvPicPr>
          <p:cNvPr id="3" name="Picture 2" descr="A poster for a video game&#10;&#10;AI-generated content may be incorrect.">
            <a:extLst>
              <a:ext uri="{FF2B5EF4-FFF2-40B4-BE49-F238E27FC236}">
                <a16:creationId xmlns:a16="http://schemas.microsoft.com/office/drawing/2014/main" id="{5E04DD38-C077-AC9F-31B6-4573872FE4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864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9361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CA1AB-7E54-CE1E-549F-89CEA43E69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9535" y="324466"/>
            <a:ext cx="9144000" cy="4581832"/>
          </a:xfrm>
        </p:spPr>
        <p:txBody>
          <a:bodyPr>
            <a:normAutofit fontScale="90000"/>
          </a:bodyPr>
          <a:lstStyle/>
          <a:p>
            <a:r>
              <a:rPr lang="en-US" sz="37200" dirty="0"/>
              <a:t>ICT</a:t>
            </a:r>
            <a:endParaRPr lang="ar-EG" sz="372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79410BF-947B-2C44-CD99-421365520B67}"/>
              </a:ext>
            </a:extLst>
          </p:cNvPr>
          <p:cNvSpPr txBox="1">
            <a:spLocks/>
          </p:cNvSpPr>
          <p:nvPr/>
        </p:nvSpPr>
        <p:spPr>
          <a:xfrm>
            <a:off x="2875935" y="1951702"/>
            <a:ext cx="9144000" cy="458183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457200" rtl="1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rtl="1" eaLnBrk="1" hangingPunct="1">
              <a:defRPr>
                <a:solidFill>
                  <a:schemeClr val="tx2"/>
                </a:solidFill>
              </a:defRPr>
            </a:lvl2pPr>
            <a:lvl3pPr rtl="1" eaLnBrk="1" hangingPunct="1">
              <a:defRPr>
                <a:solidFill>
                  <a:schemeClr val="tx2"/>
                </a:solidFill>
              </a:defRPr>
            </a:lvl3pPr>
            <a:lvl4pPr rtl="1" eaLnBrk="1" hangingPunct="1">
              <a:defRPr>
                <a:solidFill>
                  <a:schemeClr val="tx2"/>
                </a:solidFill>
              </a:defRPr>
            </a:lvl4pPr>
            <a:lvl5pPr rtl="1" eaLnBrk="1" hangingPunct="1">
              <a:defRPr>
                <a:solidFill>
                  <a:schemeClr val="tx2"/>
                </a:solidFill>
              </a:defRPr>
            </a:lvl5pPr>
            <a:lvl6pPr rtl="1" eaLnBrk="1" hangingPunct="1">
              <a:defRPr>
                <a:solidFill>
                  <a:schemeClr val="tx2"/>
                </a:solidFill>
              </a:defRPr>
            </a:lvl6pPr>
            <a:lvl7pPr rtl="1" eaLnBrk="1" hangingPunct="1">
              <a:defRPr>
                <a:solidFill>
                  <a:schemeClr val="tx2"/>
                </a:solidFill>
              </a:defRPr>
            </a:lvl7pPr>
            <a:lvl8pPr rtl="1" eaLnBrk="1" hangingPunct="1">
              <a:defRPr>
                <a:solidFill>
                  <a:schemeClr val="tx2"/>
                </a:solidFill>
              </a:defRPr>
            </a:lvl8pPr>
            <a:lvl9pPr rtl="1"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17900" dirty="0"/>
              <a:t>Grade 5</a:t>
            </a:r>
            <a:endParaRPr lang="ar-EG" sz="37200" dirty="0"/>
          </a:p>
        </p:txBody>
      </p:sp>
    </p:spTree>
    <p:extLst>
      <p:ext uri="{BB962C8B-B14F-4D97-AF65-F5344CB8AC3E}">
        <p14:creationId xmlns:p14="http://schemas.microsoft.com/office/powerpoint/2010/main" val="38294772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C814D-EB66-DA41-AF64-EC473DF25F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7537" y="523567"/>
            <a:ext cx="8825658" cy="3329581"/>
          </a:xfrm>
        </p:spPr>
        <p:txBody>
          <a:bodyPr/>
          <a:lstStyle/>
          <a:p>
            <a:r>
              <a:rPr lang="en-US" dirty="0"/>
              <a:t>Enter the notebook and write the following:</a:t>
            </a:r>
            <a:endParaRPr lang="ar-E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2E3409-D686-729E-2E74-7A1D9EA81F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9993" y="2208266"/>
            <a:ext cx="4486404" cy="4486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7306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DF5DD-70DD-A14B-C9FC-65E34ACCA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1937" y="275303"/>
            <a:ext cx="8825657" cy="1031290"/>
          </a:xfrm>
        </p:spPr>
        <p:txBody>
          <a:bodyPr/>
          <a:lstStyle/>
          <a:p>
            <a:pPr algn="ctr"/>
            <a:r>
              <a:rPr lang="ro-RO" sz="8000" b="1" dirty="0"/>
              <a:t>Lesson title</a:t>
            </a:r>
            <a:endParaRPr lang="ar-EG" b="1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D46EE9A-8C21-004E-9CB0-54CD93568534}"/>
              </a:ext>
            </a:extLst>
          </p:cNvPr>
          <p:cNvSpPr txBox="1">
            <a:spLocks/>
          </p:cNvSpPr>
          <p:nvPr/>
        </p:nvSpPr>
        <p:spPr>
          <a:xfrm>
            <a:off x="1258195" y="1591697"/>
            <a:ext cx="8825657" cy="103129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1" eaLnBrk="1" latinLnBrk="0" hangingPunct="1">
              <a:spcBef>
                <a:spcPct val="0"/>
              </a:spcBef>
              <a:buNone/>
              <a:defRPr sz="4000" b="0" i="0" kern="1200" cap="none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rtl="1" eaLnBrk="1" hangingPunct="1">
              <a:defRPr>
                <a:solidFill>
                  <a:schemeClr val="tx2"/>
                </a:solidFill>
              </a:defRPr>
            </a:lvl2pPr>
            <a:lvl3pPr rtl="1" eaLnBrk="1" hangingPunct="1">
              <a:defRPr>
                <a:solidFill>
                  <a:schemeClr val="tx2"/>
                </a:solidFill>
              </a:defRPr>
            </a:lvl3pPr>
            <a:lvl4pPr rtl="1" eaLnBrk="1" hangingPunct="1">
              <a:defRPr>
                <a:solidFill>
                  <a:schemeClr val="tx2"/>
                </a:solidFill>
              </a:defRPr>
            </a:lvl4pPr>
            <a:lvl5pPr rtl="1" eaLnBrk="1" hangingPunct="1">
              <a:defRPr>
                <a:solidFill>
                  <a:schemeClr val="tx2"/>
                </a:solidFill>
              </a:defRPr>
            </a:lvl5pPr>
            <a:lvl6pPr rtl="1" eaLnBrk="1" hangingPunct="1">
              <a:defRPr>
                <a:solidFill>
                  <a:schemeClr val="tx2"/>
                </a:solidFill>
              </a:defRPr>
            </a:lvl6pPr>
            <a:lvl7pPr rtl="1" eaLnBrk="1" hangingPunct="1">
              <a:defRPr>
                <a:solidFill>
                  <a:schemeClr val="tx2"/>
                </a:solidFill>
              </a:defRPr>
            </a:lvl7pPr>
            <a:lvl8pPr rtl="1" eaLnBrk="1" hangingPunct="1">
              <a:defRPr>
                <a:solidFill>
                  <a:schemeClr val="tx2"/>
                </a:solidFill>
              </a:defRPr>
            </a:lvl8pPr>
            <a:lvl9pPr rtl="1"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ro-RO" sz="5400" b="1" dirty="0"/>
              <a:t>Computer </a:t>
            </a:r>
            <a:r>
              <a:rPr lang="en-US" sz="5400" b="1" dirty="0"/>
              <a:t>Around Us</a:t>
            </a:r>
            <a:endParaRPr lang="ar-EG" sz="7200" b="1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B781974-14F6-30CE-1ACC-1578929DF1FB}"/>
              </a:ext>
            </a:extLst>
          </p:cNvPr>
          <p:cNvSpPr txBox="1">
            <a:spLocks/>
          </p:cNvSpPr>
          <p:nvPr/>
        </p:nvSpPr>
        <p:spPr>
          <a:xfrm>
            <a:off x="6761072" y="3037133"/>
            <a:ext cx="5167185" cy="180558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1" eaLnBrk="1" latinLnBrk="0" hangingPunct="1">
              <a:spcBef>
                <a:spcPct val="0"/>
              </a:spcBef>
              <a:buNone/>
              <a:defRPr sz="4000" b="0" i="0" kern="1200" cap="none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rtl="1" eaLnBrk="1" hangingPunct="1">
              <a:defRPr>
                <a:solidFill>
                  <a:schemeClr val="tx2"/>
                </a:solidFill>
              </a:defRPr>
            </a:lvl2pPr>
            <a:lvl3pPr rtl="1" eaLnBrk="1" hangingPunct="1">
              <a:defRPr>
                <a:solidFill>
                  <a:schemeClr val="tx2"/>
                </a:solidFill>
              </a:defRPr>
            </a:lvl3pPr>
            <a:lvl4pPr rtl="1" eaLnBrk="1" hangingPunct="1">
              <a:defRPr>
                <a:solidFill>
                  <a:schemeClr val="tx2"/>
                </a:solidFill>
              </a:defRPr>
            </a:lvl4pPr>
            <a:lvl5pPr rtl="1" eaLnBrk="1" hangingPunct="1">
              <a:defRPr>
                <a:solidFill>
                  <a:schemeClr val="tx2"/>
                </a:solidFill>
              </a:defRPr>
            </a:lvl5pPr>
            <a:lvl6pPr rtl="1" eaLnBrk="1" hangingPunct="1">
              <a:defRPr>
                <a:solidFill>
                  <a:schemeClr val="tx2"/>
                </a:solidFill>
              </a:defRPr>
            </a:lvl6pPr>
            <a:lvl7pPr rtl="1" eaLnBrk="1" hangingPunct="1">
              <a:defRPr>
                <a:solidFill>
                  <a:schemeClr val="tx2"/>
                </a:solidFill>
              </a:defRPr>
            </a:lvl7pPr>
            <a:lvl8pPr rtl="1" eaLnBrk="1" hangingPunct="1">
              <a:defRPr>
                <a:solidFill>
                  <a:schemeClr val="tx2"/>
                </a:solidFill>
              </a:defRPr>
            </a:lvl8pPr>
            <a:lvl9pPr rtl="1"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5400" dirty="0"/>
              <a:t>T</a:t>
            </a:r>
            <a:r>
              <a:rPr lang="ro-RO" sz="5400" dirty="0"/>
              <a:t>he </a:t>
            </a:r>
            <a:r>
              <a:rPr lang="en-US" sz="5400" dirty="0"/>
              <a:t>D</a:t>
            </a:r>
            <a:r>
              <a:rPr lang="ro-RO" sz="5400" dirty="0"/>
              <a:t>ate</a:t>
            </a:r>
            <a:endParaRPr lang="ar-EG" sz="5400" dirty="0"/>
          </a:p>
          <a:p>
            <a:pPr algn="ctr"/>
            <a:r>
              <a:rPr lang="en-US" sz="5400" dirty="0"/>
              <a:t>2025 / 9 / </a:t>
            </a:r>
            <a:endParaRPr lang="ar-EG" sz="5400" dirty="0"/>
          </a:p>
        </p:txBody>
      </p:sp>
    </p:spTree>
    <p:extLst>
      <p:ext uri="{BB962C8B-B14F-4D97-AF65-F5344CB8AC3E}">
        <p14:creationId xmlns:p14="http://schemas.microsoft.com/office/powerpoint/2010/main" val="23022261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499B1-0A59-111C-001E-D3410E04E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123" y="192506"/>
            <a:ext cx="11385754" cy="6296784"/>
          </a:xfrm>
        </p:spPr>
        <p:txBody>
          <a:bodyPr/>
          <a:lstStyle/>
          <a:p>
            <a:pPr rtl="0"/>
            <a:endParaRPr lang="ar-EG" sz="3600" b="1" dirty="0"/>
          </a:p>
        </p:txBody>
      </p:sp>
    </p:spTree>
    <p:extLst>
      <p:ext uri="{BB962C8B-B14F-4D97-AF65-F5344CB8AC3E}">
        <p14:creationId xmlns:p14="http://schemas.microsoft.com/office/powerpoint/2010/main" val="4737032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69FFD-7C76-77EA-219E-4022C9E19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5E2BF-90EC-2154-7AB3-F1265790D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123" y="786063"/>
            <a:ext cx="11385754" cy="5566611"/>
          </a:xfrm>
        </p:spPr>
        <p:txBody>
          <a:bodyPr/>
          <a:lstStyle/>
          <a:p>
            <a:pPr rtl="0"/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36888203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A3356-480A-8824-8EEE-466DA06D8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12C2B-3CEE-91BB-F65F-2BADB11A0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123" y="1074822"/>
            <a:ext cx="11385754" cy="3657600"/>
          </a:xfrm>
        </p:spPr>
        <p:txBody>
          <a:bodyPr/>
          <a:lstStyle/>
          <a:p>
            <a:pPr rtl="0"/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15375158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BFCBE-E280-18A9-2E5A-1368C9493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3638" y="1416279"/>
            <a:ext cx="9404723" cy="4197940"/>
          </a:xfrm>
        </p:spPr>
        <p:txBody>
          <a:bodyPr/>
          <a:lstStyle/>
          <a:p>
            <a:pPr algn="ctr" rtl="0"/>
            <a:r>
              <a:rPr lang="en-US" sz="28700" dirty="0">
                <a:solidFill>
                  <a:schemeClr val="accent3"/>
                </a:solidFill>
              </a:rPr>
              <a:t>Start</a:t>
            </a:r>
            <a:endParaRPr lang="ar-EG" sz="287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0504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A4985-E082-9339-54F6-E252FBC5D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C57FE-351E-5391-9914-0EF10EE26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2012" y="1447800"/>
            <a:ext cx="5222325" cy="3329581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rtl="0"/>
            <a:r>
              <a:rPr lang="en-US" sz="7200" dirty="0">
                <a:solidFill>
                  <a:srgbClr val="EBEBEB"/>
                </a:solidFill>
              </a:rPr>
              <a:t>Do you know what Bytes are?</a:t>
            </a:r>
          </a:p>
        </p:txBody>
      </p:sp>
      <p:pic>
        <p:nvPicPr>
          <p:cNvPr id="6" name="Picture 5" descr="A cartoon of a child sitting at a table with a pencil&#10;&#10;AI-generated content may be incorrect.">
            <a:extLst>
              <a:ext uri="{FF2B5EF4-FFF2-40B4-BE49-F238E27FC236}">
                <a16:creationId xmlns:a16="http://schemas.microsoft.com/office/drawing/2014/main" id="{49F84B3B-5C6C-0208-2860-B697FA855C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66" r="14223"/>
          <a:stretch>
            <a:fillRect/>
          </a:stretch>
        </p:blipFill>
        <p:spPr>
          <a:xfrm>
            <a:off x="20" y="10"/>
            <a:ext cx="4481944" cy="6857990"/>
          </a:xfrm>
          <a:custGeom>
            <a:avLst/>
            <a:gdLst/>
            <a:ahLst/>
            <a:cxnLst/>
            <a:rect l="l" t="t" r="r" b="b"/>
            <a:pathLst>
              <a:path w="4481964" h="6858000">
                <a:moveTo>
                  <a:pt x="0" y="0"/>
                </a:moveTo>
                <a:lnTo>
                  <a:pt x="3137249" y="0"/>
                </a:lnTo>
                <a:lnTo>
                  <a:pt x="4480787" y="0"/>
                </a:lnTo>
                <a:lnTo>
                  <a:pt x="4455742" y="155676"/>
                </a:lnTo>
                <a:lnTo>
                  <a:pt x="4431873" y="310667"/>
                </a:lnTo>
                <a:lnTo>
                  <a:pt x="4408509" y="466344"/>
                </a:lnTo>
                <a:lnTo>
                  <a:pt x="4388506" y="622706"/>
                </a:lnTo>
                <a:lnTo>
                  <a:pt x="4368335" y="778383"/>
                </a:lnTo>
                <a:lnTo>
                  <a:pt x="4349509" y="934745"/>
                </a:lnTo>
                <a:lnTo>
                  <a:pt x="4333373" y="1089050"/>
                </a:lnTo>
                <a:lnTo>
                  <a:pt x="4318077" y="1245413"/>
                </a:lnTo>
                <a:lnTo>
                  <a:pt x="4304125" y="1401089"/>
                </a:lnTo>
                <a:lnTo>
                  <a:pt x="4292023" y="1554023"/>
                </a:lnTo>
                <a:lnTo>
                  <a:pt x="4279920" y="1709013"/>
                </a:lnTo>
                <a:lnTo>
                  <a:pt x="4269835" y="1861947"/>
                </a:lnTo>
                <a:lnTo>
                  <a:pt x="4261935" y="2014880"/>
                </a:lnTo>
                <a:lnTo>
                  <a:pt x="4253698" y="2167128"/>
                </a:lnTo>
                <a:lnTo>
                  <a:pt x="4246807" y="2318004"/>
                </a:lnTo>
                <a:lnTo>
                  <a:pt x="4241932" y="2467508"/>
                </a:lnTo>
                <a:lnTo>
                  <a:pt x="4237730" y="2617013"/>
                </a:lnTo>
                <a:lnTo>
                  <a:pt x="4233696" y="2765145"/>
                </a:lnTo>
                <a:lnTo>
                  <a:pt x="4231847" y="2911221"/>
                </a:lnTo>
                <a:lnTo>
                  <a:pt x="4229830" y="3057296"/>
                </a:lnTo>
                <a:lnTo>
                  <a:pt x="4228821" y="3201314"/>
                </a:lnTo>
                <a:lnTo>
                  <a:pt x="4229830" y="3343960"/>
                </a:lnTo>
                <a:lnTo>
                  <a:pt x="4229830" y="3485235"/>
                </a:lnTo>
                <a:lnTo>
                  <a:pt x="4231847" y="3625138"/>
                </a:lnTo>
                <a:lnTo>
                  <a:pt x="4234872" y="3762298"/>
                </a:lnTo>
                <a:lnTo>
                  <a:pt x="4237730" y="3898087"/>
                </a:lnTo>
                <a:lnTo>
                  <a:pt x="4240924" y="4031132"/>
                </a:lnTo>
                <a:lnTo>
                  <a:pt x="4245798" y="4163491"/>
                </a:lnTo>
                <a:lnTo>
                  <a:pt x="4251009" y="4293793"/>
                </a:lnTo>
                <a:lnTo>
                  <a:pt x="4255715" y="4421352"/>
                </a:lnTo>
                <a:lnTo>
                  <a:pt x="4268995" y="4670298"/>
                </a:lnTo>
                <a:lnTo>
                  <a:pt x="4283114" y="4908956"/>
                </a:lnTo>
                <a:lnTo>
                  <a:pt x="4297906" y="5138013"/>
                </a:lnTo>
                <a:lnTo>
                  <a:pt x="4314211" y="5354726"/>
                </a:lnTo>
                <a:lnTo>
                  <a:pt x="4331188" y="5561838"/>
                </a:lnTo>
                <a:lnTo>
                  <a:pt x="4349509" y="5753862"/>
                </a:lnTo>
                <a:lnTo>
                  <a:pt x="4367495" y="5934227"/>
                </a:lnTo>
                <a:lnTo>
                  <a:pt x="4385480" y="6100191"/>
                </a:lnTo>
                <a:lnTo>
                  <a:pt x="4402457" y="6252438"/>
                </a:lnTo>
                <a:lnTo>
                  <a:pt x="4418594" y="6387541"/>
                </a:lnTo>
                <a:lnTo>
                  <a:pt x="4433890" y="6509613"/>
                </a:lnTo>
                <a:lnTo>
                  <a:pt x="4446665" y="6612483"/>
                </a:lnTo>
                <a:lnTo>
                  <a:pt x="4458767" y="6698894"/>
                </a:lnTo>
                <a:lnTo>
                  <a:pt x="4476081" y="6817538"/>
                </a:lnTo>
                <a:lnTo>
                  <a:pt x="4481964" y="6858000"/>
                </a:lnTo>
                <a:lnTo>
                  <a:pt x="3577807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008197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20F6071B-48FA-4685-A9C9-A7B21E1C14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5"/>
            <a:ext cx="12191695" cy="473074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C56044C-1580-4C45-8AA3-F2A07478B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51A8E3CE-561F-42BE-B6A2-FBE96F9A82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" y="3579207"/>
            <a:ext cx="12191696" cy="3278793"/>
          </a:xfrm>
          <a:custGeom>
            <a:avLst/>
            <a:gdLst>
              <a:gd name="connsiteX0" fmla="*/ 1 w 12191696"/>
              <a:gd name="connsiteY0" fmla="*/ 0 h 3278793"/>
              <a:gd name="connsiteX1" fmla="*/ 71932 w 12191696"/>
              <a:gd name="connsiteY1" fmla="*/ 12261 h 3278793"/>
              <a:gd name="connsiteX2" fmla="*/ 282849 w 12191696"/>
              <a:gd name="connsiteY2" fmla="*/ 48343 h 3278793"/>
              <a:gd name="connsiteX3" fmla="*/ 436464 w 12191696"/>
              <a:gd name="connsiteY3" fmla="*/ 73565 h 3278793"/>
              <a:gd name="connsiteX4" fmla="*/ 619339 w 12191696"/>
              <a:gd name="connsiteY4" fmla="*/ 100188 h 3278793"/>
              <a:gd name="connsiteX5" fmla="*/ 836351 w 12191696"/>
              <a:gd name="connsiteY5" fmla="*/ 132066 h 3278793"/>
              <a:gd name="connsiteX6" fmla="*/ 1076528 w 12191696"/>
              <a:gd name="connsiteY6" fmla="*/ 165696 h 3278793"/>
              <a:gd name="connsiteX7" fmla="*/ 1347183 w 12191696"/>
              <a:gd name="connsiteY7" fmla="*/ 201077 h 3278793"/>
              <a:gd name="connsiteX8" fmla="*/ 1642223 w 12191696"/>
              <a:gd name="connsiteY8" fmla="*/ 238560 h 3278793"/>
              <a:gd name="connsiteX9" fmla="*/ 1962864 w 12191696"/>
              <a:gd name="connsiteY9" fmla="*/ 276043 h 3278793"/>
              <a:gd name="connsiteX10" fmla="*/ 2304232 w 12191696"/>
              <a:gd name="connsiteY10" fmla="*/ 314227 h 3278793"/>
              <a:gd name="connsiteX11" fmla="*/ 2672421 w 12191696"/>
              <a:gd name="connsiteY11" fmla="*/ 349608 h 3278793"/>
              <a:gd name="connsiteX12" fmla="*/ 3057678 w 12191696"/>
              <a:gd name="connsiteY12" fmla="*/ 383588 h 3278793"/>
              <a:gd name="connsiteX13" fmla="*/ 3464881 w 12191696"/>
              <a:gd name="connsiteY13" fmla="*/ 414415 h 3278793"/>
              <a:gd name="connsiteX14" fmla="*/ 3889152 w 12191696"/>
              <a:gd name="connsiteY14" fmla="*/ 443841 h 3278793"/>
              <a:gd name="connsiteX15" fmla="*/ 4331710 w 12191696"/>
              <a:gd name="connsiteY15" fmla="*/ 471515 h 3278793"/>
              <a:gd name="connsiteX16" fmla="*/ 4558476 w 12191696"/>
              <a:gd name="connsiteY16" fmla="*/ 481324 h 3278793"/>
              <a:gd name="connsiteX17" fmla="*/ 4790118 w 12191696"/>
              <a:gd name="connsiteY17" fmla="*/ 492183 h 3278793"/>
              <a:gd name="connsiteX18" fmla="*/ 5025418 w 12191696"/>
              <a:gd name="connsiteY18" fmla="*/ 502342 h 3278793"/>
              <a:gd name="connsiteX19" fmla="*/ 5261937 w 12191696"/>
              <a:gd name="connsiteY19" fmla="*/ 508998 h 3278793"/>
              <a:gd name="connsiteX20" fmla="*/ 5503333 w 12191696"/>
              <a:gd name="connsiteY20" fmla="*/ 514953 h 3278793"/>
              <a:gd name="connsiteX21" fmla="*/ 5747166 w 12191696"/>
              <a:gd name="connsiteY21" fmla="*/ 521259 h 3278793"/>
              <a:gd name="connsiteX22" fmla="*/ 5995877 w 12191696"/>
              <a:gd name="connsiteY22" fmla="*/ 525463 h 3278793"/>
              <a:gd name="connsiteX23" fmla="*/ 6247026 w 12191696"/>
              <a:gd name="connsiteY23" fmla="*/ 525463 h 3278793"/>
              <a:gd name="connsiteX24" fmla="*/ 6500613 w 12191696"/>
              <a:gd name="connsiteY24" fmla="*/ 527565 h 3278793"/>
              <a:gd name="connsiteX25" fmla="*/ 6756639 w 12191696"/>
              <a:gd name="connsiteY25" fmla="*/ 525463 h 3278793"/>
              <a:gd name="connsiteX26" fmla="*/ 7016322 w 12191696"/>
              <a:gd name="connsiteY26" fmla="*/ 521259 h 3278793"/>
              <a:gd name="connsiteX27" fmla="*/ 7276005 w 12191696"/>
              <a:gd name="connsiteY27" fmla="*/ 517406 h 3278793"/>
              <a:gd name="connsiteX28" fmla="*/ 7539345 w 12191696"/>
              <a:gd name="connsiteY28" fmla="*/ 508998 h 3278793"/>
              <a:gd name="connsiteX29" fmla="*/ 7805124 w 12191696"/>
              <a:gd name="connsiteY29" fmla="*/ 500241 h 3278793"/>
              <a:gd name="connsiteX30" fmla="*/ 8070903 w 12191696"/>
              <a:gd name="connsiteY30" fmla="*/ 490082 h 3278793"/>
              <a:gd name="connsiteX31" fmla="*/ 8339121 w 12191696"/>
              <a:gd name="connsiteY31" fmla="*/ 475719 h 3278793"/>
              <a:gd name="connsiteX32" fmla="*/ 8609776 w 12191696"/>
              <a:gd name="connsiteY32" fmla="*/ 458554 h 3278793"/>
              <a:gd name="connsiteX33" fmla="*/ 8881651 w 12191696"/>
              <a:gd name="connsiteY33" fmla="*/ 442089 h 3278793"/>
              <a:gd name="connsiteX34" fmla="*/ 9153526 w 12191696"/>
              <a:gd name="connsiteY34" fmla="*/ 421071 h 3278793"/>
              <a:gd name="connsiteX35" fmla="*/ 9429058 w 12191696"/>
              <a:gd name="connsiteY35" fmla="*/ 395849 h 3278793"/>
              <a:gd name="connsiteX36" fmla="*/ 9700933 w 12191696"/>
              <a:gd name="connsiteY36" fmla="*/ 370626 h 3278793"/>
              <a:gd name="connsiteX37" fmla="*/ 9977684 w 12191696"/>
              <a:gd name="connsiteY37" fmla="*/ 341551 h 3278793"/>
              <a:gd name="connsiteX38" fmla="*/ 10255655 w 12191696"/>
              <a:gd name="connsiteY38" fmla="*/ 309673 h 3278793"/>
              <a:gd name="connsiteX39" fmla="*/ 10529968 w 12191696"/>
              <a:gd name="connsiteY39" fmla="*/ 276043 h 3278793"/>
              <a:gd name="connsiteX40" fmla="*/ 10807939 w 12191696"/>
              <a:gd name="connsiteY40" fmla="*/ 236809 h 3278793"/>
              <a:gd name="connsiteX41" fmla="*/ 11084690 w 12191696"/>
              <a:gd name="connsiteY41" fmla="*/ 194772 h 3278793"/>
              <a:gd name="connsiteX42" fmla="*/ 11362661 w 12191696"/>
              <a:gd name="connsiteY42" fmla="*/ 153085 h 3278793"/>
              <a:gd name="connsiteX43" fmla="*/ 11639412 w 12191696"/>
              <a:gd name="connsiteY43" fmla="*/ 104392 h 3278793"/>
              <a:gd name="connsiteX44" fmla="*/ 11914945 w 12191696"/>
              <a:gd name="connsiteY44" fmla="*/ 54648 h 3278793"/>
              <a:gd name="connsiteX45" fmla="*/ 12191696 w 12191696"/>
              <a:gd name="connsiteY45" fmla="*/ 2452 h 3278793"/>
              <a:gd name="connsiteX46" fmla="*/ 12191696 w 12191696"/>
              <a:gd name="connsiteY46" fmla="*/ 2802467 h 3278793"/>
              <a:gd name="connsiteX47" fmla="*/ 12191695 w 12191696"/>
              <a:gd name="connsiteY47" fmla="*/ 2802467 h 3278793"/>
              <a:gd name="connsiteX48" fmla="*/ 12191695 w 12191696"/>
              <a:gd name="connsiteY48" fmla="*/ 3278793 h 3278793"/>
              <a:gd name="connsiteX49" fmla="*/ 0 w 12191696"/>
              <a:gd name="connsiteY49" fmla="*/ 3278793 h 3278793"/>
              <a:gd name="connsiteX50" fmla="*/ 0 w 12191696"/>
              <a:gd name="connsiteY50" fmla="*/ 2134639 h 3278793"/>
              <a:gd name="connsiteX51" fmla="*/ 1 w 12191696"/>
              <a:gd name="connsiteY51" fmla="*/ 2134639 h 3278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1696" h="327879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3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3" y="514953"/>
                </a:lnTo>
                <a:lnTo>
                  <a:pt x="5747166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802467"/>
                </a:lnTo>
                <a:lnTo>
                  <a:pt x="12191695" y="2802467"/>
                </a:lnTo>
                <a:lnTo>
                  <a:pt x="12191695" y="3278793"/>
                </a:lnTo>
                <a:lnTo>
                  <a:pt x="0" y="3278793"/>
                </a:lnTo>
                <a:lnTo>
                  <a:pt x="0" y="2134639"/>
                </a:lnTo>
                <a:lnTo>
                  <a:pt x="1" y="2134639"/>
                </a:lnTo>
                <a:close/>
              </a:path>
            </a:pathLst>
          </a:custGeom>
          <a:ln>
            <a:noFill/>
          </a:ln>
        </p:spPr>
        <p:style>
          <a:lnRef idx="0">
            <a:scrgbClr r="0" g="0" b="0"/>
          </a:lnRef>
          <a:fillRef idx="1003">
            <a:schemeClr val="dk2"/>
          </a:fillRef>
          <a:effectRef idx="0">
            <a:scrgbClr r="0" g="0" b="0"/>
          </a:effectRef>
          <a:fontRef idx="major"/>
        </p:style>
        <p:txBody>
          <a:bodyPr/>
          <a:lstStyle/>
          <a:p>
            <a:endParaRPr lang="ar-EG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9AA41C-183F-6816-1807-49E0ACCDF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916" y="4371849"/>
            <a:ext cx="11189994" cy="2035295"/>
          </a:xfrm>
        </p:spPr>
        <p:txBody>
          <a:bodyPr vert="horz" lIns="91440" tIns="45720" rIns="91440" bIns="45720" rtlCol="0" anchor="b">
            <a:normAutofit/>
          </a:bodyPr>
          <a:lstStyle/>
          <a:p>
            <a:pPr rtl="0">
              <a:lnSpc>
                <a:spcPct val="90000"/>
              </a:lnSpc>
            </a:pPr>
            <a:endParaRPr lang="en-US" sz="4400" b="0" i="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8" name="Freeform 16">
            <a:extLst>
              <a:ext uri="{FF2B5EF4-FFF2-40B4-BE49-F238E27FC236}">
                <a16:creationId xmlns:a16="http://schemas.microsoft.com/office/drawing/2014/main" id="{7DE548AA-7E1A-497C-8B79-C74F42ACFB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40" y="3280011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2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38680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789DF-6C70-FCE4-06BA-A86F44960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166" y="1015163"/>
            <a:ext cx="9808497" cy="5842837"/>
          </a:xfrm>
        </p:spPr>
        <p:txBody>
          <a:bodyPr/>
          <a:lstStyle/>
          <a:p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33805704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7BCE9-1BF3-E649-F5A4-79818C012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A0A5D-83B0-5B16-DDDB-2948B4BDB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127" y="1278979"/>
            <a:ext cx="6401281" cy="3308840"/>
          </a:xfrm>
        </p:spPr>
        <p:txBody>
          <a:bodyPr vert="horz" lIns="91440" tIns="45720" rIns="91440" bIns="45720" rtlCol="0" anchor="b">
            <a:normAutofit/>
          </a:bodyPr>
          <a:lstStyle/>
          <a:p>
            <a:pPr rtl="0">
              <a:lnSpc>
                <a:spcPct val="90000"/>
              </a:lnSpc>
            </a:pPr>
            <a:endParaRPr lang="en-US" sz="5400" b="1" dirty="0"/>
          </a:p>
        </p:txBody>
      </p:sp>
      <p:pic>
        <p:nvPicPr>
          <p:cNvPr id="4" name="Picture 3" descr="A cartoon of a child holding a pencil and writing in a book&#10;&#10;AI-generated content may be incorrect.">
            <a:extLst>
              <a:ext uri="{FF2B5EF4-FFF2-40B4-BE49-F238E27FC236}">
                <a16:creationId xmlns:a16="http://schemas.microsoft.com/office/drawing/2014/main" id="{99015D22-B5AB-A67A-8F4F-FCCBD9E451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5" r="2" b="2"/>
          <a:stretch>
            <a:fillRect/>
          </a:stretch>
        </p:blipFill>
        <p:spPr>
          <a:xfrm>
            <a:off x="6094411" y="10"/>
            <a:ext cx="609759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102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A966E-4A2C-0A1D-FF16-157D471A9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E8A5D-49BD-AFD7-6ACB-5D1DC1156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630" y="285921"/>
            <a:ext cx="6401281" cy="3308840"/>
          </a:xfrm>
        </p:spPr>
        <p:txBody>
          <a:bodyPr vert="horz" lIns="91440" tIns="45720" rIns="91440" bIns="45720" rtlCol="0" anchor="b">
            <a:normAutofit/>
          </a:bodyPr>
          <a:lstStyle/>
          <a:p>
            <a:pPr rtl="0">
              <a:lnSpc>
                <a:spcPct val="90000"/>
              </a:lnSpc>
            </a:pPr>
            <a:r>
              <a:rPr lang="en-US" dirty="0"/>
              <a:t>6- The full form of GPU is ______________</a:t>
            </a:r>
            <a:br>
              <a:rPr lang="en-US" dirty="0"/>
            </a:br>
            <a:endParaRPr lang="en-US" sz="54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A32BB24-2354-CCF2-ABF7-1EBF454456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677" y="4364737"/>
            <a:ext cx="2998424" cy="2316282"/>
          </a:xfrm>
          <a:prstGeom prst="rect">
            <a:avLst/>
          </a:prstGeom>
          <a:effectLst/>
        </p:spPr>
      </p:pic>
      <p:pic>
        <p:nvPicPr>
          <p:cNvPr id="6" name="Picture 5" descr="Cartoon of a person thinking&#10;&#10;AI-generated content may be incorrect.">
            <a:extLst>
              <a:ext uri="{FF2B5EF4-FFF2-40B4-BE49-F238E27FC236}">
                <a16:creationId xmlns:a16="http://schemas.microsoft.com/office/drawing/2014/main" id="{7EB6CF39-5140-6BC4-E18F-B66143938D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829752" y="165761"/>
            <a:ext cx="48985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698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AAEB2-FF73-6E29-5015-71BA3FCD5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549EA-CC96-7393-2139-804CF5828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630" y="285921"/>
            <a:ext cx="6401281" cy="3308840"/>
          </a:xfrm>
        </p:spPr>
        <p:txBody>
          <a:bodyPr vert="horz" lIns="91440" tIns="45720" rIns="91440" bIns="45720" rtlCol="0" anchor="b">
            <a:normAutofit/>
          </a:bodyPr>
          <a:lstStyle/>
          <a:p>
            <a:pPr rtl="0">
              <a:lnSpc>
                <a:spcPct val="90000"/>
              </a:lnSpc>
            </a:pPr>
            <a:r>
              <a:rPr lang="en-US" dirty="0"/>
              <a:t>6- The full form of GPU is </a:t>
            </a:r>
            <a:r>
              <a:rPr lang="en-US" sz="4800" b="1">
                <a:solidFill>
                  <a:schemeClr val="accent3"/>
                </a:solidFill>
              </a:rPr>
              <a:t>Graphics </a:t>
            </a:r>
            <a:br>
              <a:rPr lang="en-US" sz="4800" b="1">
                <a:solidFill>
                  <a:schemeClr val="accent3"/>
                </a:solidFill>
              </a:rPr>
            </a:br>
            <a:r>
              <a:rPr lang="en-US" sz="4800" b="1">
                <a:solidFill>
                  <a:schemeClr val="accent3"/>
                </a:solidFill>
              </a:rPr>
              <a:t>Processing </a:t>
            </a:r>
            <a:r>
              <a:rPr lang="en-US" sz="4800" b="1" dirty="0">
                <a:solidFill>
                  <a:schemeClr val="accent3"/>
                </a:solidFill>
              </a:rPr>
              <a:t>Unit</a:t>
            </a:r>
            <a:br>
              <a:rPr lang="en-US" dirty="0"/>
            </a:br>
            <a:endParaRPr lang="en-US" sz="54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4EB785-F577-F0E0-7C9E-E6FE6F7378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677" y="4151120"/>
            <a:ext cx="2998424" cy="2316282"/>
          </a:xfrm>
          <a:prstGeom prst="rect">
            <a:avLst/>
          </a:prstGeom>
          <a:effectLst/>
        </p:spPr>
      </p:pic>
      <p:pic>
        <p:nvPicPr>
          <p:cNvPr id="6" name="Picture 5" descr="Cartoon of a person thinking&#10;&#10;AI-generated content may be incorrect.">
            <a:extLst>
              <a:ext uri="{FF2B5EF4-FFF2-40B4-BE49-F238E27FC236}">
                <a16:creationId xmlns:a16="http://schemas.microsoft.com/office/drawing/2014/main" id="{51481D94-57DD-A816-A8D7-69A189BC12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829752" y="165761"/>
            <a:ext cx="48985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755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57B325C-3E35-45CF-9D07-3BCB281F3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08A376-9854-BEFE-A65C-F5D8B9F76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09954" y="983848"/>
            <a:ext cx="4382046" cy="5231757"/>
          </a:xfrm>
        </p:spPr>
        <p:txBody>
          <a:bodyPr vert="horz" lIns="91440" tIns="45720" rIns="91440" bIns="45720" rtlCol="0" anchor="b">
            <a:normAutofit/>
          </a:bodyPr>
          <a:lstStyle/>
          <a:p>
            <a:pPr rtl="0">
              <a:lnSpc>
                <a:spcPct val="90000"/>
              </a:lnSpc>
            </a:pPr>
            <a:endParaRPr lang="en-US" sz="4400" b="1" i="0" kern="1200" dirty="0">
              <a:solidFill>
                <a:srgbClr val="EBEBEB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2" name="Freeform 36">
            <a:extLst>
              <a:ext uri="{FF2B5EF4-FFF2-40B4-BE49-F238E27FC236}">
                <a16:creationId xmlns:a16="http://schemas.microsoft.com/office/drawing/2014/main" id="{C24BEC42-AFF3-40D1-93A2-A27A42E1E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463681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Freeform: Shape 23">
            <a:extLst>
              <a:ext uri="{FF2B5EF4-FFF2-40B4-BE49-F238E27FC236}">
                <a16:creationId xmlns:a16="http://schemas.microsoft.com/office/drawing/2014/main" id="{608F427C-1EC9-4280-9367-F2B3AA063E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809954" cy="6858000"/>
          </a:xfrm>
          <a:custGeom>
            <a:avLst/>
            <a:gdLst>
              <a:gd name="connsiteX0" fmla="*/ 6465239 w 7809954"/>
              <a:gd name="connsiteY0" fmla="*/ 0 h 6858000"/>
              <a:gd name="connsiteX1" fmla="*/ 7808777 w 7809954"/>
              <a:gd name="connsiteY1" fmla="*/ 0 h 6858000"/>
              <a:gd name="connsiteX2" fmla="*/ 7783732 w 7809954"/>
              <a:gd name="connsiteY2" fmla="*/ 155676 h 6858000"/>
              <a:gd name="connsiteX3" fmla="*/ 7759863 w 7809954"/>
              <a:gd name="connsiteY3" fmla="*/ 310667 h 6858000"/>
              <a:gd name="connsiteX4" fmla="*/ 7736499 w 7809954"/>
              <a:gd name="connsiteY4" fmla="*/ 466344 h 6858000"/>
              <a:gd name="connsiteX5" fmla="*/ 7716496 w 7809954"/>
              <a:gd name="connsiteY5" fmla="*/ 622706 h 6858000"/>
              <a:gd name="connsiteX6" fmla="*/ 7696325 w 7809954"/>
              <a:gd name="connsiteY6" fmla="*/ 778383 h 6858000"/>
              <a:gd name="connsiteX7" fmla="*/ 7677499 w 7809954"/>
              <a:gd name="connsiteY7" fmla="*/ 934745 h 6858000"/>
              <a:gd name="connsiteX8" fmla="*/ 7661363 w 7809954"/>
              <a:gd name="connsiteY8" fmla="*/ 1089050 h 6858000"/>
              <a:gd name="connsiteX9" fmla="*/ 7646067 w 7809954"/>
              <a:gd name="connsiteY9" fmla="*/ 1245413 h 6858000"/>
              <a:gd name="connsiteX10" fmla="*/ 7632115 w 7809954"/>
              <a:gd name="connsiteY10" fmla="*/ 1401089 h 6858000"/>
              <a:gd name="connsiteX11" fmla="*/ 7620013 w 7809954"/>
              <a:gd name="connsiteY11" fmla="*/ 1554023 h 6858000"/>
              <a:gd name="connsiteX12" fmla="*/ 7607910 w 7809954"/>
              <a:gd name="connsiteY12" fmla="*/ 1709013 h 6858000"/>
              <a:gd name="connsiteX13" fmla="*/ 7597825 w 7809954"/>
              <a:gd name="connsiteY13" fmla="*/ 1861947 h 6858000"/>
              <a:gd name="connsiteX14" fmla="*/ 7589925 w 7809954"/>
              <a:gd name="connsiteY14" fmla="*/ 2014880 h 6858000"/>
              <a:gd name="connsiteX15" fmla="*/ 7581688 w 7809954"/>
              <a:gd name="connsiteY15" fmla="*/ 2167128 h 6858000"/>
              <a:gd name="connsiteX16" fmla="*/ 7574797 w 7809954"/>
              <a:gd name="connsiteY16" fmla="*/ 2318004 h 6858000"/>
              <a:gd name="connsiteX17" fmla="*/ 7569922 w 7809954"/>
              <a:gd name="connsiteY17" fmla="*/ 2467508 h 6858000"/>
              <a:gd name="connsiteX18" fmla="*/ 7565720 w 7809954"/>
              <a:gd name="connsiteY18" fmla="*/ 2617013 h 6858000"/>
              <a:gd name="connsiteX19" fmla="*/ 7561686 w 7809954"/>
              <a:gd name="connsiteY19" fmla="*/ 2765145 h 6858000"/>
              <a:gd name="connsiteX20" fmla="*/ 7559837 w 7809954"/>
              <a:gd name="connsiteY20" fmla="*/ 2911221 h 6858000"/>
              <a:gd name="connsiteX21" fmla="*/ 7557820 w 7809954"/>
              <a:gd name="connsiteY21" fmla="*/ 3057296 h 6858000"/>
              <a:gd name="connsiteX22" fmla="*/ 7556811 w 7809954"/>
              <a:gd name="connsiteY22" fmla="*/ 3201314 h 6858000"/>
              <a:gd name="connsiteX23" fmla="*/ 7557820 w 7809954"/>
              <a:gd name="connsiteY23" fmla="*/ 3343960 h 6858000"/>
              <a:gd name="connsiteX24" fmla="*/ 7557820 w 7809954"/>
              <a:gd name="connsiteY24" fmla="*/ 3485235 h 6858000"/>
              <a:gd name="connsiteX25" fmla="*/ 7559837 w 7809954"/>
              <a:gd name="connsiteY25" fmla="*/ 3625138 h 6858000"/>
              <a:gd name="connsiteX26" fmla="*/ 7562862 w 7809954"/>
              <a:gd name="connsiteY26" fmla="*/ 3762298 h 6858000"/>
              <a:gd name="connsiteX27" fmla="*/ 7565720 w 7809954"/>
              <a:gd name="connsiteY27" fmla="*/ 3898087 h 6858000"/>
              <a:gd name="connsiteX28" fmla="*/ 7568914 w 7809954"/>
              <a:gd name="connsiteY28" fmla="*/ 4031132 h 6858000"/>
              <a:gd name="connsiteX29" fmla="*/ 7573788 w 7809954"/>
              <a:gd name="connsiteY29" fmla="*/ 4163491 h 6858000"/>
              <a:gd name="connsiteX30" fmla="*/ 7578999 w 7809954"/>
              <a:gd name="connsiteY30" fmla="*/ 4293793 h 6858000"/>
              <a:gd name="connsiteX31" fmla="*/ 7583705 w 7809954"/>
              <a:gd name="connsiteY31" fmla="*/ 4421352 h 6858000"/>
              <a:gd name="connsiteX32" fmla="*/ 7596985 w 7809954"/>
              <a:gd name="connsiteY32" fmla="*/ 4670298 h 6858000"/>
              <a:gd name="connsiteX33" fmla="*/ 7611104 w 7809954"/>
              <a:gd name="connsiteY33" fmla="*/ 4908956 h 6858000"/>
              <a:gd name="connsiteX34" fmla="*/ 7625896 w 7809954"/>
              <a:gd name="connsiteY34" fmla="*/ 5138013 h 6858000"/>
              <a:gd name="connsiteX35" fmla="*/ 7642201 w 7809954"/>
              <a:gd name="connsiteY35" fmla="*/ 5354726 h 6858000"/>
              <a:gd name="connsiteX36" fmla="*/ 7659178 w 7809954"/>
              <a:gd name="connsiteY36" fmla="*/ 5561838 h 6858000"/>
              <a:gd name="connsiteX37" fmla="*/ 7677499 w 7809954"/>
              <a:gd name="connsiteY37" fmla="*/ 5753862 h 6858000"/>
              <a:gd name="connsiteX38" fmla="*/ 7695485 w 7809954"/>
              <a:gd name="connsiteY38" fmla="*/ 5934227 h 6858000"/>
              <a:gd name="connsiteX39" fmla="*/ 7713470 w 7809954"/>
              <a:gd name="connsiteY39" fmla="*/ 6100191 h 6858000"/>
              <a:gd name="connsiteX40" fmla="*/ 7730447 w 7809954"/>
              <a:gd name="connsiteY40" fmla="*/ 6252438 h 6858000"/>
              <a:gd name="connsiteX41" fmla="*/ 7746584 w 7809954"/>
              <a:gd name="connsiteY41" fmla="*/ 6387541 h 6858000"/>
              <a:gd name="connsiteX42" fmla="*/ 7761880 w 7809954"/>
              <a:gd name="connsiteY42" fmla="*/ 6509613 h 6858000"/>
              <a:gd name="connsiteX43" fmla="*/ 7774655 w 7809954"/>
              <a:gd name="connsiteY43" fmla="*/ 6612483 h 6858000"/>
              <a:gd name="connsiteX44" fmla="*/ 7786757 w 7809954"/>
              <a:gd name="connsiteY44" fmla="*/ 6698894 h 6858000"/>
              <a:gd name="connsiteX45" fmla="*/ 7804071 w 7809954"/>
              <a:gd name="connsiteY45" fmla="*/ 6817538 h 6858000"/>
              <a:gd name="connsiteX46" fmla="*/ 7809954 w 7809954"/>
              <a:gd name="connsiteY46" fmla="*/ 6858000 h 6858000"/>
              <a:gd name="connsiteX47" fmla="*/ 7157124 w 7809954"/>
              <a:gd name="connsiteY47" fmla="*/ 6858000 h 6858000"/>
              <a:gd name="connsiteX48" fmla="*/ 7157124 w 7809954"/>
              <a:gd name="connsiteY48" fmla="*/ 6858000 h 6858000"/>
              <a:gd name="connsiteX49" fmla="*/ 0 w 7809954"/>
              <a:gd name="connsiteY49" fmla="*/ 6858000 h 6858000"/>
              <a:gd name="connsiteX50" fmla="*/ 0 w 7809954"/>
              <a:gd name="connsiteY50" fmla="*/ 0 h 6858000"/>
              <a:gd name="connsiteX51" fmla="*/ 6465239 w 7809954"/>
              <a:gd name="connsiteY5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809954" h="6858000">
                <a:moveTo>
                  <a:pt x="6465239" y="0"/>
                </a:moveTo>
                <a:lnTo>
                  <a:pt x="7808777" y="0"/>
                </a:lnTo>
                <a:lnTo>
                  <a:pt x="7783732" y="155676"/>
                </a:lnTo>
                <a:lnTo>
                  <a:pt x="7759863" y="310667"/>
                </a:lnTo>
                <a:lnTo>
                  <a:pt x="7736499" y="466344"/>
                </a:lnTo>
                <a:lnTo>
                  <a:pt x="7716496" y="622706"/>
                </a:lnTo>
                <a:lnTo>
                  <a:pt x="7696325" y="778383"/>
                </a:lnTo>
                <a:lnTo>
                  <a:pt x="7677499" y="934745"/>
                </a:lnTo>
                <a:lnTo>
                  <a:pt x="7661363" y="1089050"/>
                </a:lnTo>
                <a:lnTo>
                  <a:pt x="7646067" y="1245413"/>
                </a:lnTo>
                <a:lnTo>
                  <a:pt x="7632115" y="1401089"/>
                </a:lnTo>
                <a:lnTo>
                  <a:pt x="7620013" y="1554023"/>
                </a:lnTo>
                <a:lnTo>
                  <a:pt x="7607910" y="1709013"/>
                </a:lnTo>
                <a:lnTo>
                  <a:pt x="7597825" y="1861947"/>
                </a:lnTo>
                <a:lnTo>
                  <a:pt x="7589925" y="2014880"/>
                </a:lnTo>
                <a:lnTo>
                  <a:pt x="7581688" y="2167128"/>
                </a:lnTo>
                <a:lnTo>
                  <a:pt x="7574797" y="2318004"/>
                </a:lnTo>
                <a:lnTo>
                  <a:pt x="7569922" y="2467508"/>
                </a:lnTo>
                <a:lnTo>
                  <a:pt x="7565720" y="2617013"/>
                </a:lnTo>
                <a:lnTo>
                  <a:pt x="7561686" y="2765145"/>
                </a:lnTo>
                <a:lnTo>
                  <a:pt x="7559837" y="2911221"/>
                </a:lnTo>
                <a:lnTo>
                  <a:pt x="7557820" y="3057296"/>
                </a:lnTo>
                <a:lnTo>
                  <a:pt x="7556811" y="3201314"/>
                </a:lnTo>
                <a:lnTo>
                  <a:pt x="7557820" y="3343960"/>
                </a:lnTo>
                <a:lnTo>
                  <a:pt x="7557820" y="3485235"/>
                </a:lnTo>
                <a:lnTo>
                  <a:pt x="7559837" y="3625138"/>
                </a:lnTo>
                <a:lnTo>
                  <a:pt x="7562862" y="3762298"/>
                </a:lnTo>
                <a:lnTo>
                  <a:pt x="7565720" y="3898087"/>
                </a:lnTo>
                <a:lnTo>
                  <a:pt x="7568914" y="4031132"/>
                </a:lnTo>
                <a:lnTo>
                  <a:pt x="7573788" y="4163491"/>
                </a:lnTo>
                <a:lnTo>
                  <a:pt x="7578999" y="4293793"/>
                </a:lnTo>
                <a:lnTo>
                  <a:pt x="7583705" y="4421352"/>
                </a:lnTo>
                <a:lnTo>
                  <a:pt x="7596985" y="4670298"/>
                </a:lnTo>
                <a:lnTo>
                  <a:pt x="7611104" y="4908956"/>
                </a:lnTo>
                <a:lnTo>
                  <a:pt x="7625896" y="5138013"/>
                </a:lnTo>
                <a:lnTo>
                  <a:pt x="7642201" y="5354726"/>
                </a:lnTo>
                <a:lnTo>
                  <a:pt x="7659178" y="5561838"/>
                </a:lnTo>
                <a:lnTo>
                  <a:pt x="7677499" y="5753862"/>
                </a:lnTo>
                <a:lnTo>
                  <a:pt x="7695485" y="5934227"/>
                </a:lnTo>
                <a:lnTo>
                  <a:pt x="7713470" y="6100191"/>
                </a:lnTo>
                <a:lnTo>
                  <a:pt x="7730447" y="6252438"/>
                </a:lnTo>
                <a:lnTo>
                  <a:pt x="7746584" y="6387541"/>
                </a:lnTo>
                <a:lnTo>
                  <a:pt x="7761880" y="6509613"/>
                </a:lnTo>
                <a:lnTo>
                  <a:pt x="7774655" y="6612483"/>
                </a:lnTo>
                <a:lnTo>
                  <a:pt x="7786757" y="6698894"/>
                </a:lnTo>
                <a:lnTo>
                  <a:pt x="7804071" y="6817538"/>
                </a:lnTo>
                <a:lnTo>
                  <a:pt x="7809954" y="6858000"/>
                </a:lnTo>
                <a:lnTo>
                  <a:pt x="7157124" y="6858000"/>
                </a:lnTo>
                <a:lnTo>
                  <a:pt x="7157124" y="6858000"/>
                </a:lnTo>
                <a:lnTo>
                  <a:pt x="0" y="6858000"/>
                </a:lnTo>
                <a:lnTo>
                  <a:pt x="0" y="0"/>
                </a:lnTo>
                <a:lnTo>
                  <a:pt x="6465239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98810A7-E114-447A-A7D6-69B27CFB5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2919987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57B325C-3E35-45CF-9D07-3BCB281F3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87786C-3C80-8CA2-6C08-40B00EB43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5135" y="1325880"/>
            <a:ext cx="4171251" cy="169058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 rtl="0">
              <a:lnSpc>
                <a:spcPct val="90000"/>
              </a:lnSpc>
            </a:pPr>
            <a:r>
              <a:rPr lang="en-US" sz="4400" b="1" i="0" kern="12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We follow the explanation</a:t>
            </a:r>
          </a:p>
        </p:txBody>
      </p:sp>
      <p:sp>
        <p:nvSpPr>
          <p:cNvPr id="25" name="Freeform 36">
            <a:extLst>
              <a:ext uri="{FF2B5EF4-FFF2-40B4-BE49-F238E27FC236}">
                <a16:creationId xmlns:a16="http://schemas.microsoft.com/office/drawing/2014/main" id="{C24BEC42-AFF3-40D1-93A2-A27A42E1E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463681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7" name="Freeform: Shape 26">
            <a:extLst>
              <a:ext uri="{FF2B5EF4-FFF2-40B4-BE49-F238E27FC236}">
                <a16:creationId xmlns:a16="http://schemas.microsoft.com/office/drawing/2014/main" id="{608F427C-1EC9-4280-9367-F2B3AA063E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809954" cy="6858000"/>
          </a:xfrm>
          <a:custGeom>
            <a:avLst/>
            <a:gdLst>
              <a:gd name="connsiteX0" fmla="*/ 6465239 w 7809954"/>
              <a:gd name="connsiteY0" fmla="*/ 0 h 6858000"/>
              <a:gd name="connsiteX1" fmla="*/ 7808777 w 7809954"/>
              <a:gd name="connsiteY1" fmla="*/ 0 h 6858000"/>
              <a:gd name="connsiteX2" fmla="*/ 7783732 w 7809954"/>
              <a:gd name="connsiteY2" fmla="*/ 155676 h 6858000"/>
              <a:gd name="connsiteX3" fmla="*/ 7759863 w 7809954"/>
              <a:gd name="connsiteY3" fmla="*/ 310667 h 6858000"/>
              <a:gd name="connsiteX4" fmla="*/ 7736499 w 7809954"/>
              <a:gd name="connsiteY4" fmla="*/ 466344 h 6858000"/>
              <a:gd name="connsiteX5" fmla="*/ 7716496 w 7809954"/>
              <a:gd name="connsiteY5" fmla="*/ 622706 h 6858000"/>
              <a:gd name="connsiteX6" fmla="*/ 7696325 w 7809954"/>
              <a:gd name="connsiteY6" fmla="*/ 778383 h 6858000"/>
              <a:gd name="connsiteX7" fmla="*/ 7677499 w 7809954"/>
              <a:gd name="connsiteY7" fmla="*/ 934745 h 6858000"/>
              <a:gd name="connsiteX8" fmla="*/ 7661363 w 7809954"/>
              <a:gd name="connsiteY8" fmla="*/ 1089050 h 6858000"/>
              <a:gd name="connsiteX9" fmla="*/ 7646067 w 7809954"/>
              <a:gd name="connsiteY9" fmla="*/ 1245413 h 6858000"/>
              <a:gd name="connsiteX10" fmla="*/ 7632115 w 7809954"/>
              <a:gd name="connsiteY10" fmla="*/ 1401089 h 6858000"/>
              <a:gd name="connsiteX11" fmla="*/ 7620013 w 7809954"/>
              <a:gd name="connsiteY11" fmla="*/ 1554023 h 6858000"/>
              <a:gd name="connsiteX12" fmla="*/ 7607910 w 7809954"/>
              <a:gd name="connsiteY12" fmla="*/ 1709013 h 6858000"/>
              <a:gd name="connsiteX13" fmla="*/ 7597825 w 7809954"/>
              <a:gd name="connsiteY13" fmla="*/ 1861947 h 6858000"/>
              <a:gd name="connsiteX14" fmla="*/ 7589925 w 7809954"/>
              <a:gd name="connsiteY14" fmla="*/ 2014880 h 6858000"/>
              <a:gd name="connsiteX15" fmla="*/ 7581688 w 7809954"/>
              <a:gd name="connsiteY15" fmla="*/ 2167128 h 6858000"/>
              <a:gd name="connsiteX16" fmla="*/ 7574797 w 7809954"/>
              <a:gd name="connsiteY16" fmla="*/ 2318004 h 6858000"/>
              <a:gd name="connsiteX17" fmla="*/ 7569922 w 7809954"/>
              <a:gd name="connsiteY17" fmla="*/ 2467508 h 6858000"/>
              <a:gd name="connsiteX18" fmla="*/ 7565720 w 7809954"/>
              <a:gd name="connsiteY18" fmla="*/ 2617013 h 6858000"/>
              <a:gd name="connsiteX19" fmla="*/ 7561686 w 7809954"/>
              <a:gd name="connsiteY19" fmla="*/ 2765145 h 6858000"/>
              <a:gd name="connsiteX20" fmla="*/ 7559837 w 7809954"/>
              <a:gd name="connsiteY20" fmla="*/ 2911221 h 6858000"/>
              <a:gd name="connsiteX21" fmla="*/ 7557820 w 7809954"/>
              <a:gd name="connsiteY21" fmla="*/ 3057296 h 6858000"/>
              <a:gd name="connsiteX22" fmla="*/ 7556811 w 7809954"/>
              <a:gd name="connsiteY22" fmla="*/ 3201314 h 6858000"/>
              <a:gd name="connsiteX23" fmla="*/ 7557820 w 7809954"/>
              <a:gd name="connsiteY23" fmla="*/ 3343960 h 6858000"/>
              <a:gd name="connsiteX24" fmla="*/ 7557820 w 7809954"/>
              <a:gd name="connsiteY24" fmla="*/ 3485235 h 6858000"/>
              <a:gd name="connsiteX25" fmla="*/ 7559837 w 7809954"/>
              <a:gd name="connsiteY25" fmla="*/ 3625138 h 6858000"/>
              <a:gd name="connsiteX26" fmla="*/ 7562862 w 7809954"/>
              <a:gd name="connsiteY26" fmla="*/ 3762298 h 6858000"/>
              <a:gd name="connsiteX27" fmla="*/ 7565720 w 7809954"/>
              <a:gd name="connsiteY27" fmla="*/ 3898087 h 6858000"/>
              <a:gd name="connsiteX28" fmla="*/ 7568914 w 7809954"/>
              <a:gd name="connsiteY28" fmla="*/ 4031132 h 6858000"/>
              <a:gd name="connsiteX29" fmla="*/ 7573788 w 7809954"/>
              <a:gd name="connsiteY29" fmla="*/ 4163491 h 6858000"/>
              <a:gd name="connsiteX30" fmla="*/ 7578999 w 7809954"/>
              <a:gd name="connsiteY30" fmla="*/ 4293793 h 6858000"/>
              <a:gd name="connsiteX31" fmla="*/ 7583705 w 7809954"/>
              <a:gd name="connsiteY31" fmla="*/ 4421352 h 6858000"/>
              <a:gd name="connsiteX32" fmla="*/ 7596985 w 7809954"/>
              <a:gd name="connsiteY32" fmla="*/ 4670298 h 6858000"/>
              <a:gd name="connsiteX33" fmla="*/ 7611104 w 7809954"/>
              <a:gd name="connsiteY33" fmla="*/ 4908956 h 6858000"/>
              <a:gd name="connsiteX34" fmla="*/ 7625896 w 7809954"/>
              <a:gd name="connsiteY34" fmla="*/ 5138013 h 6858000"/>
              <a:gd name="connsiteX35" fmla="*/ 7642201 w 7809954"/>
              <a:gd name="connsiteY35" fmla="*/ 5354726 h 6858000"/>
              <a:gd name="connsiteX36" fmla="*/ 7659178 w 7809954"/>
              <a:gd name="connsiteY36" fmla="*/ 5561838 h 6858000"/>
              <a:gd name="connsiteX37" fmla="*/ 7677499 w 7809954"/>
              <a:gd name="connsiteY37" fmla="*/ 5753862 h 6858000"/>
              <a:gd name="connsiteX38" fmla="*/ 7695485 w 7809954"/>
              <a:gd name="connsiteY38" fmla="*/ 5934227 h 6858000"/>
              <a:gd name="connsiteX39" fmla="*/ 7713470 w 7809954"/>
              <a:gd name="connsiteY39" fmla="*/ 6100191 h 6858000"/>
              <a:gd name="connsiteX40" fmla="*/ 7730447 w 7809954"/>
              <a:gd name="connsiteY40" fmla="*/ 6252438 h 6858000"/>
              <a:gd name="connsiteX41" fmla="*/ 7746584 w 7809954"/>
              <a:gd name="connsiteY41" fmla="*/ 6387541 h 6858000"/>
              <a:gd name="connsiteX42" fmla="*/ 7761880 w 7809954"/>
              <a:gd name="connsiteY42" fmla="*/ 6509613 h 6858000"/>
              <a:gd name="connsiteX43" fmla="*/ 7774655 w 7809954"/>
              <a:gd name="connsiteY43" fmla="*/ 6612483 h 6858000"/>
              <a:gd name="connsiteX44" fmla="*/ 7786757 w 7809954"/>
              <a:gd name="connsiteY44" fmla="*/ 6698894 h 6858000"/>
              <a:gd name="connsiteX45" fmla="*/ 7804071 w 7809954"/>
              <a:gd name="connsiteY45" fmla="*/ 6817538 h 6858000"/>
              <a:gd name="connsiteX46" fmla="*/ 7809954 w 7809954"/>
              <a:gd name="connsiteY46" fmla="*/ 6858000 h 6858000"/>
              <a:gd name="connsiteX47" fmla="*/ 7157124 w 7809954"/>
              <a:gd name="connsiteY47" fmla="*/ 6858000 h 6858000"/>
              <a:gd name="connsiteX48" fmla="*/ 7157124 w 7809954"/>
              <a:gd name="connsiteY48" fmla="*/ 6858000 h 6858000"/>
              <a:gd name="connsiteX49" fmla="*/ 0 w 7809954"/>
              <a:gd name="connsiteY49" fmla="*/ 6858000 h 6858000"/>
              <a:gd name="connsiteX50" fmla="*/ 0 w 7809954"/>
              <a:gd name="connsiteY50" fmla="*/ 0 h 6858000"/>
              <a:gd name="connsiteX51" fmla="*/ 6465239 w 7809954"/>
              <a:gd name="connsiteY5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809954" h="6858000">
                <a:moveTo>
                  <a:pt x="6465239" y="0"/>
                </a:moveTo>
                <a:lnTo>
                  <a:pt x="7808777" y="0"/>
                </a:lnTo>
                <a:lnTo>
                  <a:pt x="7783732" y="155676"/>
                </a:lnTo>
                <a:lnTo>
                  <a:pt x="7759863" y="310667"/>
                </a:lnTo>
                <a:lnTo>
                  <a:pt x="7736499" y="466344"/>
                </a:lnTo>
                <a:lnTo>
                  <a:pt x="7716496" y="622706"/>
                </a:lnTo>
                <a:lnTo>
                  <a:pt x="7696325" y="778383"/>
                </a:lnTo>
                <a:lnTo>
                  <a:pt x="7677499" y="934745"/>
                </a:lnTo>
                <a:lnTo>
                  <a:pt x="7661363" y="1089050"/>
                </a:lnTo>
                <a:lnTo>
                  <a:pt x="7646067" y="1245413"/>
                </a:lnTo>
                <a:lnTo>
                  <a:pt x="7632115" y="1401089"/>
                </a:lnTo>
                <a:lnTo>
                  <a:pt x="7620013" y="1554023"/>
                </a:lnTo>
                <a:lnTo>
                  <a:pt x="7607910" y="1709013"/>
                </a:lnTo>
                <a:lnTo>
                  <a:pt x="7597825" y="1861947"/>
                </a:lnTo>
                <a:lnTo>
                  <a:pt x="7589925" y="2014880"/>
                </a:lnTo>
                <a:lnTo>
                  <a:pt x="7581688" y="2167128"/>
                </a:lnTo>
                <a:lnTo>
                  <a:pt x="7574797" y="2318004"/>
                </a:lnTo>
                <a:lnTo>
                  <a:pt x="7569922" y="2467508"/>
                </a:lnTo>
                <a:lnTo>
                  <a:pt x="7565720" y="2617013"/>
                </a:lnTo>
                <a:lnTo>
                  <a:pt x="7561686" y="2765145"/>
                </a:lnTo>
                <a:lnTo>
                  <a:pt x="7559837" y="2911221"/>
                </a:lnTo>
                <a:lnTo>
                  <a:pt x="7557820" y="3057296"/>
                </a:lnTo>
                <a:lnTo>
                  <a:pt x="7556811" y="3201314"/>
                </a:lnTo>
                <a:lnTo>
                  <a:pt x="7557820" y="3343960"/>
                </a:lnTo>
                <a:lnTo>
                  <a:pt x="7557820" y="3485235"/>
                </a:lnTo>
                <a:lnTo>
                  <a:pt x="7559837" y="3625138"/>
                </a:lnTo>
                <a:lnTo>
                  <a:pt x="7562862" y="3762298"/>
                </a:lnTo>
                <a:lnTo>
                  <a:pt x="7565720" y="3898087"/>
                </a:lnTo>
                <a:lnTo>
                  <a:pt x="7568914" y="4031132"/>
                </a:lnTo>
                <a:lnTo>
                  <a:pt x="7573788" y="4163491"/>
                </a:lnTo>
                <a:lnTo>
                  <a:pt x="7578999" y="4293793"/>
                </a:lnTo>
                <a:lnTo>
                  <a:pt x="7583705" y="4421352"/>
                </a:lnTo>
                <a:lnTo>
                  <a:pt x="7596985" y="4670298"/>
                </a:lnTo>
                <a:lnTo>
                  <a:pt x="7611104" y="4908956"/>
                </a:lnTo>
                <a:lnTo>
                  <a:pt x="7625896" y="5138013"/>
                </a:lnTo>
                <a:lnTo>
                  <a:pt x="7642201" y="5354726"/>
                </a:lnTo>
                <a:lnTo>
                  <a:pt x="7659178" y="5561838"/>
                </a:lnTo>
                <a:lnTo>
                  <a:pt x="7677499" y="5753862"/>
                </a:lnTo>
                <a:lnTo>
                  <a:pt x="7695485" y="5934227"/>
                </a:lnTo>
                <a:lnTo>
                  <a:pt x="7713470" y="6100191"/>
                </a:lnTo>
                <a:lnTo>
                  <a:pt x="7730447" y="6252438"/>
                </a:lnTo>
                <a:lnTo>
                  <a:pt x="7746584" y="6387541"/>
                </a:lnTo>
                <a:lnTo>
                  <a:pt x="7761880" y="6509613"/>
                </a:lnTo>
                <a:lnTo>
                  <a:pt x="7774655" y="6612483"/>
                </a:lnTo>
                <a:lnTo>
                  <a:pt x="7786757" y="6698894"/>
                </a:lnTo>
                <a:lnTo>
                  <a:pt x="7804071" y="6817538"/>
                </a:lnTo>
                <a:lnTo>
                  <a:pt x="7809954" y="6858000"/>
                </a:lnTo>
                <a:lnTo>
                  <a:pt x="7157124" y="6858000"/>
                </a:lnTo>
                <a:lnTo>
                  <a:pt x="7157124" y="6858000"/>
                </a:lnTo>
                <a:lnTo>
                  <a:pt x="0" y="6858000"/>
                </a:lnTo>
                <a:lnTo>
                  <a:pt x="0" y="0"/>
                </a:lnTo>
                <a:lnTo>
                  <a:pt x="6465239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98810A7-E114-447A-A7D6-69B27CFB5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6418EC7-5825-3C25-4652-43AA45BFBD1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500" y="647698"/>
            <a:ext cx="5381369" cy="5562139"/>
          </a:xfrm>
          <a:prstGeom prst="rect">
            <a:avLst/>
          </a:prstGeom>
          <a:effectLst/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FA8F6AB9-BE46-D277-777C-1A581CF06212}"/>
              </a:ext>
            </a:extLst>
          </p:cNvPr>
          <p:cNvSpPr txBox="1">
            <a:spLocks/>
          </p:cNvSpPr>
          <p:nvPr/>
        </p:nvSpPr>
        <p:spPr>
          <a:xfrm>
            <a:off x="7809954" y="3497054"/>
            <a:ext cx="4053233" cy="169058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1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rtl="1" eaLnBrk="1" hangingPunct="1">
              <a:defRPr>
                <a:solidFill>
                  <a:schemeClr val="tx2"/>
                </a:solidFill>
              </a:defRPr>
            </a:lvl2pPr>
            <a:lvl3pPr rtl="1" eaLnBrk="1" hangingPunct="1">
              <a:defRPr>
                <a:solidFill>
                  <a:schemeClr val="tx2"/>
                </a:solidFill>
              </a:defRPr>
            </a:lvl3pPr>
            <a:lvl4pPr rtl="1" eaLnBrk="1" hangingPunct="1">
              <a:defRPr>
                <a:solidFill>
                  <a:schemeClr val="tx2"/>
                </a:solidFill>
              </a:defRPr>
            </a:lvl4pPr>
            <a:lvl5pPr rtl="1" eaLnBrk="1" hangingPunct="1">
              <a:defRPr>
                <a:solidFill>
                  <a:schemeClr val="tx2"/>
                </a:solidFill>
              </a:defRPr>
            </a:lvl5pPr>
            <a:lvl6pPr rtl="1" eaLnBrk="1" hangingPunct="1">
              <a:defRPr>
                <a:solidFill>
                  <a:schemeClr val="tx2"/>
                </a:solidFill>
              </a:defRPr>
            </a:lvl6pPr>
            <a:lvl7pPr rtl="1" eaLnBrk="1" hangingPunct="1">
              <a:defRPr>
                <a:solidFill>
                  <a:schemeClr val="tx2"/>
                </a:solidFill>
              </a:defRPr>
            </a:lvl7pPr>
            <a:lvl8pPr rtl="1" eaLnBrk="1" hangingPunct="1">
              <a:defRPr>
                <a:solidFill>
                  <a:schemeClr val="tx2"/>
                </a:solidFill>
              </a:defRPr>
            </a:lvl8pPr>
            <a:lvl9pPr rtl="1"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 rtl="0">
              <a:lnSpc>
                <a:spcPct val="90000"/>
              </a:lnSpc>
            </a:pPr>
            <a:r>
              <a:rPr lang="en-US" b="1" dirty="0">
                <a:solidFill>
                  <a:schemeClr val="accent3"/>
                </a:solidFill>
              </a:rPr>
              <a:t>Yes</a:t>
            </a:r>
            <a:r>
              <a:rPr lang="en-US" b="1" dirty="0">
                <a:solidFill>
                  <a:srgbClr val="EBEBEB"/>
                </a:solidFill>
              </a:rPr>
              <a:t> Or </a:t>
            </a:r>
            <a:r>
              <a:rPr lang="en-US" b="1" dirty="0">
                <a:solidFill>
                  <a:srgbClr val="FF0000"/>
                </a:solidFill>
              </a:rPr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7311245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F478D-36B1-CA2F-A984-5E73F25B7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36A7E-64DD-ADA1-9E72-514F03803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2802" y="757672"/>
            <a:ext cx="7279204" cy="452845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rtl="0">
              <a:lnSpc>
                <a:spcPct val="90000"/>
              </a:lnSpc>
            </a:pPr>
            <a:endParaRPr lang="en-US" sz="4800" b="0" i="0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86DC9D0-1D55-5BE8-8B3F-C202FF8BCF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725891" y="209037"/>
            <a:ext cx="6439925" cy="6439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5687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57B325C-3E35-45CF-9D07-3BCB281F3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6A358D-67B0-3A27-30F3-5209040A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99412" y="257583"/>
            <a:ext cx="3727048" cy="5657033"/>
          </a:xfrm>
        </p:spPr>
        <p:txBody>
          <a:bodyPr vert="horz" lIns="91440" tIns="45720" rIns="91440" bIns="45720" rtlCol="0" anchor="b">
            <a:noAutofit/>
          </a:bodyPr>
          <a:lstStyle/>
          <a:p>
            <a:pPr rtl="0">
              <a:lnSpc>
                <a:spcPct val="90000"/>
              </a:lnSpc>
            </a:pPr>
            <a:endParaRPr lang="en-US" sz="4000" b="0" i="0" kern="1200" dirty="0">
              <a:solidFill>
                <a:schemeClr val="accent3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2" name="Freeform 36">
            <a:extLst>
              <a:ext uri="{FF2B5EF4-FFF2-40B4-BE49-F238E27FC236}">
                <a16:creationId xmlns:a16="http://schemas.microsoft.com/office/drawing/2014/main" id="{C24BEC42-AFF3-40D1-93A2-A27A42E1E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463681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Freeform: Shape 23">
            <a:extLst>
              <a:ext uri="{FF2B5EF4-FFF2-40B4-BE49-F238E27FC236}">
                <a16:creationId xmlns:a16="http://schemas.microsoft.com/office/drawing/2014/main" id="{608F427C-1EC9-4280-9367-F2B3AA063E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809954" cy="6858000"/>
          </a:xfrm>
          <a:custGeom>
            <a:avLst/>
            <a:gdLst>
              <a:gd name="connsiteX0" fmla="*/ 6465239 w 7809954"/>
              <a:gd name="connsiteY0" fmla="*/ 0 h 6858000"/>
              <a:gd name="connsiteX1" fmla="*/ 7808777 w 7809954"/>
              <a:gd name="connsiteY1" fmla="*/ 0 h 6858000"/>
              <a:gd name="connsiteX2" fmla="*/ 7783732 w 7809954"/>
              <a:gd name="connsiteY2" fmla="*/ 155676 h 6858000"/>
              <a:gd name="connsiteX3" fmla="*/ 7759863 w 7809954"/>
              <a:gd name="connsiteY3" fmla="*/ 310667 h 6858000"/>
              <a:gd name="connsiteX4" fmla="*/ 7736499 w 7809954"/>
              <a:gd name="connsiteY4" fmla="*/ 466344 h 6858000"/>
              <a:gd name="connsiteX5" fmla="*/ 7716496 w 7809954"/>
              <a:gd name="connsiteY5" fmla="*/ 622706 h 6858000"/>
              <a:gd name="connsiteX6" fmla="*/ 7696325 w 7809954"/>
              <a:gd name="connsiteY6" fmla="*/ 778383 h 6858000"/>
              <a:gd name="connsiteX7" fmla="*/ 7677499 w 7809954"/>
              <a:gd name="connsiteY7" fmla="*/ 934745 h 6858000"/>
              <a:gd name="connsiteX8" fmla="*/ 7661363 w 7809954"/>
              <a:gd name="connsiteY8" fmla="*/ 1089050 h 6858000"/>
              <a:gd name="connsiteX9" fmla="*/ 7646067 w 7809954"/>
              <a:gd name="connsiteY9" fmla="*/ 1245413 h 6858000"/>
              <a:gd name="connsiteX10" fmla="*/ 7632115 w 7809954"/>
              <a:gd name="connsiteY10" fmla="*/ 1401089 h 6858000"/>
              <a:gd name="connsiteX11" fmla="*/ 7620013 w 7809954"/>
              <a:gd name="connsiteY11" fmla="*/ 1554023 h 6858000"/>
              <a:gd name="connsiteX12" fmla="*/ 7607910 w 7809954"/>
              <a:gd name="connsiteY12" fmla="*/ 1709013 h 6858000"/>
              <a:gd name="connsiteX13" fmla="*/ 7597825 w 7809954"/>
              <a:gd name="connsiteY13" fmla="*/ 1861947 h 6858000"/>
              <a:gd name="connsiteX14" fmla="*/ 7589925 w 7809954"/>
              <a:gd name="connsiteY14" fmla="*/ 2014880 h 6858000"/>
              <a:gd name="connsiteX15" fmla="*/ 7581688 w 7809954"/>
              <a:gd name="connsiteY15" fmla="*/ 2167128 h 6858000"/>
              <a:gd name="connsiteX16" fmla="*/ 7574797 w 7809954"/>
              <a:gd name="connsiteY16" fmla="*/ 2318004 h 6858000"/>
              <a:gd name="connsiteX17" fmla="*/ 7569922 w 7809954"/>
              <a:gd name="connsiteY17" fmla="*/ 2467508 h 6858000"/>
              <a:gd name="connsiteX18" fmla="*/ 7565720 w 7809954"/>
              <a:gd name="connsiteY18" fmla="*/ 2617013 h 6858000"/>
              <a:gd name="connsiteX19" fmla="*/ 7561686 w 7809954"/>
              <a:gd name="connsiteY19" fmla="*/ 2765145 h 6858000"/>
              <a:gd name="connsiteX20" fmla="*/ 7559837 w 7809954"/>
              <a:gd name="connsiteY20" fmla="*/ 2911221 h 6858000"/>
              <a:gd name="connsiteX21" fmla="*/ 7557820 w 7809954"/>
              <a:gd name="connsiteY21" fmla="*/ 3057296 h 6858000"/>
              <a:gd name="connsiteX22" fmla="*/ 7556811 w 7809954"/>
              <a:gd name="connsiteY22" fmla="*/ 3201314 h 6858000"/>
              <a:gd name="connsiteX23" fmla="*/ 7557820 w 7809954"/>
              <a:gd name="connsiteY23" fmla="*/ 3343960 h 6858000"/>
              <a:gd name="connsiteX24" fmla="*/ 7557820 w 7809954"/>
              <a:gd name="connsiteY24" fmla="*/ 3485235 h 6858000"/>
              <a:gd name="connsiteX25" fmla="*/ 7559837 w 7809954"/>
              <a:gd name="connsiteY25" fmla="*/ 3625138 h 6858000"/>
              <a:gd name="connsiteX26" fmla="*/ 7562862 w 7809954"/>
              <a:gd name="connsiteY26" fmla="*/ 3762298 h 6858000"/>
              <a:gd name="connsiteX27" fmla="*/ 7565720 w 7809954"/>
              <a:gd name="connsiteY27" fmla="*/ 3898087 h 6858000"/>
              <a:gd name="connsiteX28" fmla="*/ 7568914 w 7809954"/>
              <a:gd name="connsiteY28" fmla="*/ 4031132 h 6858000"/>
              <a:gd name="connsiteX29" fmla="*/ 7573788 w 7809954"/>
              <a:gd name="connsiteY29" fmla="*/ 4163491 h 6858000"/>
              <a:gd name="connsiteX30" fmla="*/ 7578999 w 7809954"/>
              <a:gd name="connsiteY30" fmla="*/ 4293793 h 6858000"/>
              <a:gd name="connsiteX31" fmla="*/ 7583705 w 7809954"/>
              <a:gd name="connsiteY31" fmla="*/ 4421352 h 6858000"/>
              <a:gd name="connsiteX32" fmla="*/ 7596985 w 7809954"/>
              <a:gd name="connsiteY32" fmla="*/ 4670298 h 6858000"/>
              <a:gd name="connsiteX33" fmla="*/ 7611104 w 7809954"/>
              <a:gd name="connsiteY33" fmla="*/ 4908956 h 6858000"/>
              <a:gd name="connsiteX34" fmla="*/ 7625896 w 7809954"/>
              <a:gd name="connsiteY34" fmla="*/ 5138013 h 6858000"/>
              <a:gd name="connsiteX35" fmla="*/ 7642201 w 7809954"/>
              <a:gd name="connsiteY35" fmla="*/ 5354726 h 6858000"/>
              <a:gd name="connsiteX36" fmla="*/ 7659178 w 7809954"/>
              <a:gd name="connsiteY36" fmla="*/ 5561838 h 6858000"/>
              <a:gd name="connsiteX37" fmla="*/ 7677499 w 7809954"/>
              <a:gd name="connsiteY37" fmla="*/ 5753862 h 6858000"/>
              <a:gd name="connsiteX38" fmla="*/ 7695485 w 7809954"/>
              <a:gd name="connsiteY38" fmla="*/ 5934227 h 6858000"/>
              <a:gd name="connsiteX39" fmla="*/ 7713470 w 7809954"/>
              <a:gd name="connsiteY39" fmla="*/ 6100191 h 6858000"/>
              <a:gd name="connsiteX40" fmla="*/ 7730447 w 7809954"/>
              <a:gd name="connsiteY40" fmla="*/ 6252438 h 6858000"/>
              <a:gd name="connsiteX41" fmla="*/ 7746584 w 7809954"/>
              <a:gd name="connsiteY41" fmla="*/ 6387541 h 6858000"/>
              <a:gd name="connsiteX42" fmla="*/ 7761880 w 7809954"/>
              <a:gd name="connsiteY42" fmla="*/ 6509613 h 6858000"/>
              <a:gd name="connsiteX43" fmla="*/ 7774655 w 7809954"/>
              <a:gd name="connsiteY43" fmla="*/ 6612483 h 6858000"/>
              <a:gd name="connsiteX44" fmla="*/ 7786757 w 7809954"/>
              <a:gd name="connsiteY44" fmla="*/ 6698894 h 6858000"/>
              <a:gd name="connsiteX45" fmla="*/ 7804071 w 7809954"/>
              <a:gd name="connsiteY45" fmla="*/ 6817538 h 6858000"/>
              <a:gd name="connsiteX46" fmla="*/ 7809954 w 7809954"/>
              <a:gd name="connsiteY46" fmla="*/ 6858000 h 6858000"/>
              <a:gd name="connsiteX47" fmla="*/ 7157124 w 7809954"/>
              <a:gd name="connsiteY47" fmla="*/ 6858000 h 6858000"/>
              <a:gd name="connsiteX48" fmla="*/ 7157124 w 7809954"/>
              <a:gd name="connsiteY48" fmla="*/ 6858000 h 6858000"/>
              <a:gd name="connsiteX49" fmla="*/ 0 w 7809954"/>
              <a:gd name="connsiteY49" fmla="*/ 6858000 h 6858000"/>
              <a:gd name="connsiteX50" fmla="*/ 0 w 7809954"/>
              <a:gd name="connsiteY50" fmla="*/ 0 h 6858000"/>
              <a:gd name="connsiteX51" fmla="*/ 6465239 w 7809954"/>
              <a:gd name="connsiteY5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809954" h="6858000">
                <a:moveTo>
                  <a:pt x="6465239" y="0"/>
                </a:moveTo>
                <a:lnTo>
                  <a:pt x="7808777" y="0"/>
                </a:lnTo>
                <a:lnTo>
                  <a:pt x="7783732" y="155676"/>
                </a:lnTo>
                <a:lnTo>
                  <a:pt x="7759863" y="310667"/>
                </a:lnTo>
                <a:lnTo>
                  <a:pt x="7736499" y="466344"/>
                </a:lnTo>
                <a:lnTo>
                  <a:pt x="7716496" y="622706"/>
                </a:lnTo>
                <a:lnTo>
                  <a:pt x="7696325" y="778383"/>
                </a:lnTo>
                <a:lnTo>
                  <a:pt x="7677499" y="934745"/>
                </a:lnTo>
                <a:lnTo>
                  <a:pt x="7661363" y="1089050"/>
                </a:lnTo>
                <a:lnTo>
                  <a:pt x="7646067" y="1245413"/>
                </a:lnTo>
                <a:lnTo>
                  <a:pt x="7632115" y="1401089"/>
                </a:lnTo>
                <a:lnTo>
                  <a:pt x="7620013" y="1554023"/>
                </a:lnTo>
                <a:lnTo>
                  <a:pt x="7607910" y="1709013"/>
                </a:lnTo>
                <a:lnTo>
                  <a:pt x="7597825" y="1861947"/>
                </a:lnTo>
                <a:lnTo>
                  <a:pt x="7589925" y="2014880"/>
                </a:lnTo>
                <a:lnTo>
                  <a:pt x="7581688" y="2167128"/>
                </a:lnTo>
                <a:lnTo>
                  <a:pt x="7574797" y="2318004"/>
                </a:lnTo>
                <a:lnTo>
                  <a:pt x="7569922" y="2467508"/>
                </a:lnTo>
                <a:lnTo>
                  <a:pt x="7565720" y="2617013"/>
                </a:lnTo>
                <a:lnTo>
                  <a:pt x="7561686" y="2765145"/>
                </a:lnTo>
                <a:lnTo>
                  <a:pt x="7559837" y="2911221"/>
                </a:lnTo>
                <a:lnTo>
                  <a:pt x="7557820" y="3057296"/>
                </a:lnTo>
                <a:lnTo>
                  <a:pt x="7556811" y="3201314"/>
                </a:lnTo>
                <a:lnTo>
                  <a:pt x="7557820" y="3343960"/>
                </a:lnTo>
                <a:lnTo>
                  <a:pt x="7557820" y="3485235"/>
                </a:lnTo>
                <a:lnTo>
                  <a:pt x="7559837" y="3625138"/>
                </a:lnTo>
                <a:lnTo>
                  <a:pt x="7562862" y="3762298"/>
                </a:lnTo>
                <a:lnTo>
                  <a:pt x="7565720" y="3898087"/>
                </a:lnTo>
                <a:lnTo>
                  <a:pt x="7568914" y="4031132"/>
                </a:lnTo>
                <a:lnTo>
                  <a:pt x="7573788" y="4163491"/>
                </a:lnTo>
                <a:lnTo>
                  <a:pt x="7578999" y="4293793"/>
                </a:lnTo>
                <a:lnTo>
                  <a:pt x="7583705" y="4421352"/>
                </a:lnTo>
                <a:lnTo>
                  <a:pt x="7596985" y="4670298"/>
                </a:lnTo>
                <a:lnTo>
                  <a:pt x="7611104" y="4908956"/>
                </a:lnTo>
                <a:lnTo>
                  <a:pt x="7625896" y="5138013"/>
                </a:lnTo>
                <a:lnTo>
                  <a:pt x="7642201" y="5354726"/>
                </a:lnTo>
                <a:lnTo>
                  <a:pt x="7659178" y="5561838"/>
                </a:lnTo>
                <a:lnTo>
                  <a:pt x="7677499" y="5753862"/>
                </a:lnTo>
                <a:lnTo>
                  <a:pt x="7695485" y="5934227"/>
                </a:lnTo>
                <a:lnTo>
                  <a:pt x="7713470" y="6100191"/>
                </a:lnTo>
                <a:lnTo>
                  <a:pt x="7730447" y="6252438"/>
                </a:lnTo>
                <a:lnTo>
                  <a:pt x="7746584" y="6387541"/>
                </a:lnTo>
                <a:lnTo>
                  <a:pt x="7761880" y="6509613"/>
                </a:lnTo>
                <a:lnTo>
                  <a:pt x="7774655" y="6612483"/>
                </a:lnTo>
                <a:lnTo>
                  <a:pt x="7786757" y="6698894"/>
                </a:lnTo>
                <a:lnTo>
                  <a:pt x="7804071" y="6817538"/>
                </a:lnTo>
                <a:lnTo>
                  <a:pt x="7809954" y="6858000"/>
                </a:lnTo>
                <a:lnTo>
                  <a:pt x="7157124" y="6858000"/>
                </a:lnTo>
                <a:lnTo>
                  <a:pt x="7157124" y="6858000"/>
                </a:lnTo>
                <a:lnTo>
                  <a:pt x="0" y="6858000"/>
                </a:lnTo>
                <a:lnTo>
                  <a:pt x="0" y="0"/>
                </a:lnTo>
                <a:lnTo>
                  <a:pt x="6465239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98810A7-E114-447A-A7D6-69B27CFB5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7173911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1CE3E7-CB3E-1D02-89F0-098C4AA34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F19BAF3-7E20-4B9D-B544-BABAEEA1F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50648F4-ABCD-4DF0-8641-76CFB2354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989BE678-777B-482A-A616-FEDC47B16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F1EB4BD-9C7E-4AA3-9681-C7EB0DA625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4AAE3AA-3759-4D28-B0EF-575F25A51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D28BE0C3-2102-4820-B88B-A448B184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B8DA33-F9E8-8D88-AE30-F9433D5D8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588" y="462987"/>
            <a:ext cx="4213526" cy="5180290"/>
          </a:xfrm>
        </p:spPr>
        <p:txBody>
          <a:bodyPr vert="horz" lIns="91440" tIns="45720" rIns="91440" bIns="45720" rtlCol="0" anchor="b">
            <a:normAutofit/>
          </a:bodyPr>
          <a:lstStyle/>
          <a:p>
            <a:pPr rtl="0">
              <a:lnSpc>
                <a:spcPct val="90000"/>
              </a:lnSpc>
            </a:pPr>
            <a:r>
              <a:rPr lang="en-US" sz="6600" b="1" dirty="0"/>
              <a:t>5- </a:t>
            </a:r>
            <a:r>
              <a:rPr lang="en-US" sz="6600" b="1" dirty="0">
                <a:solidFill>
                  <a:schemeClr val="accent3"/>
                </a:solidFill>
              </a:rPr>
              <a:t>RAM</a:t>
            </a:r>
            <a:r>
              <a:rPr lang="en-US" sz="6600" b="1" dirty="0"/>
              <a:t> (Random access memory)</a:t>
            </a:r>
          </a:p>
        </p:txBody>
      </p:sp>
      <p:pic>
        <p:nvPicPr>
          <p:cNvPr id="4" name="Picture 3" descr="A green computer ram with black text&#10;&#10;AI-generated content may be incorrect.">
            <a:extLst>
              <a:ext uri="{FF2B5EF4-FFF2-40B4-BE49-F238E27FC236}">
                <a16:creationId xmlns:a16="http://schemas.microsoft.com/office/drawing/2014/main" id="{216B78FF-3C57-96F9-32FB-2B02977C701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33" r="9" b="6729"/>
          <a:stretch>
            <a:fillRect/>
          </a:stretch>
        </p:blipFill>
        <p:spPr>
          <a:xfrm>
            <a:off x="4634682" y="10"/>
            <a:ext cx="7557319" cy="685799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BFEFF673-A9DE-416D-A04E-1D5090454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624367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58675-20F5-3933-A9B6-0570B3021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9598E-5AC5-51F0-1F25-798EA6B7B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72" y="771848"/>
            <a:ext cx="6401281" cy="2306735"/>
          </a:xfrm>
        </p:spPr>
        <p:txBody>
          <a:bodyPr vert="horz" lIns="91440" tIns="45720" rIns="91440" bIns="45720" rtlCol="0" anchor="b">
            <a:normAutofit/>
          </a:bodyPr>
          <a:lstStyle/>
          <a:p>
            <a:pPr rtl="0">
              <a:lnSpc>
                <a:spcPct val="90000"/>
              </a:lnSpc>
            </a:pPr>
            <a:r>
              <a:rPr lang="en-US" sz="4400" b="1" dirty="0"/>
              <a:t>Do you know </a:t>
            </a:r>
            <a:br>
              <a:rPr lang="en-US" sz="4400" b="1" dirty="0"/>
            </a:br>
            <a:r>
              <a:rPr lang="en-US" sz="4400" b="1" dirty="0"/>
              <a:t>what </a:t>
            </a:r>
            <a:r>
              <a:rPr lang="en-US" sz="4400" b="1" dirty="0">
                <a:solidFill>
                  <a:schemeClr val="accent3"/>
                </a:solidFill>
              </a:rPr>
              <a:t>GPU </a:t>
            </a:r>
            <a:r>
              <a:rPr lang="en-US" sz="4400" b="1" dirty="0"/>
              <a:t>are?</a:t>
            </a:r>
            <a:endParaRPr lang="en-US" sz="5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8C1FDE-6CC8-F534-4A77-1D72C2BB9D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60" b="4660"/>
          <a:stretch/>
        </p:blipFill>
        <p:spPr>
          <a:xfrm>
            <a:off x="6233307" y="0"/>
            <a:ext cx="6097590" cy="685799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F96D81C-C13E-FA58-B6A1-90482EFDC1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1365" y="3779417"/>
            <a:ext cx="3746172" cy="2893917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481072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719C04-9357-D8B1-B488-0503D11EF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42B328-1D8A-7F9C-676C-F51C3B2C4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1904" y="980954"/>
            <a:ext cx="5544532" cy="4896091"/>
          </a:xfrm>
        </p:spPr>
        <p:txBody>
          <a:bodyPr vert="horz" lIns="91440" tIns="45720" rIns="91440" bIns="45720" rtlCol="0" anchor="b">
            <a:noAutofit/>
          </a:bodyPr>
          <a:lstStyle/>
          <a:p>
            <a:pPr rtl="0">
              <a:lnSpc>
                <a:spcPct val="90000"/>
              </a:lnSpc>
            </a:pPr>
            <a:r>
              <a:rPr lang="en-US" sz="7200" b="1" i="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6- </a:t>
            </a:r>
            <a:r>
              <a:rPr lang="en-US" sz="7200" b="1" i="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rPr>
              <a:t>GPU</a:t>
            </a:r>
            <a:r>
              <a:rPr lang="en-US" sz="7200" b="1" i="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(Graphics Processing Unit).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C18C21-A7AC-2185-101D-7430E926900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419" y="1323723"/>
            <a:ext cx="5450557" cy="4210554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742268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533027-1FB1-5E23-4547-7744F4717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F19BAF3-7E20-4B9D-B544-BABAEEA1F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50648F4-ABCD-4DF0-8641-76CFB2354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989BE678-777B-482A-A616-FEDC47B16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F1EB4BD-9C7E-4AA3-9681-C7EB0DA625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4AAE3AA-3759-4D28-B0EF-575F25A51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D28BE0C3-2102-4820-B88B-A448B184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pic>
        <p:nvPicPr>
          <p:cNvPr id="4" name="Picture 3" descr="A green computer ram with black text&#10;&#10;AI-generated content may be incorrect.">
            <a:extLst>
              <a:ext uri="{FF2B5EF4-FFF2-40B4-BE49-F238E27FC236}">
                <a16:creationId xmlns:a16="http://schemas.microsoft.com/office/drawing/2014/main" id="{4F9307D0-D057-AA82-C52D-A7A09649A37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317" r="3" b="31507"/>
          <a:stretch>
            <a:fillRect/>
          </a:stretch>
        </p:blipFill>
        <p:spPr>
          <a:xfrm>
            <a:off x="1" y="-5"/>
            <a:ext cx="12191695" cy="5020241"/>
          </a:xfrm>
          <a:custGeom>
            <a:avLst/>
            <a:gdLst/>
            <a:ahLst/>
            <a:cxnLst/>
            <a:rect l="l" t="t" r="r" b="b"/>
            <a:pathLst>
              <a:path w="12191695" h="5020241">
                <a:moveTo>
                  <a:pt x="0" y="0"/>
                </a:moveTo>
                <a:lnTo>
                  <a:pt x="12191695" y="0"/>
                </a:lnTo>
                <a:lnTo>
                  <a:pt x="12191695" y="4057991"/>
                </a:lnTo>
                <a:lnTo>
                  <a:pt x="11914945" y="4110187"/>
                </a:lnTo>
                <a:lnTo>
                  <a:pt x="11639412" y="4159931"/>
                </a:lnTo>
                <a:lnTo>
                  <a:pt x="11362661" y="4208624"/>
                </a:lnTo>
                <a:lnTo>
                  <a:pt x="11084690" y="4250310"/>
                </a:lnTo>
                <a:lnTo>
                  <a:pt x="10807939" y="4292347"/>
                </a:lnTo>
                <a:lnTo>
                  <a:pt x="10529968" y="4331582"/>
                </a:lnTo>
                <a:lnTo>
                  <a:pt x="10255655" y="4365211"/>
                </a:lnTo>
                <a:lnTo>
                  <a:pt x="9977684" y="4397089"/>
                </a:lnTo>
                <a:lnTo>
                  <a:pt x="9700933" y="4426165"/>
                </a:lnTo>
                <a:lnTo>
                  <a:pt x="9429058" y="4451387"/>
                </a:lnTo>
                <a:lnTo>
                  <a:pt x="9153526" y="4476609"/>
                </a:lnTo>
                <a:lnTo>
                  <a:pt x="8881651" y="4497628"/>
                </a:lnTo>
                <a:lnTo>
                  <a:pt x="8609776" y="4514092"/>
                </a:lnTo>
                <a:lnTo>
                  <a:pt x="8339121" y="4531258"/>
                </a:lnTo>
                <a:lnTo>
                  <a:pt x="8070903" y="4545620"/>
                </a:lnTo>
                <a:lnTo>
                  <a:pt x="7805124" y="4555779"/>
                </a:lnTo>
                <a:lnTo>
                  <a:pt x="7539345" y="4564537"/>
                </a:lnTo>
                <a:lnTo>
                  <a:pt x="7276005" y="4572944"/>
                </a:lnTo>
                <a:lnTo>
                  <a:pt x="7016322" y="4576798"/>
                </a:lnTo>
                <a:lnTo>
                  <a:pt x="6756639" y="4581001"/>
                </a:lnTo>
                <a:lnTo>
                  <a:pt x="6500613" y="4583103"/>
                </a:lnTo>
                <a:lnTo>
                  <a:pt x="6247026" y="4581001"/>
                </a:lnTo>
                <a:lnTo>
                  <a:pt x="5995877" y="4581001"/>
                </a:lnTo>
                <a:lnTo>
                  <a:pt x="5747167" y="4576798"/>
                </a:lnTo>
                <a:lnTo>
                  <a:pt x="5503333" y="4570492"/>
                </a:lnTo>
                <a:lnTo>
                  <a:pt x="5261938" y="4564537"/>
                </a:lnTo>
                <a:lnTo>
                  <a:pt x="5025418" y="4557881"/>
                </a:lnTo>
                <a:lnTo>
                  <a:pt x="4790118" y="4547722"/>
                </a:lnTo>
                <a:lnTo>
                  <a:pt x="4558477" y="4536862"/>
                </a:lnTo>
                <a:lnTo>
                  <a:pt x="4331710" y="4527054"/>
                </a:lnTo>
                <a:lnTo>
                  <a:pt x="3889152" y="4499379"/>
                </a:lnTo>
                <a:lnTo>
                  <a:pt x="3464881" y="4469954"/>
                </a:lnTo>
                <a:lnTo>
                  <a:pt x="3057678" y="4439126"/>
                </a:lnTo>
                <a:lnTo>
                  <a:pt x="2672421" y="4405147"/>
                </a:lnTo>
                <a:lnTo>
                  <a:pt x="2304232" y="4369765"/>
                </a:lnTo>
                <a:lnTo>
                  <a:pt x="1962864" y="4331582"/>
                </a:lnTo>
                <a:lnTo>
                  <a:pt x="1642223" y="4294099"/>
                </a:lnTo>
                <a:lnTo>
                  <a:pt x="1347183" y="4256616"/>
                </a:lnTo>
                <a:lnTo>
                  <a:pt x="1076528" y="4221235"/>
                </a:lnTo>
                <a:lnTo>
                  <a:pt x="836351" y="4187605"/>
                </a:lnTo>
                <a:lnTo>
                  <a:pt x="619339" y="4155727"/>
                </a:lnTo>
                <a:lnTo>
                  <a:pt x="436464" y="4129104"/>
                </a:lnTo>
                <a:lnTo>
                  <a:pt x="282848" y="4103881"/>
                </a:lnTo>
                <a:lnTo>
                  <a:pt x="71932" y="4067800"/>
                </a:lnTo>
                <a:lnTo>
                  <a:pt x="1" y="4055539"/>
                </a:lnTo>
                <a:lnTo>
                  <a:pt x="1" y="5020241"/>
                </a:lnTo>
                <a:lnTo>
                  <a:pt x="0" y="5020241"/>
                </a:lnTo>
                <a:close/>
              </a:path>
            </a:pathLst>
          </a:custGeom>
        </p:spPr>
      </p:pic>
      <p:sp>
        <p:nvSpPr>
          <p:cNvPr id="21" name="Freeform 16">
            <a:extLst>
              <a:ext uri="{FF2B5EF4-FFF2-40B4-BE49-F238E27FC236}">
                <a16:creationId xmlns:a16="http://schemas.microsoft.com/office/drawing/2014/main" id="{E4F17063-EDA4-417B-946F-BA357F3B39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3753695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2">
              <a:alpha val="4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D36F3EEA-55D4-4677-80E7-92D00B8F34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55533"/>
            <a:ext cx="12192000" cy="2802467"/>
          </a:xfrm>
          <a:custGeom>
            <a:avLst/>
            <a:gdLst>
              <a:gd name="connsiteX0" fmla="*/ 1 w 12192000"/>
              <a:gd name="connsiteY0" fmla="*/ 0 h 2802467"/>
              <a:gd name="connsiteX1" fmla="*/ 71932 w 12192000"/>
              <a:gd name="connsiteY1" fmla="*/ 12261 h 2802467"/>
              <a:gd name="connsiteX2" fmla="*/ 282848 w 12192000"/>
              <a:gd name="connsiteY2" fmla="*/ 48342 h 2802467"/>
              <a:gd name="connsiteX3" fmla="*/ 436464 w 12192000"/>
              <a:gd name="connsiteY3" fmla="*/ 73565 h 2802467"/>
              <a:gd name="connsiteX4" fmla="*/ 619339 w 12192000"/>
              <a:gd name="connsiteY4" fmla="*/ 100188 h 2802467"/>
              <a:gd name="connsiteX5" fmla="*/ 836351 w 12192000"/>
              <a:gd name="connsiteY5" fmla="*/ 132066 h 2802467"/>
              <a:gd name="connsiteX6" fmla="*/ 1076528 w 12192000"/>
              <a:gd name="connsiteY6" fmla="*/ 165696 h 2802467"/>
              <a:gd name="connsiteX7" fmla="*/ 1347183 w 12192000"/>
              <a:gd name="connsiteY7" fmla="*/ 201077 h 2802467"/>
              <a:gd name="connsiteX8" fmla="*/ 1642223 w 12192000"/>
              <a:gd name="connsiteY8" fmla="*/ 238560 h 2802467"/>
              <a:gd name="connsiteX9" fmla="*/ 1962864 w 12192000"/>
              <a:gd name="connsiteY9" fmla="*/ 276043 h 2802467"/>
              <a:gd name="connsiteX10" fmla="*/ 2304232 w 12192000"/>
              <a:gd name="connsiteY10" fmla="*/ 314226 h 2802467"/>
              <a:gd name="connsiteX11" fmla="*/ 2672421 w 12192000"/>
              <a:gd name="connsiteY11" fmla="*/ 349608 h 2802467"/>
              <a:gd name="connsiteX12" fmla="*/ 3057678 w 12192000"/>
              <a:gd name="connsiteY12" fmla="*/ 383587 h 2802467"/>
              <a:gd name="connsiteX13" fmla="*/ 3464881 w 12192000"/>
              <a:gd name="connsiteY13" fmla="*/ 414415 h 2802467"/>
              <a:gd name="connsiteX14" fmla="*/ 3889152 w 12192000"/>
              <a:gd name="connsiteY14" fmla="*/ 443840 h 2802467"/>
              <a:gd name="connsiteX15" fmla="*/ 4331710 w 12192000"/>
              <a:gd name="connsiteY15" fmla="*/ 471515 h 2802467"/>
              <a:gd name="connsiteX16" fmla="*/ 4558476 w 12192000"/>
              <a:gd name="connsiteY16" fmla="*/ 481323 h 2802467"/>
              <a:gd name="connsiteX17" fmla="*/ 4790118 w 12192000"/>
              <a:gd name="connsiteY17" fmla="*/ 492183 h 2802467"/>
              <a:gd name="connsiteX18" fmla="*/ 5025418 w 12192000"/>
              <a:gd name="connsiteY18" fmla="*/ 502342 h 2802467"/>
              <a:gd name="connsiteX19" fmla="*/ 5261937 w 12192000"/>
              <a:gd name="connsiteY19" fmla="*/ 508998 h 2802467"/>
              <a:gd name="connsiteX20" fmla="*/ 5503332 w 12192000"/>
              <a:gd name="connsiteY20" fmla="*/ 514953 h 2802467"/>
              <a:gd name="connsiteX21" fmla="*/ 5747166 w 12192000"/>
              <a:gd name="connsiteY21" fmla="*/ 521259 h 2802467"/>
              <a:gd name="connsiteX22" fmla="*/ 5995877 w 12192000"/>
              <a:gd name="connsiteY22" fmla="*/ 525462 h 2802467"/>
              <a:gd name="connsiteX23" fmla="*/ 6247026 w 12192000"/>
              <a:gd name="connsiteY23" fmla="*/ 525462 h 2802467"/>
              <a:gd name="connsiteX24" fmla="*/ 6500613 w 12192000"/>
              <a:gd name="connsiteY24" fmla="*/ 527564 h 2802467"/>
              <a:gd name="connsiteX25" fmla="*/ 6756639 w 12192000"/>
              <a:gd name="connsiteY25" fmla="*/ 525462 h 2802467"/>
              <a:gd name="connsiteX26" fmla="*/ 7016322 w 12192000"/>
              <a:gd name="connsiteY26" fmla="*/ 521259 h 2802467"/>
              <a:gd name="connsiteX27" fmla="*/ 7276005 w 12192000"/>
              <a:gd name="connsiteY27" fmla="*/ 517405 h 2802467"/>
              <a:gd name="connsiteX28" fmla="*/ 7539345 w 12192000"/>
              <a:gd name="connsiteY28" fmla="*/ 508998 h 2802467"/>
              <a:gd name="connsiteX29" fmla="*/ 7805124 w 12192000"/>
              <a:gd name="connsiteY29" fmla="*/ 500240 h 2802467"/>
              <a:gd name="connsiteX30" fmla="*/ 8070903 w 12192000"/>
              <a:gd name="connsiteY30" fmla="*/ 490081 h 2802467"/>
              <a:gd name="connsiteX31" fmla="*/ 8339121 w 12192000"/>
              <a:gd name="connsiteY31" fmla="*/ 475719 h 2802467"/>
              <a:gd name="connsiteX32" fmla="*/ 8609776 w 12192000"/>
              <a:gd name="connsiteY32" fmla="*/ 458553 h 2802467"/>
              <a:gd name="connsiteX33" fmla="*/ 8881651 w 12192000"/>
              <a:gd name="connsiteY33" fmla="*/ 442089 h 2802467"/>
              <a:gd name="connsiteX34" fmla="*/ 9153526 w 12192000"/>
              <a:gd name="connsiteY34" fmla="*/ 421070 h 2802467"/>
              <a:gd name="connsiteX35" fmla="*/ 9429058 w 12192000"/>
              <a:gd name="connsiteY35" fmla="*/ 395848 h 2802467"/>
              <a:gd name="connsiteX36" fmla="*/ 9700933 w 12192000"/>
              <a:gd name="connsiteY36" fmla="*/ 370626 h 2802467"/>
              <a:gd name="connsiteX37" fmla="*/ 9977684 w 12192000"/>
              <a:gd name="connsiteY37" fmla="*/ 341550 h 2802467"/>
              <a:gd name="connsiteX38" fmla="*/ 10255655 w 12192000"/>
              <a:gd name="connsiteY38" fmla="*/ 309672 h 2802467"/>
              <a:gd name="connsiteX39" fmla="*/ 10529968 w 12192000"/>
              <a:gd name="connsiteY39" fmla="*/ 276043 h 2802467"/>
              <a:gd name="connsiteX40" fmla="*/ 10807939 w 12192000"/>
              <a:gd name="connsiteY40" fmla="*/ 236808 h 2802467"/>
              <a:gd name="connsiteX41" fmla="*/ 11084690 w 12192000"/>
              <a:gd name="connsiteY41" fmla="*/ 194771 h 2802467"/>
              <a:gd name="connsiteX42" fmla="*/ 11362661 w 12192000"/>
              <a:gd name="connsiteY42" fmla="*/ 153085 h 2802467"/>
              <a:gd name="connsiteX43" fmla="*/ 11639412 w 12192000"/>
              <a:gd name="connsiteY43" fmla="*/ 104392 h 2802467"/>
              <a:gd name="connsiteX44" fmla="*/ 11914945 w 12192000"/>
              <a:gd name="connsiteY44" fmla="*/ 54648 h 2802467"/>
              <a:gd name="connsiteX45" fmla="*/ 12191696 w 12192000"/>
              <a:gd name="connsiteY45" fmla="*/ 2452 h 2802467"/>
              <a:gd name="connsiteX46" fmla="*/ 12191696 w 12192000"/>
              <a:gd name="connsiteY46" fmla="*/ 2236410 h 2802467"/>
              <a:gd name="connsiteX47" fmla="*/ 12192000 w 12192000"/>
              <a:gd name="connsiteY47" fmla="*/ 2236410 h 2802467"/>
              <a:gd name="connsiteX48" fmla="*/ 12192000 w 12192000"/>
              <a:gd name="connsiteY48" fmla="*/ 2802467 h 2802467"/>
              <a:gd name="connsiteX49" fmla="*/ 12191696 w 12192000"/>
              <a:gd name="connsiteY49" fmla="*/ 2802467 h 2802467"/>
              <a:gd name="connsiteX50" fmla="*/ 0 w 12192000"/>
              <a:gd name="connsiteY50" fmla="*/ 2802467 h 2802467"/>
              <a:gd name="connsiteX51" fmla="*/ 0 w 12192000"/>
              <a:gd name="connsiteY51" fmla="*/ 2236410 h 2802467"/>
              <a:gd name="connsiteX52" fmla="*/ 1 w 12192000"/>
              <a:gd name="connsiteY52" fmla="*/ 2236410 h 2802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2192000" h="2802467">
                <a:moveTo>
                  <a:pt x="1" y="0"/>
                </a:moveTo>
                <a:lnTo>
                  <a:pt x="71932" y="12261"/>
                </a:lnTo>
                <a:lnTo>
                  <a:pt x="282848" y="48342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3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6"/>
                </a:lnTo>
                <a:lnTo>
                  <a:pt x="2672421" y="349608"/>
                </a:lnTo>
                <a:lnTo>
                  <a:pt x="3057678" y="383587"/>
                </a:lnTo>
                <a:lnTo>
                  <a:pt x="3464881" y="414415"/>
                </a:lnTo>
                <a:lnTo>
                  <a:pt x="3889152" y="443840"/>
                </a:lnTo>
                <a:lnTo>
                  <a:pt x="4331710" y="471515"/>
                </a:lnTo>
                <a:lnTo>
                  <a:pt x="4558476" y="481323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6" y="521259"/>
                </a:lnTo>
                <a:lnTo>
                  <a:pt x="5995877" y="525462"/>
                </a:lnTo>
                <a:lnTo>
                  <a:pt x="6247026" y="525462"/>
                </a:lnTo>
                <a:lnTo>
                  <a:pt x="6500613" y="527564"/>
                </a:lnTo>
                <a:lnTo>
                  <a:pt x="6756639" y="525462"/>
                </a:lnTo>
                <a:lnTo>
                  <a:pt x="7016322" y="521259"/>
                </a:lnTo>
                <a:lnTo>
                  <a:pt x="7276005" y="517405"/>
                </a:lnTo>
                <a:lnTo>
                  <a:pt x="7539345" y="508998"/>
                </a:lnTo>
                <a:lnTo>
                  <a:pt x="7805124" y="500240"/>
                </a:lnTo>
                <a:lnTo>
                  <a:pt x="8070903" y="490081"/>
                </a:lnTo>
                <a:lnTo>
                  <a:pt x="8339121" y="475719"/>
                </a:lnTo>
                <a:lnTo>
                  <a:pt x="8609776" y="458553"/>
                </a:lnTo>
                <a:lnTo>
                  <a:pt x="8881651" y="442089"/>
                </a:lnTo>
                <a:lnTo>
                  <a:pt x="9153526" y="421070"/>
                </a:lnTo>
                <a:lnTo>
                  <a:pt x="9429058" y="395848"/>
                </a:lnTo>
                <a:lnTo>
                  <a:pt x="9700933" y="370626"/>
                </a:lnTo>
                <a:lnTo>
                  <a:pt x="9977684" y="341550"/>
                </a:lnTo>
                <a:lnTo>
                  <a:pt x="10255655" y="309672"/>
                </a:lnTo>
                <a:lnTo>
                  <a:pt x="10529968" y="276043"/>
                </a:lnTo>
                <a:lnTo>
                  <a:pt x="10807939" y="236808"/>
                </a:lnTo>
                <a:lnTo>
                  <a:pt x="11084690" y="194771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236410"/>
                </a:lnTo>
                <a:lnTo>
                  <a:pt x="12192000" y="2236410"/>
                </a:lnTo>
                <a:lnTo>
                  <a:pt x="12192000" y="2802467"/>
                </a:lnTo>
                <a:lnTo>
                  <a:pt x="12191696" y="2802467"/>
                </a:lnTo>
                <a:lnTo>
                  <a:pt x="0" y="2802467"/>
                </a:lnTo>
                <a:lnTo>
                  <a:pt x="0" y="2236410"/>
                </a:lnTo>
                <a:lnTo>
                  <a:pt x="1" y="223641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585737-485E-570C-EF81-57AF7BC37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305" y="4854346"/>
            <a:ext cx="11555085" cy="1479218"/>
          </a:xfrm>
        </p:spPr>
        <p:txBody>
          <a:bodyPr vert="horz" lIns="91440" tIns="45720" rIns="91440" bIns="45720" rtlCol="0" anchor="b">
            <a:noAutofit/>
          </a:bodyPr>
          <a:lstStyle/>
          <a:p>
            <a:pPr rtl="0">
              <a:lnSpc>
                <a:spcPct val="90000"/>
              </a:lnSpc>
            </a:pPr>
            <a:r>
              <a:rPr lang="en-US" sz="4000" b="1" dirty="0">
                <a:solidFill>
                  <a:srgbClr val="EBEBEB"/>
                </a:solidFill>
              </a:rPr>
              <a:t>7- When a new program stats on the computer, its information is stored in the RAM.</a:t>
            </a:r>
          </a:p>
        </p:txBody>
      </p:sp>
    </p:spTree>
    <p:extLst>
      <p:ext uri="{BB962C8B-B14F-4D97-AF65-F5344CB8AC3E}">
        <p14:creationId xmlns:p14="http://schemas.microsoft.com/office/powerpoint/2010/main" val="37475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3F526F-1D80-088D-B453-10305681C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57B325C-3E35-45CF-9D07-3BCB281F3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15FCF2-B55D-7EB7-3412-2446AD839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2418" y="1377387"/>
            <a:ext cx="4192588" cy="4170347"/>
          </a:xfrm>
        </p:spPr>
        <p:txBody>
          <a:bodyPr vert="horz" lIns="91440" tIns="45720" rIns="91440" bIns="45720" rtlCol="0" anchor="b">
            <a:noAutofit/>
          </a:bodyPr>
          <a:lstStyle/>
          <a:p>
            <a:pPr rtl="0">
              <a:lnSpc>
                <a:spcPct val="90000"/>
              </a:lnSpc>
            </a:pPr>
            <a:r>
              <a:rPr lang="en-US" sz="4800" b="0" i="0" kern="12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9- </a:t>
            </a:r>
            <a:r>
              <a:rPr lang="en-US" sz="4800" b="1" i="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rPr>
              <a:t>Rom</a:t>
            </a:r>
            <a:r>
              <a:rPr lang="en-US" sz="4800" b="0" i="0" kern="12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 is the permanent memory that stores read only data.</a:t>
            </a:r>
          </a:p>
        </p:txBody>
      </p:sp>
      <p:sp>
        <p:nvSpPr>
          <p:cNvPr id="24" name="Freeform 36">
            <a:extLst>
              <a:ext uri="{FF2B5EF4-FFF2-40B4-BE49-F238E27FC236}">
                <a16:creationId xmlns:a16="http://schemas.microsoft.com/office/drawing/2014/main" id="{C24BEC42-AFF3-40D1-93A2-A27A42E1E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463681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6" name="Freeform: Shape 25">
            <a:extLst>
              <a:ext uri="{FF2B5EF4-FFF2-40B4-BE49-F238E27FC236}">
                <a16:creationId xmlns:a16="http://schemas.microsoft.com/office/drawing/2014/main" id="{608F427C-1EC9-4280-9367-F2B3AA063E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809954" cy="6858000"/>
          </a:xfrm>
          <a:custGeom>
            <a:avLst/>
            <a:gdLst>
              <a:gd name="connsiteX0" fmla="*/ 6465239 w 7809954"/>
              <a:gd name="connsiteY0" fmla="*/ 0 h 6858000"/>
              <a:gd name="connsiteX1" fmla="*/ 7808777 w 7809954"/>
              <a:gd name="connsiteY1" fmla="*/ 0 h 6858000"/>
              <a:gd name="connsiteX2" fmla="*/ 7783732 w 7809954"/>
              <a:gd name="connsiteY2" fmla="*/ 155676 h 6858000"/>
              <a:gd name="connsiteX3" fmla="*/ 7759863 w 7809954"/>
              <a:gd name="connsiteY3" fmla="*/ 310667 h 6858000"/>
              <a:gd name="connsiteX4" fmla="*/ 7736499 w 7809954"/>
              <a:gd name="connsiteY4" fmla="*/ 466344 h 6858000"/>
              <a:gd name="connsiteX5" fmla="*/ 7716496 w 7809954"/>
              <a:gd name="connsiteY5" fmla="*/ 622706 h 6858000"/>
              <a:gd name="connsiteX6" fmla="*/ 7696325 w 7809954"/>
              <a:gd name="connsiteY6" fmla="*/ 778383 h 6858000"/>
              <a:gd name="connsiteX7" fmla="*/ 7677499 w 7809954"/>
              <a:gd name="connsiteY7" fmla="*/ 934745 h 6858000"/>
              <a:gd name="connsiteX8" fmla="*/ 7661363 w 7809954"/>
              <a:gd name="connsiteY8" fmla="*/ 1089050 h 6858000"/>
              <a:gd name="connsiteX9" fmla="*/ 7646067 w 7809954"/>
              <a:gd name="connsiteY9" fmla="*/ 1245413 h 6858000"/>
              <a:gd name="connsiteX10" fmla="*/ 7632115 w 7809954"/>
              <a:gd name="connsiteY10" fmla="*/ 1401089 h 6858000"/>
              <a:gd name="connsiteX11" fmla="*/ 7620013 w 7809954"/>
              <a:gd name="connsiteY11" fmla="*/ 1554023 h 6858000"/>
              <a:gd name="connsiteX12" fmla="*/ 7607910 w 7809954"/>
              <a:gd name="connsiteY12" fmla="*/ 1709013 h 6858000"/>
              <a:gd name="connsiteX13" fmla="*/ 7597825 w 7809954"/>
              <a:gd name="connsiteY13" fmla="*/ 1861947 h 6858000"/>
              <a:gd name="connsiteX14" fmla="*/ 7589925 w 7809954"/>
              <a:gd name="connsiteY14" fmla="*/ 2014880 h 6858000"/>
              <a:gd name="connsiteX15" fmla="*/ 7581688 w 7809954"/>
              <a:gd name="connsiteY15" fmla="*/ 2167128 h 6858000"/>
              <a:gd name="connsiteX16" fmla="*/ 7574797 w 7809954"/>
              <a:gd name="connsiteY16" fmla="*/ 2318004 h 6858000"/>
              <a:gd name="connsiteX17" fmla="*/ 7569922 w 7809954"/>
              <a:gd name="connsiteY17" fmla="*/ 2467508 h 6858000"/>
              <a:gd name="connsiteX18" fmla="*/ 7565720 w 7809954"/>
              <a:gd name="connsiteY18" fmla="*/ 2617013 h 6858000"/>
              <a:gd name="connsiteX19" fmla="*/ 7561686 w 7809954"/>
              <a:gd name="connsiteY19" fmla="*/ 2765145 h 6858000"/>
              <a:gd name="connsiteX20" fmla="*/ 7559837 w 7809954"/>
              <a:gd name="connsiteY20" fmla="*/ 2911221 h 6858000"/>
              <a:gd name="connsiteX21" fmla="*/ 7557820 w 7809954"/>
              <a:gd name="connsiteY21" fmla="*/ 3057296 h 6858000"/>
              <a:gd name="connsiteX22" fmla="*/ 7556811 w 7809954"/>
              <a:gd name="connsiteY22" fmla="*/ 3201314 h 6858000"/>
              <a:gd name="connsiteX23" fmla="*/ 7557820 w 7809954"/>
              <a:gd name="connsiteY23" fmla="*/ 3343960 h 6858000"/>
              <a:gd name="connsiteX24" fmla="*/ 7557820 w 7809954"/>
              <a:gd name="connsiteY24" fmla="*/ 3485235 h 6858000"/>
              <a:gd name="connsiteX25" fmla="*/ 7559837 w 7809954"/>
              <a:gd name="connsiteY25" fmla="*/ 3625138 h 6858000"/>
              <a:gd name="connsiteX26" fmla="*/ 7562862 w 7809954"/>
              <a:gd name="connsiteY26" fmla="*/ 3762298 h 6858000"/>
              <a:gd name="connsiteX27" fmla="*/ 7565720 w 7809954"/>
              <a:gd name="connsiteY27" fmla="*/ 3898087 h 6858000"/>
              <a:gd name="connsiteX28" fmla="*/ 7568914 w 7809954"/>
              <a:gd name="connsiteY28" fmla="*/ 4031132 h 6858000"/>
              <a:gd name="connsiteX29" fmla="*/ 7573788 w 7809954"/>
              <a:gd name="connsiteY29" fmla="*/ 4163491 h 6858000"/>
              <a:gd name="connsiteX30" fmla="*/ 7578999 w 7809954"/>
              <a:gd name="connsiteY30" fmla="*/ 4293793 h 6858000"/>
              <a:gd name="connsiteX31" fmla="*/ 7583705 w 7809954"/>
              <a:gd name="connsiteY31" fmla="*/ 4421352 h 6858000"/>
              <a:gd name="connsiteX32" fmla="*/ 7596985 w 7809954"/>
              <a:gd name="connsiteY32" fmla="*/ 4670298 h 6858000"/>
              <a:gd name="connsiteX33" fmla="*/ 7611104 w 7809954"/>
              <a:gd name="connsiteY33" fmla="*/ 4908956 h 6858000"/>
              <a:gd name="connsiteX34" fmla="*/ 7625896 w 7809954"/>
              <a:gd name="connsiteY34" fmla="*/ 5138013 h 6858000"/>
              <a:gd name="connsiteX35" fmla="*/ 7642201 w 7809954"/>
              <a:gd name="connsiteY35" fmla="*/ 5354726 h 6858000"/>
              <a:gd name="connsiteX36" fmla="*/ 7659178 w 7809954"/>
              <a:gd name="connsiteY36" fmla="*/ 5561838 h 6858000"/>
              <a:gd name="connsiteX37" fmla="*/ 7677499 w 7809954"/>
              <a:gd name="connsiteY37" fmla="*/ 5753862 h 6858000"/>
              <a:gd name="connsiteX38" fmla="*/ 7695485 w 7809954"/>
              <a:gd name="connsiteY38" fmla="*/ 5934227 h 6858000"/>
              <a:gd name="connsiteX39" fmla="*/ 7713470 w 7809954"/>
              <a:gd name="connsiteY39" fmla="*/ 6100191 h 6858000"/>
              <a:gd name="connsiteX40" fmla="*/ 7730447 w 7809954"/>
              <a:gd name="connsiteY40" fmla="*/ 6252438 h 6858000"/>
              <a:gd name="connsiteX41" fmla="*/ 7746584 w 7809954"/>
              <a:gd name="connsiteY41" fmla="*/ 6387541 h 6858000"/>
              <a:gd name="connsiteX42" fmla="*/ 7761880 w 7809954"/>
              <a:gd name="connsiteY42" fmla="*/ 6509613 h 6858000"/>
              <a:gd name="connsiteX43" fmla="*/ 7774655 w 7809954"/>
              <a:gd name="connsiteY43" fmla="*/ 6612483 h 6858000"/>
              <a:gd name="connsiteX44" fmla="*/ 7786757 w 7809954"/>
              <a:gd name="connsiteY44" fmla="*/ 6698894 h 6858000"/>
              <a:gd name="connsiteX45" fmla="*/ 7804071 w 7809954"/>
              <a:gd name="connsiteY45" fmla="*/ 6817538 h 6858000"/>
              <a:gd name="connsiteX46" fmla="*/ 7809954 w 7809954"/>
              <a:gd name="connsiteY46" fmla="*/ 6858000 h 6858000"/>
              <a:gd name="connsiteX47" fmla="*/ 7157124 w 7809954"/>
              <a:gd name="connsiteY47" fmla="*/ 6858000 h 6858000"/>
              <a:gd name="connsiteX48" fmla="*/ 7157124 w 7809954"/>
              <a:gd name="connsiteY48" fmla="*/ 6858000 h 6858000"/>
              <a:gd name="connsiteX49" fmla="*/ 0 w 7809954"/>
              <a:gd name="connsiteY49" fmla="*/ 6858000 h 6858000"/>
              <a:gd name="connsiteX50" fmla="*/ 0 w 7809954"/>
              <a:gd name="connsiteY50" fmla="*/ 0 h 6858000"/>
              <a:gd name="connsiteX51" fmla="*/ 6465239 w 7809954"/>
              <a:gd name="connsiteY5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809954" h="6858000">
                <a:moveTo>
                  <a:pt x="6465239" y="0"/>
                </a:moveTo>
                <a:lnTo>
                  <a:pt x="7808777" y="0"/>
                </a:lnTo>
                <a:lnTo>
                  <a:pt x="7783732" y="155676"/>
                </a:lnTo>
                <a:lnTo>
                  <a:pt x="7759863" y="310667"/>
                </a:lnTo>
                <a:lnTo>
                  <a:pt x="7736499" y="466344"/>
                </a:lnTo>
                <a:lnTo>
                  <a:pt x="7716496" y="622706"/>
                </a:lnTo>
                <a:lnTo>
                  <a:pt x="7696325" y="778383"/>
                </a:lnTo>
                <a:lnTo>
                  <a:pt x="7677499" y="934745"/>
                </a:lnTo>
                <a:lnTo>
                  <a:pt x="7661363" y="1089050"/>
                </a:lnTo>
                <a:lnTo>
                  <a:pt x="7646067" y="1245413"/>
                </a:lnTo>
                <a:lnTo>
                  <a:pt x="7632115" y="1401089"/>
                </a:lnTo>
                <a:lnTo>
                  <a:pt x="7620013" y="1554023"/>
                </a:lnTo>
                <a:lnTo>
                  <a:pt x="7607910" y="1709013"/>
                </a:lnTo>
                <a:lnTo>
                  <a:pt x="7597825" y="1861947"/>
                </a:lnTo>
                <a:lnTo>
                  <a:pt x="7589925" y="2014880"/>
                </a:lnTo>
                <a:lnTo>
                  <a:pt x="7581688" y="2167128"/>
                </a:lnTo>
                <a:lnTo>
                  <a:pt x="7574797" y="2318004"/>
                </a:lnTo>
                <a:lnTo>
                  <a:pt x="7569922" y="2467508"/>
                </a:lnTo>
                <a:lnTo>
                  <a:pt x="7565720" y="2617013"/>
                </a:lnTo>
                <a:lnTo>
                  <a:pt x="7561686" y="2765145"/>
                </a:lnTo>
                <a:lnTo>
                  <a:pt x="7559837" y="2911221"/>
                </a:lnTo>
                <a:lnTo>
                  <a:pt x="7557820" y="3057296"/>
                </a:lnTo>
                <a:lnTo>
                  <a:pt x="7556811" y="3201314"/>
                </a:lnTo>
                <a:lnTo>
                  <a:pt x="7557820" y="3343960"/>
                </a:lnTo>
                <a:lnTo>
                  <a:pt x="7557820" y="3485235"/>
                </a:lnTo>
                <a:lnTo>
                  <a:pt x="7559837" y="3625138"/>
                </a:lnTo>
                <a:lnTo>
                  <a:pt x="7562862" y="3762298"/>
                </a:lnTo>
                <a:lnTo>
                  <a:pt x="7565720" y="3898087"/>
                </a:lnTo>
                <a:lnTo>
                  <a:pt x="7568914" y="4031132"/>
                </a:lnTo>
                <a:lnTo>
                  <a:pt x="7573788" y="4163491"/>
                </a:lnTo>
                <a:lnTo>
                  <a:pt x="7578999" y="4293793"/>
                </a:lnTo>
                <a:lnTo>
                  <a:pt x="7583705" y="4421352"/>
                </a:lnTo>
                <a:lnTo>
                  <a:pt x="7596985" y="4670298"/>
                </a:lnTo>
                <a:lnTo>
                  <a:pt x="7611104" y="4908956"/>
                </a:lnTo>
                <a:lnTo>
                  <a:pt x="7625896" y="5138013"/>
                </a:lnTo>
                <a:lnTo>
                  <a:pt x="7642201" y="5354726"/>
                </a:lnTo>
                <a:lnTo>
                  <a:pt x="7659178" y="5561838"/>
                </a:lnTo>
                <a:lnTo>
                  <a:pt x="7677499" y="5753862"/>
                </a:lnTo>
                <a:lnTo>
                  <a:pt x="7695485" y="5934227"/>
                </a:lnTo>
                <a:lnTo>
                  <a:pt x="7713470" y="6100191"/>
                </a:lnTo>
                <a:lnTo>
                  <a:pt x="7730447" y="6252438"/>
                </a:lnTo>
                <a:lnTo>
                  <a:pt x="7746584" y="6387541"/>
                </a:lnTo>
                <a:lnTo>
                  <a:pt x="7761880" y="6509613"/>
                </a:lnTo>
                <a:lnTo>
                  <a:pt x="7774655" y="6612483"/>
                </a:lnTo>
                <a:lnTo>
                  <a:pt x="7786757" y="6698894"/>
                </a:lnTo>
                <a:lnTo>
                  <a:pt x="7804071" y="6817538"/>
                </a:lnTo>
                <a:lnTo>
                  <a:pt x="7809954" y="6858000"/>
                </a:lnTo>
                <a:lnTo>
                  <a:pt x="7157124" y="6858000"/>
                </a:lnTo>
                <a:lnTo>
                  <a:pt x="7157124" y="6858000"/>
                </a:lnTo>
                <a:lnTo>
                  <a:pt x="0" y="6858000"/>
                </a:lnTo>
                <a:lnTo>
                  <a:pt x="0" y="0"/>
                </a:lnTo>
                <a:lnTo>
                  <a:pt x="6465239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98810A7-E114-447A-A7D6-69B27CFB5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pic>
        <p:nvPicPr>
          <p:cNvPr id="5" name="Picture 4" descr="A black and white computer chip&#10;&#10;AI-generated content may be incorrect.">
            <a:extLst>
              <a:ext uri="{FF2B5EF4-FFF2-40B4-BE49-F238E27FC236}">
                <a16:creationId xmlns:a16="http://schemas.microsoft.com/office/drawing/2014/main" id="{90DB6F8B-35AF-79AF-7D75-11396421144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854" y="896988"/>
            <a:ext cx="6270662" cy="5063558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1270446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8D1DA3-E5A5-4B4F-70B4-2F337F2D0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3F4807A-5068-4492-8025-D75F320E90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59BBA1-4637-8D7D-AB6A-1690E9585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23578" y="1446128"/>
            <a:ext cx="4990944" cy="4063468"/>
          </a:xfrm>
        </p:spPr>
        <p:txBody>
          <a:bodyPr vert="horz" lIns="91440" tIns="45720" rIns="91440" bIns="45720" rtlCol="0" anchor="b">
            <a:noAutofit/>
          </a:bodyPr>
          <a:lstStyle/>
          <a:p>
            <a:pPr rtl="0">
              <a:lnSpc>
                <a:spcPct val="90000"/>
              </a:lnSpc>
            </a:pPr>
            <a:r>
              <a:rPr lang="en-US" sz="4800" b="0" i="0" kern="12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10- </a:t>
            </a:r>
            <a:r>
              <a:rPr lang="en-US" sz="4800" b="0" i="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rPr>
              <a:t>(SSD) </a:t>
            </a:r>
            <a:r>
              <a:rPr lang="en-US" sz="4800" b="0" i="0" kern="12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the speed to read and write data is faster than HDD.</a:t>
            </a:r>
          </a:p>
        </p:txBody>
      </p:sp>
      <p:sp>
        <p:nvSpPr>
          <p:cNvPr id="23" name="Freeform 36">
            <a:extLst>
              <a:ext uri="{FF2B5EF4-FFF2-40B4-BE49-F238E27FC236}">
                <a16:creationId xmlns:a16="http://schemas.microsoft.com/office/drawing/2014/main" id="{B24996F8-180C-4DCB-8A26-DFA336CDE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49646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5" name="Freeform: Shape 24">
            <a:extLst>
              <a:ext uri="{FF2B5EF4-FFF2-40B4-BE49-F238E27FC236}">
                <a16:creationId xmlns:a16="http://schemas.microsoft.com/office/drawing/2014/main" id="{D8B22DE2-C518-4F77-BE90-E1B6B1909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5400000" flipH="1">
            <a:off x="68960" y="-68960"/>
            <a:ext cx="6858001" cy="6995918"/>
          </a:xfrm>
          <a:custGeom>
            <a:avLst/>
            <a:gdLst>
              <a:gd name="connsiteX0" fmla="*/ 6858001 w 6858001"/>
              <a:gd name="connsiteY0" fmla="*/ 1344715 h 6995918"/>
              <a:gd name="connsiteX1" fmla="*/ 6858001 w 6858001"/>
              <a:gd name="connsiteY1" fmla="*/ 1177 h 6995918"/>
              <a:gd name="connsiteX2" fmla="*/ 6702324 w 6858001"/>
              <a:gd name="connsiteY2" fmla="*/ 26222 h 6995918"/>
              <a:gd name="connsiteX3" fmla="*/ 6547333 w 6858001"/>
              <a:gd name="connsiteY3" fmla="*/ 50091 h 6995918"/>
              <a:gd name="connsiteX4" fmla="*/ 6391657 w 6858001"/>
              <a:gd name="connsiteY4" fmla="*/ 73455 h 6995918"/>
              <a:gd name="connsiteX5" fmla="*/ 6235294 w 6858001"/>
              <a:gd name="connsiteY5" fmla="*/ 93458 h 6995918"/>
              <a:gd name="connsiteX6" fmla="*/ 6079618 w 6858001"/>
              <a:gd name="connsiteY6" fmla="*/ 113629 h 6995918"/>
              <a:gd name="connsiteX7" fmla="*/ 5923255 w 6858001"/>
              <a:gd name="connsiteY7" fmla="*/ 132455 h 6995918"/>
              <a:gd name="connsiteX8" fmla="*/ 5768950 w 6858001"/>
              <a:gd name="connsiteY8" fmla="*/ 148591 h 6995918"/>
              <a:gd name="connsiteX9" fmla="*/ 5612588 w 6858001"/>
              <a:gd name="connsiteY9" fmla="*/ 163887 h 6995918"/>
              <a:gd name="connsiteX10" fmla="*/ 5456911 w 6858001"/>
              <a:gd name="connsiteY10" fmla="*/ 177839 h 6995918"/>
              <a:gd name="connsiteX11" fmla="*/ 5303978 w 6858001"/>
              <a:gd name="connsiteY11" fmla="*/ 189941 h 6995918"/>
              <a:gd name="connsiteX12" fmla="*/ 5148987 w 6858001"/>
              <a:gd name="connsiteY12" fmla="*/ 202044 h 6995918"/>
              <a:gd name="connsiteX13" fmla="*/ 4996054 w 6858001"/>
              <a:gd name="connsiteY13" fmla="*/ 212129 h 6995918"/>
              <a:gd name="connsiteX14" fmla="*/ 4843120 w 6858001"/>
              <a:gd name="connsiteY14" fmla="*/ 220029 h 6995918"/>
              <a:gd name="connsiteX15" fmla="*/ 4690873 w 6858001"/>
              <a:gd name="connsiteY15" fmla="*/ 228266 h 6995918"/>
              <a:gd name="connsiteX16" fmla="*/ 4539997 w 6858001"/>
              <a:gd name="connsiteY16" fmla="*/ 235157 h 6995918"/>
              <a:gd name="connsiteX17" fmla="*/ 4390492 w 6858001"/>
              <a:gd name="connsiteY17" fmla="*/ 240032 h 6995918"/>
              <a:gd name="connsiteX18" fmla="*/ 4240988 w 6858001"/>
              <a:gd name="connsiteY18" fmla="*/ 244234 h 6995918"/>
              <a:gd name="connsiteX19" fmla="*/ 4092855 w 6858001"/>
              <a:gd name="connsiteY19" fmla="*/ 248268 h 6995918"/>
              <a:gd name="connsiteX20" fmla="*/ 3946780 w 6858001"/>
              <a:gd name="connsiteY20" fmla="*/ 250117 h 6995918"/>
              <a:gd name="connsiteX21" fmla="*/ 3800704 w 6858001"/>
              <a:gd name="connsiteY21" fmla="*/ 252134 h 6995918"/>
              <a:gd name="connsiteX22" fmla="*/ 3656686 w 6858001"/>
              <a:gd name="connsiteY22" fmla="*/ 253143 h 6995918"/>
              <a:gd name="connsiteX23" fmla="*/ 3514040 w 6858001"/>
              <a:gd name="connsiteY23" fmla="*/ 252134 h 6995918"/>
              <a:gd name="connsiteX24" fmla="*/ 3372765 w 6858001"/>
              <a:gd name="connsiteY24" fmla="*/ 252134 h 6995918"/>
              <a:gd name="connsiteX25" fmla="*/ 3232862 w 6858001"/>
              <a:gd name="connsiteY25" fmla="*/ 250117 h 6995918"/>
              <a:gd name="connsiteX26" fmla="*/ 3095702 w 6858001"/>
              <a:gd name="connsiteY26" fmla="*/ 247092 h 6995918"/>
              <a:gd name="connsiteX27" fmla="*/ 2959914 w 6858001"/>
              <a:gd name="connsiteY27" fmla="*/ 244234 h 6995918"/>
              <a:gd name="connsiteX28" fmla="*/ 2826868 w 6858001"/>
              <a:gd name="connsiteY28" fmla="*/ 241040 h 6995918"/>
              <a:gd name="connsiteX29" fmla="*/ 2694509 w 6858001"/>
              <a:gd name="connsiteY29" fmla="*/ 236166 h 6995918"/>
              <a:gd name="connsiteX30" fmla="*/ 2564208 w 6858001"/>
              <a:gd name="connsiteY30" fmla="*/ 230955 h 6995918"/>
              <a:gd name="connsiteX31" fmla="*/ 2436649 w 6858001"/>
              <a:gd name="connsiteY31" fmla="*/ 226249 h 6995918"/>
              <a:gd name="connsiteX32" fmla="*/ 2187703 w 6858001"/>
              <a:gd name="connsiteY32" fmla="*/ 212969 h 6995918"/>
              <a:gd name="connsiteX33" fmla="*/ 1949045 w 6858001"/>
              <a:gd name="connsiteY33" fmla="*/ 198850 h 6995918"/>
              <a:gd name="connsiteX34" fmla="*/ 1719988 w 6858001"/>
              <a:gd name="connsiteY34" fmla="*/ 184058 h 6995918"/>
              <a:gd name="connsiteX35" fmla="*/ 1503275 w 6858001"/>
              <a:gd name="connsiteY35" fmla="*/ 167753 h 6995918"/>
              <a:gd name="connsiteX36" fmla="*/ 1296163 w 6858001"/>
              <a:gd name="connsiteY36" fmla="*/ 150776 h 6995918"/>
              <a:gd name="connsiteX37" fmla="*/ 1104139 w 6858001"/>
              <a:gd name="connsiteY37" fmla="*/ 132455 h 6995918"/>
              <a:gd name="connsiteX38" fmla="*/ 923774 w 6858001"/>
              <a:gd name="connsiteY38" fmla="*/ 114469 h 6995918"/>
              <a:gd name="connsiteX39" fmla="*/ 757810 w 6858001"/>
              <a:gd name="connsiteY39" fmla="*/ 96484 h 6995918"/>
              <a:gd name="connsiteX40" fmla="*/ 605563 w 6858001"/>
              <a:gd name="connsiteY40" fmla="*/ 79507 h 6995918"/>
              <a:gd name="connsiteX41" fmla="*/ 470460 w 6858001"/>
              <a:gd name="connsiteY41" fmla="*/ 63370 h 6995918"/>
              <a:gd name="connsiteX42" fmla="*/ 348388 w 6858001"/>
              <a:gd name="connsiteY42" fmla="*/ 48074 h 6995918"/>
              <a:gd name="connsiteX43" fmla="*/ 245518 w 6858001"/>
              <a:gd name="connsiteY43" fmla="*/ 35299 h 6995918"/>
              <a:gd name="connsiteX44" fmla="*/ 159107 w 6858001"/>
              <a:gd name="connsiteY44" fmla="*/ 23197 h 6995918"/>
              <a:gd name="connsiteX45" fmla="*/ 40463 w 6858001"/>
              <a:gd name="connsiteY45" fmla="*/ 5883 h 6995918"/>
              <a:gd name="connsiteX46" fmla="*/ 1 w 6858001"/>
              <a:gd name="connsiteY46" fmla="*/ 0 h 6995918"/>
              <a:gd name="connsiteX47" fmla="*/ 1 w 6858001"/>
              <a:gd name="connsiteY47" fmla="*/ 905354 h 6995918"/>
              <a:gd name="connsiteX48" fmla="*/ 0 w 6858001"/>
              <a:gd name="connsiteY48" fmla="*/ 905354 h 6995918"/>
              <a:gd name="connsiteX49" fmla="*/ 0 w 6858001"/>
              <a:gd name="connsiteY49" fmla="*/ 6995918 h 6995918"/>
              <a:gd name="connsiteX50" fmla="*/ 6858000 w 6858001"/>
              <a:gd name="connsiteY50" fmla="*/ 6995918 h 6995918"/>
              <a:gd name="connsiteX51" fmla="*/ 6858000 w 6858001"/>
              <a:gd name="connsiteY51" fmla="*/ 1344715 h 6995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95918">
                <a:moveTo>
                  <a:pt x="6858001" y="1344715"/>
                </a:moveTo>
                <a:lnTo>
                  <a:pt x="6858001" y="1177"/>
                </a:lnTo>
                <a:lnTo>
                  <a:pt x="6702324" y="26222"/>
                </a:lnTo>
                <a:lnTo>
                  <a:pt x="6547333" y="50091"/>
                </a:lnTo>
                <a:lnTo>
                  <a:pt x="6391657" y="73455"/>
                </a:lnTo>
                <a:lnTo>
                  <a:pt x="6235294" y="93458"/>
                </a:lnTo>
                <a:lnTo>
                  <a:pt x="6079618" y="113629"/>
                </a:lnTo>
                <a:lnTo>
                  <a:pt x="5923255" y="132455"/>
                </a:lnTo>
                <a:lnTo>
                  <a:pt x="5768950" y="148591"/>
                </a:lnTo>
                <a:lnTo>
                  <a:pt x="5612588" y="163887"/>
                </a:lnTo>
                <a:lnTo>
                  <a:pt x="5456911" y="177839"/>
                </a:lnTo>
                <a:lnTo>
                  <a:pt x="5303978" y="189941"/>
                </a:lnTo>
                <a:lnTo>
                  <a:pt x="5148987" y="202044"/>
                </a:lnTo>
                <a:lnTo>
                  <a:pt x="4996054" y="212129"/>
                </a:lnTo>
                <a:lnTo>
                  <a:pt x="4843120" y="220029"/>
                </a:lnTo>
                <a:lnTo>
                  <a:pt x="4690873" y="228266"/>
                </a:lnTo>
                <a:lnTo>
                  <a:pt x="4539997" y="235157"/>
                </a:lnTo>
                <a:lnTo>
                  <a:pt x="4390492" y="240032"/>
                </a:lnTo>
                <a:lnTo>
                  <a:pt x="4240988" y="244234"/>
                </a:lnTo>
                <a:lnTo>
                  <a:pt x="4092855" y="248268"/>
                </a:lnTo>
                <a:lnTo>
                  <a:pt x="3946780" y="250117"/>
                </a:lnTo>
                <a:lnTo>
                  <a:pt x="3800704" y="252134"/>
                </a:lnTo>
                <a:lnTo>
                  <a:pt x="3656686" y="253143"/>
                </a:lnTo>
                <a:lnTo>
                  <a:pt x="3514040" y="252134"/>
                </a:lnTo>
                <a:lnTo>
                  <a:pt x="3372765" y="252134"/>
                </a:lnTo>
                <a:lnTo>
                  <a:pt x="3232862" y="250117"/>
                </a:lnTo>
                <a:lnTo>
                  <a:pt x="3095702" y="247092"/>
                </a:lnTo>
                <a:lnTo>
                  <a:pt x="2959914" y="244234"/>
                </a:lnTo>
                <a:lnTo>
                  <a:pt x="2826868" y="241040"/>
                </a:lnTo>
                <a:lnTo>
                  <a:pt x="2694509" y="236166"/>
                </a:lnTo>
                <a:lnTo>
                  <a:pt x="2564208" y="230955"/>
                </a:lnTo>
                <a:lnTo>
                  <a:pt x="2436649" y="226249"/>
                </a:lnTo>
                <a:lnTo>
                  <a:pt x="2187703" y="212969"/>
                </a:lnTo>
                <a:lnTo>
                  <a:pt x="1949045" y="198850"/>
                </a:lnTo>
                <a:lnTo>
                  <a:pt x="1719988" y="184058"/>
                </a:lnTo>
                <a:lnTo>
                  <a:pt x="1503275" y="167753"/>
                </a:lnTo>
                <a:lnTo>
                  <a:pt x="1296163" y="150776"/>
                </a:lnTo>
                <a:lnTo>
                  <a:pt x="1104139" y="132455"/>
                </a:lnTo>
                <a:lnTo>
                  <a:pt x="923774" y="114469"/>
                </a:lnTo>
                <a:lnTo>
                  <a:pt x="757810" y="96484"/>
                </a:lnTo>
                <a:lnTo>
                  <a:pt x="605563" y="79507"/>
                </a:lnTo>
                <a:lnTo>
                  <a:pt x="470460" y="63370"/>
                </a:lnTo>
                <a:lnTo>
                  <a:pt x="348388" y="48074"/>
                </a:lnTo>
                <a:lnTo>
                  <a:pt x="245518" y="35299"/>
                </a:lnTo>
                <a:lnTo>
                  <a:pt x="159107" y="23197"/>
                </a:lnTo>
                <a:lnTo>
                  <a:pt x="40463" y="5883"/>
                </a:lnTo>
                <a:lnTo>
                  <a:pt x="1" y="0"/>
                </a:lnTo>
                <a:lnTo>
                  <a:pt x="1" y="905354"/>
                </a:lnTo>
                <a:lnTo>
                  <a:pt x="0" y="905354"/>
                </a:lnTo>
                <a:lnTo>
                  <a:pt x="0" y="6995918"/>
                </a:lnTo>
                <a:lnTo>
                  <a:pt x="6858000" y="6995918"/>
                </a:lnTo>
                <a:lnTo>
                  <a:pt x="6858000" y="1344715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ar-EG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30182B0-3559-41D5-9EBC-0BD86BEDA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pic>
        <p:nvPicPr>
          <p:cNvPr id="4" name="Picture 3" descr="A black rectangular object with a black rectangular object with a black background&#10;&#10;AI-generated content may be incorrect.">
            <a:extLst>
              <a:ext uri="{FF2B5EF4-FFF2-40B4-BE49-F238E27FC236}">
                <a16:creationId xmlns:a16="http://schemas.microsoft.com/office/drawing/2014/main" id="{995BCAE1-EE13-1B4E-B437-12A597035BA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854" y="1446127"/>
            <a:ext cx="5450557" cy="396528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2618163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3E0608-2228-031A-BC3F-56B722B3D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F19BAF3-7E20-4B9D-B544-BABAEEA1F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50648F4-ABCD-4DF0-8641-76CFB2354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989BE678-777B-482A-A616-FEDC47B16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F1EB4BD-9C7E-4AA3-9681-C7EB0DA625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4AAE3AA-3759-4D28-B0EF-575F25A51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D28BE0C3-2102-4820-B88B-A448B184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7EBB57-B293-BA28-E31B-45450FE317D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81" r="-1" b="42014"/>
          <a:stretch>
            <a:fillRect/>
          </a:stretch>
        </p:blipFill>
        <p:spPr>
          <a:xfrm>
            <a:off x="1" y="-5"/>
            <a:ext cx="12191695" cy="5020241"/>
          </a:xfrm>
          <a:custGeom>
            <a:avLst/>
            <a:gdLst/>
            <a:ahLst/>
            <a:cxnLst/>
            <a:rect l="l" t="t" r="r" b="b"/>
            <a:pathLst>
              <a:path w="12191695" h="5020241">
                <a:moveTo>
                  <a:pt x="0" y="0"/>
                </a:moveTo>
                <a:lnTo>
                  <a:pt x="12191695" y="0"/>
                </a:lnTo>
                <a:lnTo>
                  <a:pt x="12191695" y="4057991"/>
                </a:lnTo>
                <a:lnTo>
                  <a:pt x="11914945" y="4110187"/>
                </a:lnTo>
                <a:lnTo>
                  <a:pt x="11639412" y="4159931"/>
                </a:lnTo>
                <a:lnTo>
                  <a:pt x="11362661" y="4208624"/>
                </a:lnTo>
                <a:lnTo>
                  <a:pt x="11084690" y="4250310"/>
                </a:lnTo>
                <a:lnTo>
                  <a:pt x="10807939" y="4292347"/>
                </a:lnTo>
                <a:lnTo>
                  <a:pt x="10529968" y="4331582"/>
                </a:lnTo>
                <a:lnTo>
                  <a:pt x="10255655" y="4365211"/>
                </a:lnTo>
                <a:lnTo>
                  <a:pt x="9977684" y="4397089"/>
                </a:lnTo>
                <a:lnTo>
                  <a:pt x="9700933" y="4426165"/>
                </a:lnTo>
                <a:lnTo>
                  <a:pt x="9429058" y="4451387"/>
                </a:lnTo>
                <a:lnTo>
                  <a:pt x="9153526" y="4476609"/>
                </a:lnTo>
                <a:lnTo>
                  <a:pt x="8881651" y="4497628"/>
                </a:lnTo>
                <a:lnTo>
                  <a:pt x="8609776" y="4514092"/>
                </a:lnTo>
                <a:lnTo>
                  <a:pt x="8339121" y="4531258"/>
                </a:lnTo>
                <a:lnTo>
                  <a:pt x="8070903" y="4545620"/>
                </a:lnTo>
                <a:lnTo>
                  <a:pt x="7805124" y="4555779"/>
                </a:lnTo>
                <a:lnTo>
                  <a:pt x="7539345" y="4564537"/>
                </a:lnTo>
                <a:lnTo>
                  <a:pt x="7276005" y="4572944"/>
                </a:lnTo>
                <a:lnTo>
                  <a:pt x="7016322" y="4576798"/>
                </a:lnTo>
                <a:lnTo>
                  <a:pt x="6756639" y="4581001"/>
                </a:lnTo>
                <a:lnTo>
                  <a:pt x="6500613" y="4583103"/>
                </a:lnTo>
                <a:lnTo>
                  <a:pt x="6247026" y="4581001"/>
                </a:lnTo>
                <a:lnTo>
                  <a:pt x="5995877" y="4581001"/>
                </a:lnTo>
                <a:lnTo>
                  <a:pt x="5747167" y="4576798"/>
                </a:lnTo>
                <a:lnTo>
                  <a:pt x="5503333" y="4570492"/>
                </a:lnTo>
                <a:lnTo>
                  <a:pt x="5261938" y="4564537"/>
                </a:lnTo>
                <a:lnTo>
                  <a:pt x="5025418" y="4557881"/>
                </a:lnTo>
                <a:lnTo>
                  <a:pt x="4790118" y="4547722"/>
                </a:lnTo>
                <a:lnTo>
                  <a:pt x="4558477" y="4536862"/>
                </a:lnTo>
                <a:lnTo>
                  <a:pt x="4331710" y="4527054"/>
                </a:lnTo>
                <a:lnTo>
                  <a:pt x="3889152" y="4499379"/>
                </a:lnTo>
                <a:lnTo>
                  <a:pt x="3464881" y="4469954"/>
                </a:lnTo>
                <a:lnTo>
                  <a:pt x="3057678" y="4439126"/>
                </a:lnTo>
                <a:lnTo>
                  <a:pt x="2672421" y="4405147"/>
                </a:lnTo>
                <a:lnTo>
                  <a:pt x="2304232" y="4369765"/>
                </a:lnTo>
                <a:lnTo>
                  <a:pt x="1962864" y="4331582"/>
                </a:lnTo>
                <a:lnTo>
                  <a:pt x="1642223" y="4294099"/>
                </a:lnTo>
                <a:lnTo>
                  <a:pt x="1347183" y="4256616"/>
                </a:lnTo>
                <a:lnTo>
                  <a:pt x="1076528" y="4221235"/>
                </a:lnTo>
                <a:lnTo>
                  <a:pt x="836351" y="4187605"/>
                </a:lnTo>
                <a:lnTo>
                  <a:pt x="619339" y="4155727"/>
                </a:lnTo>
                <a:lnTo>
                  <a:pt x="436464" y="4129104"/>
                </a:lnTo>
                <a:lnTo>
                  <a:pt x="282848" y="4103881"/>
                </a:lnTo>
                <a:lnTo>
                  <a:pt x="71932" y="4067800"/>
                </a:lnTo>
                <a:lnTo>
                  <a:pt x="1" y="4055539"/>
                </a:lnTo>
                <a:lnTo>
                  <a:pt x="1" y="5020241"/>
                </a:lnTo>
                <a:lnTo>
                  <a:pt x="0" y="5020241"/>
                </a:lnTo>
                <a:close/>
              </a:path>
            </a:pathLst>
          </a:custGeom>
        </p:spPr>
      </p:pic>
      <p:sp>
        <p:nvSpPr>
          <p:cNvPr id="22" name="Freeform 16">
            <a:extLst>
              <a:ext uri="{FF2B5EF4-FFF2-40B4-BE49-F238E27FC236}">
                <a16:creationId xmlns:a16="http://schemas.microsoft.com/office/drawing/2014/main" id="{E4F17063-EDA4-417B-946F-BA357F3B39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3753695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2">
              <a:alpha val="4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D36F3EEA-55D4-4677-80E7-92D00B8F34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55533"/>
            <a:ext cx="12192000" cy="2802467"/>
          </a:xfrm>
          <a:custGeom>
            <a:avLst/>
            <a:gdLst>
              <a:gd name="connsiteX0" fmla="*/ 1 w 12192000"/>
              <a:gd name="connsiteY0" fmla="*/ 0 h 2802467"/>
              <a:gd name="connsiteX1" fmla="*/ 71932 w 12192000"/>
              <a:gd name="connsiteY1" fmla="*/ 12261 h 2802467"/>
              <a:gd name="connsiteX2" fmla="*/ 282848 w 12192000"/>
              <a:gd name="connsiteY2" fmla="*/ 48342 h 2802467"/>
              <a:gd name="connsiteX3" fmla="*/ 436464 w 12192000"/>
              <a:gd name="connsiteY3" fmla="*/ 73565 h 2802467"/>
              <a:gd name="connsiteX4" fmla="*/ 619339 w 12192000"/>
              <a:gd name="connsiteY4" fmla="*/ 100188 h 2802467"/>
              <a:gd name="connsiteX5" fmla="*/ 836351 w 12192000"/>
              <a:gd name="connsiteY5" fmla="*/ 132066 h 2802467"/>
              <a:gd name="connsiteX6" fmla="*/ 1076528 w 12192000"/>
              <a:gd name="connsiteY6" fmla="*/ 165696 h 2802467"/>
              <a:gd name="connsiteX7" fmla="*/ 1347183 w 12192000"/>
              <a:gd name="connsiteY7" fmla="*/ 201077 h 2802467"/>
              <a:gd name="connsiteX8" fmla="*/ 1642223 w 12192000"/>
              <a:gd name="connsiteY8" fmla="*/ 238560 h 2802467"/>
              <a:gd name="connsiteX9" fmla="*/ 1962864 w 12192000"/>
              <a:gd name="connsiteY9" fmla="*/ 276043 h 2802467"/>
              <a:gd name="connsiteX10" fmla="*/ 2304232 w 12192000"/>
              <a:gd name="connsiteY10" fmla="*/ 314226 h 2802467"/>
              <a:gd name="connsiteX11" fmla="*/ 2672421 w 12192000"/>
              <a:gd name="connsiteY11" fmla="*/ 349608 h 2802467"/>
              <a:gd name="connsiteX12" fmla="*/ 3057678 w 12192000"/>
              <a:gd name="connsiteY12" fmla="*/ 383587 h 2802467"/>
              <a:gd name="connsiteX13" fmla="*/ 3464881 w 12192000"/>
              <a:gd name="connsiteY13" fmla="*/ 414415 h 2802467"/>
              <a:gd name="connsiteX14" fmla="*/ 3889152 w 12192000"/>
              <a:gd name="connsiteY14" fmla="*/ 443840 h 2802467"/>
              <a:gd name="connsiteX15" fmla="*/ 4331710 w 12192000"/>
              <a:gd name="connsiteY15" fmla="*/ 471515 h 2802467"/>
              <a:gd name="connsiteX16" fmla="*/ 4558476 w 12192000"/>
              <a:gd name="connsiteY16" fmla="*/ 481323 h 2802467"/>
              <a:gd name="connsiteX17" fmla="*/ 4790118 w 12192000"/>
              <a:gd name="connsiteY17" fmla="*/ 492183 h 2802467"/>
              <a:gd name="connsiteX18" fmla="*/ 5025418 w 12192000"/>
              <a:gd name="connsiteY18" fmla="*/ 502342 h 2802467"/>
              <a:gd name="connsiteX19" fmla="*/ 5261937 w 12192000"/>
              <a:gd name="connsiteY19" fmla="*/ 508998 h 2802467"/>
              <a:gd name="connsiteX20" fmla="*/ 5503332 w 12192000"/>
              <a:gd name="connsiteY20" fmla="*/ 514953 h 2802467"/>
              <a:gd name="connsiteX21" fmla="*/ 5747166 w 12192000"/>
              <a:gd name="connsiteY21" fmla="*/ 521259 h 2802467"/>
              <a:gd name="connsiteX22" fmla="*/ 5995877 w 12192000"/>
              <a:gd name="connsiteY22" fmla="*/ 525462 h 2802467"/>
              <a:gd name="connsiteX23" fmla="*/ 6247026 w 12192000"/>
              <a:gd name="connsiteY23" fmla="*/ 525462 h 2802467"/>
              <a:gd name="connsiteX24" fmla="*/ 6500613 w 12192000"/>
              <a:gd name="connsiteY24" fmla="*/ 527564 h 2802467"/>
              <a:gd name="connsiteX25" fmla="*/ 6756639 w 12192000"/>
              <a:gd name="connsiteY25" fmla="*/ 525462 h 2802467"/>
              <a:gd name="connsiteX26" fmla="*/ 7016322 w 12192000"/>
              <a:gd name="connsiteY26" fmla="*/ 521259 h 2802467"/>
              <a:gd name="connsiteX27" fmla="*/ 7276005 w 12192000"/>
              <a:gd name="connsiteY27" fmla="*/ 517405 h 2802467"/>
              <a:gd name="connsiteX28" fmla="*/ 7539345 w 12192000"/>
              <a:gd name="connsiteY28" fmla="*/ 508998 h 2802467"/>
              <a:gd name="connsiteX29" fmla="*/ 7805124 w 12192000"/>
              <a:gd name="connsiteY29" fmla="*/ 500240 h 2802467"/>
              <a:gd name="connsiteX30" fmla="*/ 8070903 w 12192000"/>
              <a:gd name="connsiteY30" fmla="*/ 490081 h 2802467"/>
              <a:gd name="connsiteX31" fmla="*/ 8339121 w 12192000"/>
              <a:gd name="connsiteY31" fmla="*/ 475719 h 2802467"/>
              <a:gd name="connsiteX32" fmla="*/ 8609776 w 12192000"/>
              <a:gd name="connsiteY32" fmla="*/ 458553 h 2802467"/>
              <a:gd name="connsiteX33" fmla="*/ 8881651 w 12192000"/>
              <a:gd name="connsiteY33" fmla="*/ 442089 h 2802467"/>
              <a:gd name="connsiteX34" fmla="*/ 9153526 w 12192000"/>
              <a:gd name="connsiteY34" fmla="*/ 421070 h 2802467"/>
              <a:gd name="connsiteX35" fmla="*/ 9429058 w 12192000"/>
              <a:gd name="connsiteY35" fmla="*/ 395848 h 2802467"/>
              <a:gd name="connsiteX36" fmla="*/ 9700933 w 12192000"/>
              <a:gd name="connsiteY36" fmla="*/ 370626 h 2802467"/>
              <a:gd name="connsiteX37" fmla="*/ 9977684 w 12192000"/>
              <a:gd name="connsiteY37" fmla="*/ 341550 h 2802467"/>
              <a:gd name="connsiteX38" fmla="*/ 10255655 w 12192000"/>
              <a:gd name="connsiteY38" fmla="*/ 309672 h 2802467"/>
              <a:gd name="connsiteX39" fmla="*/ 10529968 w 12192000"/>
              <a:gd name="connsiteY39" fmla="*/ 276043 h 2802467"/>
              <a:gd name="connsiteX40" fmla="*/ 10807939 w 12192000"/>
              <a:gd name="connsiteY40" fmla="*/ 236808 h 2802467"/>
              <a:gd name="connsiteX41" fmla="*/ 11084690 w 12192000"/>
              <a:gd name="connsiteY41" fmla="*/ 194771 h 2802467"/>
              <a:gd name="connsiteX42" fmla="*/ 11362661 w 12192000"/>
              <a:gd name="connsiteY42" fmla="*/ 153085 h 2802467"/>
              <a:gd name="connsiteX43" fmla="*/ 11639412 w 12192000"/>
              <a:gd name="connsiteY43" fmla="*/ 104392 h 2802467"/>
              <a:gd name="connsiteX44" fmla="*/ 11914945 w 12192000"/>
              <a:gd name="connsiteY44" fmla="*/ 54648 h 2802467"/>
              <a:gd name="connsiteX45" fmla="*/ 12191696 w 12192000"/>
              <a:gd name="connsiteY45" fmla="*/ 2452 h 2802467"/>
              <a:gd name="connsiteX46" fmla="*/ 12191696 w 12192000"/>
              <a:gd name="connsiteY46" fmla="*/ 2236410 h 2802467"/>
              <a:gd name="connsiteX47" fmla="*/ 12192000 w 12192000"/>
              <a:gd name="connsiteY47" fmla="*/ 2236410 h 2802467"/>
              <a:gd name="connsiteX48" fmla="*/ 12192000 w 12192000"/>
              <a:gd name="connsiteY48" fmla="*/ 2802467 h 2802467"/>
              <a:gd name="connsiteX49" fmla="*/ 12191696 w 12192000"/>
              <a:gd name="connsiteY49" fmla="*/ 2802467 h 2802467"/>
              <a:gd name="connsiteX50" fmla="*/ 0 w 12192000"/>
              <a:gd name="connsiteY50" fmla="*/ 2802467 h 2802467"/>
              <a:gd name="connsiteX51" fmla="*/ 0 w 12192000"/>
              <a:gd name="connsiteY51" fmla="*/ 2236410 h 2802467"/>
              <a:gd name="connsiteX52" fmla="*/ 1 w 12192000"/>
              <a:gd name="connsiteY52" fmla="*/ 2236410 h 2802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2192000" h="2802467">
                <a:moveTo>
                  <a:pt x="1" y="0"/>
                </a:moveTo>
                <a:lnTo>
                  <a:pt x="71932" y="12261"/>
                </a:lnTo>
                <a:lnTo>
                  <a:pt x="282848" y="48342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3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6"/>
                </a:lnTo>
                <a:lnTo>
                  <a:pt x="2672421" y="349608"/>
                </a:lnTo>
                <a:lnTo>
                  <a:pt x="3057678" y="383587"/>
                </a:lnTo>
                <a:lnTo>
                  <a:pt x="3464881" y="414415"/>
                </a:lnTo>
                <a:lnTo>
                  <a:pt x="3889152" y="443840"/>
                </a:lnTo>
                <a:lnTo>
                  <a:pt x="4331710" y="471515"/>
                </a:lnTo>
                <a:lnTo>
                  <a:pt x="4558476" y="481323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6" y="521259"/>
                </a:lnTo>
                <a:lnTo>
                  <a:pt x="5995877" y="525462"/>
                </a:lnTo>
                <a:lnTo>
                  <a:pt x="6247026" y="525462"/>
                </a:lnTo>
                <a:lnTo>
                  <a:pt x="6500613" y="527564"/>
                </a:lnTo>
                <a:lnTo>
                  <a:pt x="6756639" y="525462"/>
                </a:lnTo>
                <a:lnTo>
                  <a:pt x="7016322" y="521259"/>
                </a:lnTo>
                <a:lnTo>
                  <a:pt x="7276005" y="517405"/>
                </a:lnTo>
                <a:lnTo>
                  <a:pt x="7539345" y="508998"/>
                </a:lnTo>
                <a:lnTo>
                  <a:pt x="7805124" y="500240"/>
                </a:lnTo>
                <a:lnTo>
                  <a:pt x="8070903" y="490081"/>
                </a:lnTo>
                <a:lnTo>
                  <a:pt x="8339121" y="475719"/>
                </a:lnTo>
                <a:lnTo>
                  <a:pt x="8609776" y="458553"/>
                </a:lnTo>
                <a:lnTo>
                  <a:pt x="8881651" y="442089"/>
                </a:lnTo>
                <a:lnTo>
                  <a:pt x="9153526" y="421070"/>
                </a:lnTo>
                <a:lnTo>
                  <a:pt x="9429058" y="395848"/>
                </a:lnTo>
                <a:lnTo>
                  <a:pt x="9700933" y="370626"/>
                </a:lnTo>
                <a:lnTo>
                  <a:pt x="9977684" y="341550"/>
                </a:lnTo>
                <a:lnTo>
                  <a:pt x="10255655" y="309672"/>
                </a:lnTo>
                <a:lnTo>
                  <a:pt x="10529968" y="276043"/>
                </a:lnTo>
                <a:lnTo>
                  <a:pt x="10807939" y="236808"/>
                </a:lnTo>
                <a:lnTo>
                  <a:pt x="11084690" y="194771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236410"/>
                </a:lnTo>
                <a:lnTo>
                  <a:pt x="12192000" y="2236410"/>
                </a:lnTo>
                <a:lnTo>
                  <a:pt x="12192000" y="2802467"/>
                </a:lnTo>
                <a:lnTo>
                  <a:pt x="12191696" y="2802467"/>
                </a:lnTo>
                <a:lnTo>
                  <a:pt x="0" y="2802467"/>
                </a:lnTo>
                <a:lnTo>
                  <a:pt x="0" y="2236410"/>
                </a:lnTo>
                <a:lnTo>
                  <a:pt x="1" y="223641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C44135-4DE9-104E-2AF7-EC73E4216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562" y="4543702"/>
            <a:ext cx="11482085" cy="1718749"/>
          </a:xfrm>
        </p:spPr>
        <p:txBody>
          <a:bodyPr vert="horz" lIns="91440" tIns="45720" rIns="91440" bIns="45720" rtlCol="0" anchor="b">
            <a:normAutofit/>
          </a:bodyPr>
          <a:lstStyle/>
          <a:p>
            <a:pPr rtl="0">
              <a:lnSpc>
                <a:spcPct val="90000"/>
              </a:lnSpc>
            </a:pPr>
            <a:r>
              <a:rPr lang="en-US" sz="3600" b="1" dirty="0">
                <a:solidFill>
                  <a:srgbClr val="EBEBEB"/>
                </a:solidFill>
              </a:rPr>
              <a:t>11- </a:t>
            </a:r>
            <a:r>
              <a:rPr lang="en-US" sz="3600" b="1" dirty="0">
                <a:solidFill>
                  <a:schemeClr val="accent3"/>
                </a:solidFill>
              </a:rPr>
              <a:t>GPU</a:t>
            </a:r>
            <a:r>
              <a:rPr lang="en-US" sz="3600" b="1" dirty="0">
                <a:solidFill>
                  <a:srgbClr val="EBEBEB"/>
                </a:solidFill>
              </a:rPr>
              <a:t> helps us play high definition Video games and make computer animations and drawings.</a:t>
            </a:r>
          </a:p>
        </p:txBody>
      </p:sp>
    </p:spTree>
    <p:extLst>
      <p:ext uri="{BB962C8B-B14F-4D97-AF65-F5344CB8AC3E}">
        <p14:creationId xmlns:p14="http://schemas.microsoft.com/office/powerpoint/2010/main" val="1858459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F19BAF3-7E20-4B9D-B544-BABAEEA1F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50648F4-ABCD-4DF0-8641-76CFB2354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989BE678-777B-482A-A616-FEDC47B16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F1EB4BD-9C7E-4AA3-9681-C7EB0DA625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4AAE3AA-3759-4D28-B0EF-575F25A51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D28BE0C3-2102-4820-B88B-A448B184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F1B6F0-E01D-D87F-E7B1-D8FCF9FA1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7445" y="378519"/>
            <a:ext cx="4966021" cy="3308840"/>
          </a:xfr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en-US" sz="8000" b="1" dirty="0"/>
              <a:t>Exercise</a:t>
            </a:r>
          </a:p>
        </p:txBody>
      </p:sp>
      <p:pic>
        <p:nvPicPr>
          <p:cNvPr id="4" name="Picture 3" descr="A yellow folders and a pen&#10;&#10;AI-generated content may be incorrect.">
            <a:extLst>
              <a:ext uri="{FF2B5EF4-FFF2-40B4-BE49-F238E27FC236}">
                <a16:creationId xmlns:a16="http://schemas.microsoft.com/office/drawing/2014/main" id="{CB8E3796-EC44-9511-BD43-0DCAF1E8C1A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56" r="13779" b="-1"/>
          <a:stretch>
            <a:fillRect/>
          </a:stretch>
        </p:blipFill>
        <p:spPr>
          <a:xfrm>
            <a:off x="4542084" y="10"/>
            <a:ext cx="7557319" cy="685799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BFEFF673-A9DE-416D-A04E-1D5090454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764368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DF19BAF3-7E20-4B9D-B544-BABAEEA1F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950648F4-ABCD-4DF0-8641-76CFB2354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32" name="Oval 31">
            <a:extLst>
              <a:ext uri="{FF2B5EF4-FFF2-40B4-BE49-F238E27FC236}">
                <a16:creationId xmlns:a16="http://schemas.microsoft.com/office/drawing/2014/main" id="{989BE678-777B-482A-A616-FEDC47B16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CF1EB4BD-9C7E-4AA3-9681-C7EB0DA625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94AAE3AA-3759-4D28-B0EF-575F25A51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D28BE0C3-2102-4820-B88B-A448B184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6A81905-F480-46A4-BC10-215D24EA1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797794-197F-2953-2FF9-2F2B7F9B0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2012" y="1447800"/>
            <a:ext cx="6691097" cy="4142772"/>
          </a:xfrm>
        </p:spPr>
        <p:txBody>
          <a:bodyPr vert="horz" lIns="91440" tIns="45720" rIns="91440" bIns="45720" rtlCol="0" anchor="b">
            <a:noAutofit/>
          </a:bodyPr>
          <a:lstStyle/>
          <a:p>
            <a:pPr rtl="0">
              <a:lnSpc>
                <a:spcPct val="90000"/>
              </a:lnSpc>
            </a:pPr>
            <a:r>
              <a:rPr lang="en-US" sz="8800" b="1">
                <a:solidFill>
                  <a:srgbClr val="EBEBEB"/>
                </a:solidFill>
              </a:rPr>
              <a:t>Page Number </a:t>
            </a:r>
            <a:br>
              <a:rPr lang="en-US" sz="8800" b="1">
                <a:solidFill>
                  <a:srgbClr val="EBEBEB"/>
                </a:solidFill>
              </a:rPr>
            </a:br>
            <a:r>
              <a:rPr lang="en-US" sz="8800" b="1">
                <a:solidFill>
                  <a:srgbClr val="EBEBEB"/>
                </a:solidFill>
              </a:rPr>
              <a:t>04</a:t>
            </a:r>
            <a:endParaRPr lang="en-US" sz="8800" b="1" dirty="0">
              <a:solidFill>
                <a:srgbClr val="EBEBEB"/>
              </a:solidFill>
            </a:endParaRPr>
          </a:p>
        </p:txBody>
      </p:sp>
      <p:sp>
        <p:nvSpPr>
          <p:cNvPr id="42" name="Freeform 8">
            <a:extLst>
              <a:ext uri="{FF2B5EF4-FFF2-40B4-BE49-F238E27FC236}">
                <a16:creationId xmlns:a16="http://schemas.microsoft.com/office/drawing/2014/main" id="{36FD4D9D-3784-41E8-8405-A42B72F513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5692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D6F80C-0432-688D-0F4D-BE0D1CAB528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54" r="9154"/>
          <a:stretch/>
        </p:blipFill>
        <p:spPr>
          <a:xfrm>
            <a:off x="20" y="10"/>
            <a:ext cx="4481944" cy="6857990"/>
          </a:xfrm>
          <a:custGeom>
            <a:avLst/>
            <a:gdLst/>
            <a:ahLst/>
            <a:cxnLst/>
            <a:rect l="l" t="t" r="r" b="b"/>
            <a:pathLst>
              <a:path w="4481964" h="6858000">
                <a:moveTo>
                  <a:pt x="0" y="0"/>
                </a:moveTo>
                <a:lnTo>
                  <a:pt x="3137249" y="0"/>
                </a:lnTo>
                <a:lnTo>
                  <a:pt x="4480787" y="0"/>
                </a:lnTo>
                <a:lnTo>
                  <a:pt x="4455742" y="155676"/>
                </a:lnTo>
                <a:lnTo>
                  <a:pt x="4431873" y="310667"/>
                </a:lnTo>
                <a:lnTo>
                  <a:pt x="4408509" y="466344"/>
                </a:lnTo>
                <a:lnTo>
                  <a:pt x="4388506" y="622706"/>
                </a:lnTo>
                <a:lnTo>
                  <a:pt x="4368335" y="778383"/>
                </a:lnTo>
                <a:lnTo>
                  <a:pt x="4349509" y="934745"/>
                </a:lnTo>
                <a:lnTo>
                  <a:pt x="4333373" y="1089050"/>
                </a:lnTo>
                <a:lnTo>
                  <a:pt x="4318077" y="1245413"/>
                </a:lnTo>
                <a:lnTo>
                  <a:pt x="4304125" y="1401089"/>
                </a:lnTo>
                <a:lnTo>
                  <a:pt x="4292023" y="1554023"/>
                </a:lnTo>
                <a:lnTo>
                  <a:pt x="4279920" y="1709013"/>
                </a:lnTo>
                <a:lnTo>
                  <a:pt x="4269835" y="1861947"/>
                </a:lnTo>
                <a:lnTo>
                  <a:pt x="4261935" y="2014880"/>
                </a:lnTo>
                <a:lnTo>
                  <a:pt x="4253698" y="2167128"/>
                </a:lnTo>
                <a:lnTo>
                  <a:pt x="4246807" y="2318004"/>
                </a:lnTo>
                <a:lnTo>
                  <a:pt x="4241932" y="2467508"/>
                </a:lnTo>
                <a:lnTo>
                  <a:pt x="4237730" y="2617013"/>
                </a:lnTo>
                <a:lnTo>
                  <a:pt x="4233696" y="2765145"/>
                </a:lnTo>
                <a:lnTo>
                  <a:pt x="4231847" y="2911221"/>
                </a:lnTo>
                <a:lnTo>
                  <a:pt x="4229830" y="3057296"/>
                </a:lnTo>
                <a:lnTo>
                  <a:pt x="4228821" y="3201314"/>
                </a:lnTo>
                <a:lnTo>
                  <a:pt x="4229830" y="3343960"/>
                </a:lnTo>
                <a:lnTo>
                  <a:pt x="4229830" y="3485235"/>
                </a:lnTo>
                <a:lnTo>
                  <a:pt x="4231847" y="3625138"/>
                </a:lnTo>
                <a:lnTo>
                  <a:pt x="4234872" y="3762298"/>
                </a:lnTo>
                <a:lnTo>
                  <a:pt x="4237730" y="3898087"/>
                </a:lnTo>
                <a:lnTo>
                  <a:pt x="4240924" y="4031132"/>
                </a:lnTo>
                <a:lnTo>
                  <a:pt x="4245798" y="4163491"/>
                </a:lnTo>
                <a:lnTo>
                  <a:pt x="4251009" y="4293793"/>
                </a:lnTo>
                <a:lnTo>
                  <a:pt x="4255715" y="4421352"/>
                </a:lnTo>
                <a:lnTo>
                  <a:pt x="4268995" y="4670298"/>
                </a:lnTo>
                <a:lnTo>
                  <a:pt x="4283114" y="4908956"/>
                </a:lnTo>
                <a:lnTo>
                  <a:pt x="4297906" y="5138013"/>
                </a:lnTo>
                <a:lnTo>
                  <a:pt x="4314211" y="5354726"/>
                </a:lnTo>
                <a:lnTo>
                  <a:pt x="4331188" y="5561838"/>
                </a:lnTo>
                <a:lnTo>
                  <a:pt x="4349509" y="5753862"/>
                </a:lnTo>
                <a:lnTo>
                  <a:pt x="4367495" y="5934227"/>
                </a:lnTo>
                <a:lnTo>
                  <a:pt x="4385480" y="6100191"/>
                </a:lnTo>
                <a:lnTo>
                  <a:pt x="4402457" y="6252438"/>
                </a:lnTo>
                <a:lnTo>
                  <a:pt x="4418594" y="6387541"/>
                </a:lnTo>
                <a:lnTo>
                  <a:pt x="4433890" y="6509613"/>
                </a:lnTo>
                <a:lnTo>
                  <a:pt x="4446665" y="6612483"/>
                </a:lnTo>
                <a:lnTo>
                  <a:pt x="4458767" y="6698894"/>
                </a:lnTo>
                <a:lnTo>
                  <a:pt x="4476081" y="6817538"/>
                </a:lnTo>
                <a:lnTo>
                  <a:pt x="4481964" y="6858000"/>
                </a:lnTo>
                <a:lnTo>
                  <a:pt x="3577807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60817A52-B891-4228-A61E-0C0A57632D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4072453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89FD1-E97D-5B99-04B9-0F2CEFFD9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29DEA-3F63-A32B-8EA1-13C959283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9640" y="1005840"/>
            <a:ext cx="6827520" cy="3977640"/>
          </a:xfr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en-US" sz="6000" dirty="0"/>
              <a:t>______________ do not run applications like smart watches.</a:t>
            </a:r>
            <a:endParaRPr lang="en-US" sz="12500" b="1" dirty="0">
              <a:solidFill>
                <a:schemeClr val="accent3"/>
              </a:solidFill>
            </a:endParaRPr>
          </a:p>
        </p:txBody>
      </p:sp>
      <p:pic>
        <p:nvPicPr>
          <p:cNvPr id="6" name="Picture 5" descr="A cartoon of a child sitting at a table with a pencil&#10;&#10;AI-generated content may be incorrect.">
            <a:extLst>
              <a:ext uri="{FF2B5EF4-FFF2-40B4-BE49-F238E27FC236}">
                <a16:creationId xmlns:a16="http://schemas.microsoft.com/office/drawing/2014/main" id="{41EE6F6E-BABF-7497-14A9-69CB210E0A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66" r="14223"/>
          <a:stretch>
            <a:fillRect/>
          </a:stretch>
        </p:blipFill>
        <p:spPr>
          <a:xfrm>
            <a:off x="20" y="10"/>
            <a:ext cx="4481944" cy="6857990"/>
          </a:xfrm>
          <a:custGeom>
            <a:avLst/>
            <a:gdLst/>
            <a:ahLst/>
            <a:cxnLst/>
            <a:rect l="l" t="t" r="r" b="b"/>
            <a:pathLst>
              <a:path w="4481964" h="6858000">
                <a:moveTo>
                  <a:pt x="0" y="0"/>
                </a:moveTo>
                <a:lnTo>
                  <a:pt x="3137249" y="0"/>
                </a:lnTo>
                <a:lnTo>
                  <a:pt x="4480787" y="0"/>
                </a:lnTo>
                <a:lnTo>
                  <a:pt x="4455742" y="155676"/>
                </a:lnTo>
                <a:lnTo>
                  <a:pt x="4431873" y="310667"/>
                </a:lnTo>
                <a:lnTo>
                  <a:pt x="4408509" y="466344"/>
                </a:lnTo>
                <a:lnTo>
                  <a:pt x="4388506" y="622706"/>
                </a:lnTo>
                <a:lnTo>
                  <a:pt x="4368335" y="778383"/>
                </a:lnTo>
                <a:lnTo>
                  <a:pt x="4349509" y="934745"/>
                </a:lnTo>
                <a:lnTo>
                  <a:pt x="4333373" y="1089050"/>
                </a:lnTo>
                <a:lnTo>
                  <a:pt x="4318077" y="1245413"/>
                </a:lnTo>
                <a:lnTo>
                  <a:pt x="4304125" y="1401089"/>
                </a:lnTo>
                <a:lnTo>
                  <a:pt x="4292023" y="1554023"/>
                </a:lnTo>
                <a:lnTo>
                  <a:pt x="4279920" y="1709013"/>
                </a:lnTo>
                <a:lnTo>
                  <a:pt x="4269835" y="1861947"/>
                </a:lnTo>
                <a:lnTo>
                  <a:pt x="4261935" y="2014880"/>
                </a:lnTo>
                <a:lnTo>
                  <a:pt x="4253698" y="2167128"/>
                </a:lnTo>
                <a:lnTo>
                  <a:pt x="4246807" y="2318004"/>
                </a:lnTo>
                <a:lnTo>
                  <a:pt x="4241932" y="2467508"/>
                </a:lnTo>
                <a:lnTo>
                  <a:pt x="4237730" y="2617013"/>
                </a:lnTo>
                <a:lnTo>
                  <a:pt x="4233696" y="2765145"/>
                </a:lnTo>
                <a:lnTo>
                  <a:pt x="4231847" y="2911221"/>
                </a:lnTo>
                <a:lnTo>
                  <a:pt x="4229830" y="3057296"/>
                </a:lnTo>
                <a:lnTo>
                  <a:pt x="4228821" y="3201314"/>
                </a:lnTo>
                <a:lnTo>
                  <a:pt x="4229830" y="3343960"/>
                </a:lnTo>
                <a:lnTo>
                  <a:pt x="4229830" y="3485235"/>
                </a:lnTo>
                <a:lnTo>
                  <a:pt x="4231847" y="3625138"/>
                </a:lnTo>
                <a:lnTo>
                  <a:pt x="4234872" y="3762298"/>
                </a:lnTo>
                <a:lnTo>
                  <a:pt x="4237730" y="3898087"/>
                </a:lnTo>
                <a:lnTo>
                  <a:pt x="4240924" y="4031132"/>
                </a:lnTo>
                <a:lnTo>
                  <a:pt x="4245798" y="4163491"/>
                </a:lnTo>
                <a:lnTo>
                  <a:pt x="4251009" y="4293793"/>
                </a:lnTo>
                <a:lnTo>
                  <a:pt x="4255715" y="4421352"/>
                </a:lnTo>
                <a:lnTo>
                  <a:pt x="4268995" y="4670298"/>
                </a:lnTo>
                <a:lnTo>
                  <a:pt x="4283114" y="4908956"/>
                </a:lnTo>
                <a:lnTo>
                  <a:pt x="4297906" y="5138013"/>
                </a:lnTo>
                <a:lnTo>
                  <a:pt x="4314211" y="5354726"/>
                </a:lnTo>
                <a:lnTo>
                  <a:pt x="4331188" y="5561838"/>
                </a:lnTo>
                <a:lnTo>
                  <a:pt x="4349509" y="5753862"/>
                </a:lnTo>
                <a:lnTo>
                  <a:pt x="4367495" y="5934227"/>
                </a:lnTo>
                <a:lnTo>
                  <a:pt x="4385480" y="6100191"/>
                </a:lnTo>
                <a:lnTo>
                  <a:pt x="4402457" y="6252438"/>
                </a:lnTo>
                <a:lnTo>
                  <a:pt x="4418594" y="6387541"/>
                </a:lnTo>
                <a:lnTo>
                  <a:pt x="4433890" y="6509613"/>
                </a:lnTo>
                <a:lnTo>
                  <a:pt x="4446665" y="6612483"/>
                </a:lnTo>
                <a:lnTo>
                  <a:pt x="4458767" y="6698894"/>
                </a:lnTo>
                <a:lnTo>
                  <a:pt x="4476081" y="6817538"/>
                </a:lnTo>
                <a:lnTo>
                  <a:pt x="4481964" y="6858000"/>
                </a:lnTo>
                <a:lnTo>
                  <a:pt x="3577807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4020212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DF19BAF3-7E20-4B9D-B544-BABAEEA1F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950648F4-ABCD-4DF0-8641-76CFB2354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32" name="Oval 31">
            <a:extLst>
              <a:ext uri="{FF2B5EF4-FFF2-40B4-BE49-F238E27FC236}">
                <a16:creationId xmlns:a16="http://schemas.microsoft.com/office/drawing/2014/main" id="{989BE678-777B-482A-A616-FEDC47B16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CF1EB4BD-9C7E-4AA3-9681-C7EB0DA625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94AAE3AA-3759-4D28-B0EF-575F25A51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D28BE0C3-2102-4820-B88B-A448B184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6A81905-F480-46A4-BC10-215D24EA1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9FE89F-1136-C58A-F90A-FEA8F08B1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1964" y="670560"/>
            <a:ext cx="7527156" cy="3825240"/>
          </a:xfr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en-US" sz="6000" b="1" dirty="0">
                <a:solidFill>
                  <a:schemeClr val="accent3"/>
                </a:solidFill>
              </a:rPr>
              <a:t>Fitness bands </a:t>
            </a:r>
            <a:r>
              <a:rPr lang="en-US" sz="6000" dirty="0"/>
              <a:t>do not run applications like smart watches.</a:t>
            </a:r>
            <a:endParaRPr lang="en-US" sz="8800" dirty="0">
              <a:solidFill>
                <a:srgbClr val="EBEBEB"/>
              </a:solidFill>
            </a:endParaRPr>
          </a:p>
        </p:txBody>
      </p:sp>
      <p:sp>
        <p:nvSpPr>
          <p:cNvPr id="42" name="Freeform 8">
            <a:extLst>
              <a:ext uri="{FF2B5EF4-FFF2-40B4-BE49-F238E27FC236}">
                <a16:creationId xmlns:a16="http://schemas.microsoft.com/office/drawing/2014/main" id="{36FD4D9D-3784-41E8-8405-A42B72F513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5692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cartoon of a child sitting at a table with a pencil&#10;&#10;AI-generated content may be incorrect.">
            <a:extLst>
              <a:ext uri="{FF2B5EF4-FFF2-40B4-BE49-F238E27FC236}">
                <a16:creationId xmlns:a16="http://schemas.microsoft.com/office/drawing/2014/main" id="{F636CC74-EFB2-55BA-E86E-32FACC8DF92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66" r="14223"/>
          <a:stretch>
            <a:fillRect/>
          </a:stretch>
        </p:blipFill>
        <p:spPr>
          <a:xfrm>
            <a:off x="20" y="10"/>
            <a:ext cx="4481944" cy="6857990"/>
          </a:xfrm>
          <a:custGeom>
            <a:avLst/>
            <a:gdLst/>
            <a:ahLst/>
            <a:cxnLst/>
            <a:rect l="l" t="t" r="r" b="b"/>
            <a:pathLst>
              <a:path w="4481964" h="6858000">
                <a:moveTo>
                  <a:pt x="0" y="0"/>
                </a:moveTo>
                <a:lnTo>
                  <a:pt x="3137249" y="0"/>
                </a:lnTo>
                <a:lnTo>
                  <a:pt x="4480787" y="0"/>
                </a:lnTo>
                <a:lnTo>
                  <a:pt x="4455742" y="155676"/>
                </a:lnTo>
                <a:lnTo>
                  <a:pt x="4431873" y="310667"/>
                </a:lnTo>
                <a:lnTo>
                  <a:pt x="4408509" y="466344"/>
                </a:lnTo>
                <a:lnTo>
                  <a:pt x="4388506" y="622706"/>
                </a:lnTo>
                <a:lnTo>
                  <a:pt x="4368335" y="778383"/>
                </a:lnTo>
                <a:lnTo>
                  <a:pt x="4349509" y="934745"/>
                </a:lnTo>
                <a:lnTo>
                  <a:pt x="4333373" y="1089050"/>
                </a:lnTo>
                <a:lnTo>
                  <a:pt x="4318077" y="1245413"/>
                </a:lnTo>
                <a:lnTo>
                  <a:pt x="4304125" y="1401089"/>
                </a:lnTo>
                <a:lnTo>
                  <a:pt x="4292023" y="1554023"/>
                </a:lnTo>
                <a:lnTo>
                  <a:pt x="4279920" y="1709013"/>
                </a:lnTo>
                <a:lnTo>
                  <a:pt x="4269835" y="1861947"/>
                </a:lnTo>
                <a:lnTo>
                  <a:pt x="4261935" y="2014880"/>
                </a:lnTo>
                <a:lnTo>
                  <a:pt x="4253698" y="2167128"/>
                </a:lnTo>
                <a:lnTo>
                  <a:pt x="4246807" y="2318004"/>
                </a:lnTo>
                <a:lnTo>
                  <a:pt x="4241932" y="2467508"/>
                </a:lnTo>
                <a:lnTo>
                  <a:pt x="4237730" y="2617013"/>
                </a:lnTo>
                <a:lnTo>
                  <a:pt x="4233696" y="2765145"/>
                </a:lnTo>
                <a:lnTo>
                  <a:pt x="4231847" y="2911221"/>
                </a:lnTo>
                <a:lnTo>
                  <a:pt x="4229830" y="3057296"/>
                </a:lnTo>
                <a:lnTo>
                  <a:pt x="4228821" y="3201314"/>
                </a:lnTo>
                <a:lnTo>
                  <a:pt x="4229830" y="3343960"/>
                </a:lnTo>
                <a:lnTo>
                  <a:pt x="4229830" y="3485235"/>
                </a:lnTo>
                <a:lnTo>
                  <a:pt x="4231847" y="3625138"/>
                </a:lnTo>
                <a:lnTo>
                  <a:pt x="4234872" y="3762298"/>
                </a:lnTo>
                <a:lnTo>
                  <a:pt x="4237730" y="3898087"/>
                </a:lnTo>
                <a:lnTo>
                  <a:pt x="4240924" y="4031132"/>
                </a:lnTo>
                <a:lnTo>
                  <a:pt x="4245798" y="4163491"/>
                </a:lnTo>
                <a:lnTo>
                  <a:pt x="4251009" y="4293793"/>
                </a:lnTo>
                <a:lnTo>
                  <a:pt x="4255715" y="4421352"/>
                </a:lnTo>
                <a:lnTo>
                  <a:pt x="4268995" y="4670298"/>
                </a:lnTo>
                <a:lnTo>
                  <a:pt x="4283114" y="4908956"/>
                </a:lnTo>
                <a:lnTo>
                  <a:pt x="4297906" y="5138013"/>
                </a:lnTo>
                <a:lnTo>
                  <a:pt x="4314211" y="5354726"/>
                </a:lnTo>
                <a:lnTo>
                  <a:pt x="4331188" y="5561838"/>
                </a:lnTo>
                <a:lnTo>
                  <a:pt x="4349509" y="5753862"/>
                </a:lnTo>
                <a:lnTo>
                  <a:pt x="4367495" y="5934227"/>
                </a:lnTo>
                <a:lnTo>
                  <a:pt x="4385480" y="6100191"/>
                </a:lnTo>
                <a:lnTo>
                  <a:pt x="4402457" y="6252438"/>
                </a:lnTo>
                <a:lnTo>
                  <a:pt x="4418594" y="6387541"/>
                </a:lnTo>
                <a:lnTo>
                  <a:pt x="4433890" y="6509613"/>
                </a:lnTo>
                <a:lnTo>
                  <a:pt x="4446665" y="6612483"/>
                </a:lnTo>
                <a:lnTo>
                  <a:pt x="4458767" y="6698894"/>
                </a:lnTo>
                <a:lnTo>
                  <a:pt x="4476081" y="6817538"/>
                </a:lnTo>
                <a:lnTo>
                  <a:pt x="4481964" y="6858000"/>
                </a:lnTo>
                <a:lnTo>
                  <a:pt x="3577807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60817A52-B891-4228-A61E-0C0A57632D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7025340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F19BAF3-7E20-4B9D-B544-BABAEEA1F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50648F4-ABCD-4DF0-8641-76CFB2354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989BE678-777B-482A-A616-FEDC47B16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F1EB4BD-9C7E-4AA3-9681-C7EB0DA625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4AAE3AA-3759-4D28-B0EF-575F25A51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D28BE0C3-2102-4820-B88B-A448B184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E3F5E8-2002-0D2B-5399-B2AF9E5D1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630" y="285920"/>
            <a:ext cx="6285393" cy="5169999"/>
          </a:xfrm>
        </p:spPr>
        <p:txBody>
          <a:bodyPr vert="horz" lIns="91440" tIns="45720" rIns="91440" bIns="45720" rtlCol="0" anchor="b">
            <a:noAutofit/>
          </a:bodyPr>
          <a:lstStyle/>
          <a:p>
            <a:pPr rtl="0">
              <a:lnSpc>
                <a:spcPct val="90000"/>
              </a:lnSpc>
            </a:pPr>
            <a:r>
              <a:rPr lang="en-US" sz="6600" dirty="0"/>
              <a:t>…………………… helps us to identify products and find reviews.</a:t>
            </a:r>
            <a:endParaRPr lang="en-US" sz="8800" b="1" dirty="0"/>
          </a:p>
        </p:txBody>
      </p:sp>
      <p:pic>
        <p:nvPicPr>
          <p:cNvPr id="4" name="Picture 3" descr="A cartoon of a child holding a pencil and writing in a book&#10;&#10;AI-generated content may be incorrect.">
            <a:extLst>
              <a:ext uri="{FF2B5EF4-FFF2-40B4-BE49-F238E27FC236}">
                <a16:creationId xmlns:a16="http://schemas.microsoft.com/office/drawing/2014/main" id="{1814D1B3-EE96-332F-09C6-C4DED1D2B45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5" r="2" b="2"/>
          <a:stretch>
            <a:fillRect/>
          </a:stretch>
        </p:blipFill>
        <p:spPr>
          <a:xfrm>
            <a:off x="6094411" y="10"/>
            <a:ext cx="6097590" cy="685799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4A5788BB-481F-4FC7-AD49-73D20DDD6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4124376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7FCE8-0BAC-FE16-F773-F9E408B94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29CB4-9AEF-5C16-4B09-A0E39DB4A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630" y="285920"/>
            <a:ext cx="6928650" cy="4956639"/>
          </a:xfrm>
        </p:spPr>
        <p:txBody>
          <a:bodyPr vert="horz" lIns="91440" tIns="45720" rIns="91440" bIns="45720" rtlCol="0" anchor="b">
            <a:noAutofit/>
          </a:bodyPr>
          <a:lstStyle/>
          <a:p>
            <a:pPr rtl="0">
              <a:lnSpc>
                <a:spcPct val="90000"/>
              </a:lnSpc>
            </a:pPr>
            <a:r>
              <a:rPr lang="en-US" sz="7200" b="1" dirty="0">
                <a:solidFill>
                  <a:schemeClr val="accent3"/>
                </a:solidFill>
              </a:rPr>
              <a:t>Smart glasses</a:t>
            </a:r>
            <a:r>
              <a:rPr lang="en-US" sz="7200" dirty="0"/>
              <a:t> helps us to identify products and find reviews.</a:t>
            </a:r>
            <a:endParaRPr lang="en-US" sz="7200" b="1" dirty="0"/>
          </a:p>
        </p:txBody>
      </p:sp>
      <p:pic>
        <p:nvPicPr>
          <p:cNvPr id="4" name="Picture 3" descr="A cartoon of a child holding a pencil and writing in a book&#10;&#10;AI-generated content may be incorrect.">
            <a:extLst>
              <a:ext uri="{FF2B5EF4-FFF2-40B4-BE49-F238E27FC236}">
                <a16:creationId xmlns:a16="http://schemas.microsoft.com/office/drawing/2014/main" id="{1F09484E-F303-0765-2EF8-EC80E37319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5" r="2" b="2"/>
          <a:stretch>
            <a:fillRect/>
          </a:stretch>
        </p:blipFill>
        <p:spPr>
          <a:xfrm>
            <a:off x="6094411" y="10"/>
            <a:ext cx="609759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276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371D1C-36CF-DB1A-C922-DF7302052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87CE3F1B-E9B2-193C-DF98-1BD3242905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87B9CA2-226A-D472-1BFC-BF4222518E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588A33BB-5786-E18B-FFCD-7EDEADCEFE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r-EG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Arial" panose="020B0604020202020204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6FCBE1E-BE21-0E2D-EC7F-508EFF846F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0778EBB-500E-4D52-2435-A36F5845D7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AED31298-58A2-DF32-884F-DE232C808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r-EG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C3FFD4D-C154-41A0-34E9-02A39C0BC7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645737-4575-DC36-BEA0-2A2E48DD9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5135" y="1325880"/>
            <a:ext cx="4171251" cy="169058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 rtl="0">
              <a:lnSpc>
                <a:spcPct val="90000"/>
              </a:lnSpc>
            </a:pPr>
            <a:r>
              <a:rPr lang="en-US" sz="4400" b="1" i="0" kern="12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We follow the explanation</a:t>
            </a:r>
          </a:p>
        </p:txBody>
      </p:sp>
      <p:sp>
        <p:nvSpPr>
          <p:cNvPr id="25" name="Freeform 36">
            <a:extLst>
              <a:ext uri="{FF2B5EF4-FFF2-40B4-BE49-F238E27FC236}">
                <a16:creationId xmlns:a16="http://schemas.microsoft.com/office/drawing/2014/main" id="{C9FFB38E-7FD5-5132-CA4E-D73A147671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463681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27" name="Freeform: Shape 26">
            <a:extLst>
              <a:ext uri="{FF2B5EF4-FFF2-40B4-BE49-F238E27FC236}">
                <a16:creationId xmlns:a16="http://schemas.microsoft.com/office/drawing/2014/main" id="{1D0EF417-183E-5903-E683-AC7138EEF7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809954" cy="6858000"/>
          </a:xfrm>
          <a:custGeom>
            <a:avLst/>
            <a:gdLst>
              <a:gd name="connsiteX0" fmla="*/ 6465239 w 7809954"/>
              <a:gd name="connsiteY0" fmla="*/ 0 h 6858000"/>
              <a:gd name="connsiteX1" fmla="*/ 7808777 w 7809954"/>
              <a:gd name="connsiteY1" fmla="*/ 0 h 6858000"/>
              <a:gd name="connsiteX2" fmla="*/ 7783732 w 7809954"/>
              <a:gd name="connsiteY2" fmla="*/ 155676 h 6858000"/>
              <a:gd name="connsiteX3" fmla="*/ 7759863 w 7809954"/>
              <a:gd name="connsiteY3" fmla="*/ 310667 h 6858000"/>
              <a:gd name="connsiteX4" fmla="*/ 7736499 w 7809954"/>
              <a:gd name="connsiteY4" fmla="*/ 466344 h 6858000"/>
              <a:gd name="connsiteX5" fmla="*/ 7716496 w 7809954"/>
              <a:gd name="connsiteY5" fmla="*/ 622706 h 6858000"/>
              <a:gd name="connsiteX6" fmla="*/ 7696325 w 7809954"/>
              <a:gd name="connsiteY6" fmla="*/ 778383 h 6858000"/>
              <a:gd name="connsiteX7" fmla="*/ 7677499 w 7809954"/>
              <a:gd name="connsiteY7" fmla="*/ 934745 h 6858000"/>
              <a:gd name="connsiteX8" fmla="*/ 7661363 w 7809954"/>
              <a:gd name="connsiteY8" fmla="*/ 1089050 h 6858000"/>
              <a:gd name="connsiteX9" fmla="*/ 7646067 w 7809954"/>
              <a:gd name="connsiteY9" fmla="*/ 1245413 h 6858000"/>
              <a:gd name="connsiteX10" fmla="*/ 7632115 w 7809954"/>
              <a:gd name="connsiteY10" fmla="*/ 1401089 h 6858000"/>
              <a:gd name="connsiteX11" fmla="*/ 7620013 w 7809954"/>
              <a:gd name="connsiteY11" fmla="*/ 1554023 h 6858000"/>
              <a:gd name="connsiteX12" fmla="*/ 7607910 w 7809954"/>
              <a:gd name="connsiteY12" fmla="*/ 1709013 h 6858000"/>
              <a:gd name="connsiteX13" fmla="*/ 7597825 w 7809954"/>
              <a:gd name="connsiteY13" fmla="*/ 1861947 h 6858000"/>
              <a:gd name="connsiteX14" fmla="*/ 7589925 w 7809954"/>
              <a:gd name="connsiteY14" fmla="*/ 2014880 h 6858000"/>
              <a:gd name="connsiteX15" fmla="*/ 7581688 w 7809954"/>
              <a:gd name="connsiteY15" fmla="*/ 2167128 h 6858000"/>
              <a:gd name="connsiteX16" fmla="*/ 7574797 w 7809954"/>
              <a:gd name="connsiteY16" fmla="*/ 2318004 h 6858000"/>
              <a:gd name="connsiteX17" fmla="*/ 7569922 w 7809954"/>
              <a:gd name="connsiteY17" fmla="*/ 2467508 h 6858000"/>
              <a:gd name="connsiteX18" fmla="*/ 7565720 w 7809954"/>
              <a:gd name="connsiteY18" fmla="*/ 2617013 h 6858000"/>
              <a:gd name="connsiteX19" fmla="*/ 7561686 w 7809954"/>
              <a:gd name="connsiteY19" fmla="*/ 2765145 h 6858000"/>
              <a:gd name="connsiteX20" fmla="*/ 7559837 w 7809954"/>
              <a:gd name="connsiteY20" fmla="*/ 2911221 h 6858000"/>
              <a:gd name="connsiteX21" fmla="*/ 7557820 w 7809954"/>
              <a:gd name="connsiteY21" fmla="*/ 3057296 h 6858000"/>
              <a:gd name="connsiteX22" fmla="*/ 7556811 w 7809954"/>
              <a:gd name="connsiteY22" fmla="*/ 3201314 h 6858000"/>
              <a:gd name="connsiteX23" fmla="*/ 7557820 w 7809954"/>
              <a:gd name="connsiteY23" fmla="*/ 3343960 h 6858000"/>
              <a:gd name="connsiteX24" fmla="*/ 7557820 w 7809954"/>
              <a:gd name="connsiteY24" fmla="*/ 3485235 h 6858000"/>
              <a:gd name="connsiteX25" fmla="*/ 7559837 w 7809954"/>
              <a:gd name="connsiteY25" fmla="*/ 3625138 h 6858000"/>
              <a:gd name="connsiteX26" fmla="*/ 7562862 w 7809954"/>
              <a:gd name="connsiteY26" fmla="*/ 3762298 h 6858000"/>
              <a:gd name="connsiteX27" fmla="*/ 7565720 w 7809954"/>
              <a:gd name="connsiteY27" fmla="*/ 3898087 h 6858000"/>
              <a:gd name="connsiteX28" fmla="*/ 7568914 w 7809954"/>
              <a:gd name="connsiteY28" fmla="*/ 4031132 h 6858000"/>
              <a:gd name="connsiteX29" fmla="*/ 7573788 w 7809954"/>
              <a:gd name="connsiteY29" fmla="*/ 4163491 h 6858000"/>
              <a:gd name="connsiteX30" fmla="*/ 7578999 w 7809954"/>
              <a:gd name="connsiteY30" fmla="*/ 4293793 h 6858000"/>
              <a:gd name="connsiteX31" fmla="*/ 7583705 w 7809954"/>
              <a:gd name="connsiteY31" fmla="*/ 4421352 h 6858000"/>
              <a:gd name="connsiteX32" fmla="*/ 7596985 w 7809954"/>
              <a:gd name="connsiteY32" fmla="*/ 4670298 h 6858000"/>
              <a:gd name="connsiteX33" fmla="*/ 7611104 w 7809954"/>
              <a:gd name="connsiteY33" fmla="*/ 4908956 h 6858000"/>
              <a:gd name="connsiteX34" fmla="*/ 7625896 w 7809954"/>
              <a:gd name="connsiteY34" fmla="*/ 5138013 h 6858000"/>
              <a:gd name="connsiteX35" fmla="*/ 7642201 w 7809954"/>
              <a:gd name="connsiteY35" fmla="*/ 5354726 h 6858000"/>
              <a:gd name="connsiteX36" fmla="*/ 7659178 w 7809954"/>
              <a:gd name="connsiteY36" fmla="*/ 5561838 h 6858000"/>
              <a:gd name="connsiteX37" fmla="*/ 7677499 w 7809954"/>
              <a:gd name="connsiteY37" fmla="*/ 5753862 h 6858000"/>
              <a:gd name="connsiteX38" fmla="*/ 7695485 w 7809954"/>
              <a:gd name="connsiteY38" fmla="*/ 5934227 h 6858000"/>
              <a:gd name="connsiteX39" fmla="*/ 7713470 w 7809954"/>
              <a:gd name="connsiteY39" fmla="*/ 6100191 h 6858000"/>
              <a:gd name="connsiteX40" fmla="*/ 7730447 w 7809954"/>
              <a:gd name="connsiteY40" fmla="*/ 6252438 h 6858000"/>
              <a:gd name="connsiteX41" fmla="*/ 7746584 w 7809954"/>
              <a:gd name="connsiteY41" fmla="*/ 6387541 h 6858000"/>
              <a:gd name="connsiteX42" fmla="*/ 7761880 w 7809954"/>
              <a:gd name="connsiteY42" fmla="*/ 6509613 h 6858000"/>
              <a:gd name="connsiteX43" fmla="*/ 7774655 w 7809954"/>
              <a:gd name="connsiteY43" fmla="*/ 6612483 h 6858000"/>
              <a:gd name="connsiteX44" fmla="*/ 7786757 w 7809954"/>
              <a:gd name="connsiteY44" fmla="*/ 6698894 h 6858000"/>
              <a:gd name="connsiteX45" fmla="*/ 7804071 w 7809954"/>
              <a:gd name="connsiteY45" fmla="*/ 6817538 h 6858000"/>
              <a:gd name="connsiteX46" fmla="*/ 7809954 w 7809954"/>
              <a:gd name="connsiteY46" fmla="*/ 6858000 h 6858000"/>
              <a:gd name="connsiteX47" fmla="*/ 7157124 w 7809954"/>
              <a:gd name="connsiteY47" fmla="*/ 6858000 h 6858000"/>
              <a:gd name="connsiteX48" fmla="*/ 7157124 w 7809954"/>
              <a:gd name="connsiteY48" fmla="*/ 6858000 h 6858000"/>
              <a:gd name="connsiteX49" fmla="*/ 0 w 7809954"/>
              <a:gd name="connsiteY49" fmla="*/ 6858000 h 6858000"/>
              <a:gd name="connsiteX50" fmla="*/ 0 w 7809954"/>
              <a:gd name="connsiteY50" fmla="*/ 0 h 6858000"/>
              <a:gd name="connsiteX51" fmla="*/ 6465239 w 7809954"/>
              <a:gd name="connsiteY5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809954" h="6858000">
                <a:moveTo>
                  <a:pt x="6465239" y="0"/>
                </a:moveTo>
                <a:lnTo>
                  <a:pt x="7808777" y="0"/>
                </a:lnTo>
                <a:lnTo>
                  <a:pt x="7783732" y="155676"/>
                </a:lnTo>
                <a:lnTo>
                  <a:pt x="7759863" y="310667"/>
                </a:lnTo>
                <a:lnTo>
                  <a:pt x="7736499" y="466344"/>
                </a:lnTo>
                <a:lnTo>
                  <a:pt x="7716496" y="622706"/>
                </a:lnTo>
                <a:lnTo>
                  <a:pt x="7696325" y="778383"/>
                </a:lnTo>
                <a:lnTo>
                  <a:pt x="7677499" y="934745"/>
                </a:lnTo>
                <a:lnTo>
                  <a:pt x="7661363" y="1089050"/>
                </a:lnTo>
                <a:lnTo>
                  <a:pt x="7646067" y="1245413"/>
                </a:lnTo>
                <a:lnTo>
                  <a:pt x="7632115" y="1401089"/>
                </a:lnTo>
                <a:lnTo>
                  <a:pt x="7620013" y="1554023"/>
                </a:lnTo>
                <a:lnTo>
                  <a:pt x="7607910" y="1709013"/>
                </a:lnTo>
                <a:lnTo>
                  <a:pt x="7597825" y="1861947"/>
                </a:lnTo>
                <a:lnTo>
                  <a:pt x="7589925" y="2014880"/>
                </a:lnTo>
                <a:lnTo>
                  <a:pt x="7581688" y="2167128"/>
                </a:lnTo>
                <a:lnTo>
                  <a:pt x="7574797" y="2318004"/>
                </a:lnTo>
                <a:lnTo>
                  <a:pt x="7569922" y="2467508"/>
                </a:lnTo>
                <a:lnTo>
                  <a:pt x="7565720" y="2617013"/>
                </a:lnTo>
                <a:lnTo>
                  <a:pt x="7561686" y="2765145"/>
                </a:lnTo>
                <a:lnTo>
                  <a:pt x="7559837" y="2911221"/>
                </a:lnTo>
                <a:lnTo>
                  <a:pt x="7557820" y="3057296"/>
                </a:lnTo>
                <a:lnTo>
                  <a:pt x="7556811" y="3201314"/>
                </a:lnTo>
                <a:lnTo>
                  <a:pt x="7557820" y="3343960"/>
                </a:lnTo>
                <a:lnTo>
                  <a:pt x="7557820" y="3485235"/>
                </a:lnTo>
                <a:lnTo>
                  <a:pt x="7559837" y="3625138"/>
                </a:lnTo>
                <a:lnTo>
                  <a:pt x="7562862" y="3762298"/>
                </a:lnTo>
                <a:lnTo>
                  <a:pt x="7565720" y="3898087"/>
                </a:lnTo>
                <a:lnTo>
                  <a:pt x="7568914" y="4031132"/>
                </a:lnTo>
                <a:lnTo>
                  <a:pt x="7573788" y="4163491"/>
                </a:lnTo>
                <a:lnTo>
                  <a:pt x="7578999" y="4293793"/>
                </a:lnTo>
                <a:lnTo>
                  <a:pt x="7583705" y="4421352"/>
                </a:lnTo>
                <a:lnTo>
                  <a:pt x="7596985" y="4670298"/>
                </a:lnTo>
                <a:lnTo>
                  <a:pt x="7611104" y="4908956"/>
                </a:lnTo>
                <a:lnTo>
                  <a:pt x="7625896" y="5138013"/>
                </a:lnTo>
                <a:lnTo>
                  <a:pt x="7642201" y="5354726"/>
                </a:lnTo>
                <a:lnTo>
                  <a:pt x="7659178" y="5561838"/>
                </a:lnTo>
                <a:lnTo>
                  <a:pt x="7677499" y="5753862"/>
                </a:lnTo>
                <a:lnTo>
                  <a:pt x="7695485" y="5934227"/>
                </a:lnTo>
                <a:lnTo>
                  <a:pt x="7713470" y="6100191"/>
                </a:lnTo>
                <a:lnTo>
                  <a:pt x="7730447" y="6252438"/>
                </a:lnTo>
                <a:lnTo>
                  <a:pt x="7746584" y="6387541"/>
                </a:lnTo>
                <a:lnTo>
                  <a:pt x="7761880" y="6509613"/>
                </a:lnTo>
                <a:lnTo>
                  <a:pt x="7774655" y="6612483"/>
                </a:lnTo>
                <a:lnTo>
                  <a:pt x="7786757" y="6698894"/>
                </a:lnTo>
                <a:lnTo>
                  <a:pt x="7804071" y="6817538"/>
                </a:lnTo>
                <a:lnTo>
                  <a:pt x="7809954" y="6858000"/>
                </a:lnTo>
                <a:lnTo>
                  <a:pt x="7157124" y="6858000"/>
                </a:lnTo>
                <a:lnTo>
                  <a:pt x="7157124" y="6858000"/>
                </a:lnTo>
                <a:lnTo>
                  <a:pt x="0" y="6858000"/>
                </a:lnTo>
                <a:lnTo>
                  <a:pt x="0" y="0"/>
                </a:lnTo>
                <a:lnTo>
                  <a:pt x="6465239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2E12054-7CFC-AFFF-E08D-21930FC1E6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r-EG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28EEDE-F662-5C89-28CE-D84F588CC62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500" y="647698"/>
            <a:ext cx="5381369" cy="5562139"/>
          </a:xfrm>
          <a:prstGeom prst="rect">
            <a:avLst/>
          </a:prstGeom>
          <a:effectLst/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E1837719-7C0C-DBA9-7793-4419341C21E7}"/>
              </a:ext>
            </a:extLst>
          </p:cNvPr>
          <p:cNvSpPr txBox="1">
            <a:spLocks/>
          </p:cNvSpPr>
          <p:nvPr/>
        </p:nvSpPr>
        <p:spPr>
          <a:xfrm>
            <a:off x="7809954" y="3497054"/>
            <a:ext cx="4053233" cy="169058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1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rtl="1" eaLnBrk="1" hangingPunct="1">
              <a:defRPr>
                <a:solidFill>
                  <a:schemeClr val="tx2"/>
                </a:solidFill>
              </a:defRPr>
            </a:lvl2pPr>
            <a:lvl3pPr rtl="1" eaLnBrk="1" hangingPunct="1">
              <a:defRPr>
                <a:solidFill>
                  <a:schemeClr val="tx2"/>
                </a:solidFill>
              </a:defRPr>
            </a:lvl3pPr>
            <a:lvl4pPr rtl="1" eaLnBrk="1" hangingPunct="1">
              <a:defRPr>
                <a:solidFill>
                  <a:schemeClr val="tx2"/>
                </a:solidFill>
              </a:defRPr>
            </a:lvl4pPr>
            <a:lvl5pPr rtl="1" eaLnBrk="1" hangingPunct="1">
              <a:defRPr>
                <a:solidFill>
                  <a:schemeClr val="tx2"/>
                </a:solidFill>
              </a:defRPr>
            </a:lvl5pPr>
            <a:lvl6pPr rtl="1" eaLnBrk="1" hangingPunct="1">
              <a:defRPr>
                <a:solidFill>
                  <a:schemeClr val="tx2"/>
                </a:solidFill>
              </a:defRPr>
            </a:lvl6pPr>
            <a:lvl7pPr rtl="1" eaLnBrk="1" hangingPunct="1">
              <a:defRPr>
                <a:solidFill>
                  <a:schemeClr val="tx2"/>
                </a:solidFill>
              </a:defRPr>
            </a:lvl7pPr>
            <a:lvl8pPr rtl="1" eaLnBrk="1" hangingPunct="1">
              <a:defRPr>
                <a:solidFill>
                  <a:schemeClr val="tx2"/>
                </a:solidFill>
              </a:defRPr>
            </a:lvl8pPr>
            <a:lvl9pPr rtl="1" eaLnBrk="1" hangingPunct="1">
              <a:defRPr>
                <a:solidFill>
                  <a:schemeClr val="tx2"/>
                </a:solidFill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00" b="1" i="0" u="none" strike="noStrike" kern="1200" cap="none" spc="0" normalizeH="0" baseline="0" noProof="0" dirty="0">
                <a:ln>
                  <a:noFill/>
                </a:ln>
                <a:solidFill>
                  <a:srgbClr val="E6B729"/>
                </a:solidFill>
                <a:effectLst/>
                <a:uLnTx/>
                <a:uFillTx/>
                <a:latin typeface="Century Gothic" panose="020B0502020202020204"/>
                <a:ea typeface="+mj-ea"/>
                <a:cs typeface="+mj-cs"/>
              </a:rPr>
              <a:t>Yes</a:t>
            </a:r>
            <a:r>
              <a:rPr kumimoji="0" lang="en-US" sz="4200" b="1" i="0" u="none" strike="noStrike" kern="1200" cap="none" spc="0" normalizeH="0" baseline="0" noProof="0" dirty="0">
                <a:ln>
                  <a:noFill/>
                </a:ln>
                <a:solidFill>
                  <a:srgbClr val="EBEBEB"/>
                </a:solidFill>
                <a:effectLst/>
                <a:uLnTx/>
                <a:uFillTx/>
                <a:latin typeface="Century Gothic" panose="020B0502020202020204"/>
                <a:ea typeface="+mj-ea"/>
                <a:cs typeface="+mj-cs"/>
              </a:rPr>
              <a:t> Or </a:t>
            </a:r>
            <a:r>
              <a:rPr kumimoji="0" lang="en-US" sz="4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j-ea"/>
                <a:cs typeface="+mj-cs"/>
              </a:rPr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34182264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26A5A-353F-A552-82B2-5CFB7B342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9FE28-B507-2E66-8B5F-A496598A7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3638" y="3444239"/>
            <a:ext cx="9404723" cy="2657659"/>
          </a:xfrm>
        </p:spPr>
        <p:txBody>
          <a:bodyPr/>
          <a:lstStyle/>
          <a:p>
            <a:pPr algn="ctr" rtl="0"/>
            <a:r>
              <a:rPr lang="ro-RO" sz="13800" b="1" dirty="0">
                <a:solidFill>
                  <a:schemeClr val="accent3"/>
                </a:solidFill>
              </a:rPr>
              <a:t>True/False</a:t>
            </a:r>
            <a:endParaRPr lang="ar-EG" sz="213200" b="1" dirty="0">
              <a:solidFill>
                <a:schemeClr val="accent3"/>
              </a:solidFill>
            </a:endParaRPr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ADFDE214-3D4F-CAE8-C487-239C6897EEFF}"/>
              </a:ext>
            </a:extLst>
          </p:cNvPr>
          <p:cNvSpPr/>
          <p:nvPr/>
        </p:nvSpPr>
        <p:spPr>
          <a:xfrm>
            <a:off x="4434840" y="60959"/>
            <a:ext cx="2575560" cy="2895600"/>
          </a:xfrm>
          <a:prstGeom prst="down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32027502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37F42-71C4-014B-1366-5AF0C7B89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4C09F-3780-1D66-6A98-A9F1AECD6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2802" y="757672"/>
            <a:ext cx="7494878" cy="52011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rtl="0">
              <a:lnSpc>
                <a:spcPct val="90000"/>
              </a:lnSpc>
            </a:pPr>
            <a:r>
              <a:rPr lang="en-US" sz="8800" b="1" dirty="0"/>
              <a:t>Fitness band track a user’s activity</a:t>
            </a:r>
            <a:endParaRPr lang="en-US" sz="15000" b="1" i="0" kern="1200" dirty="0">
              <a:solidFill>
                <a:schemeClr val="accent3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37875B-65D3-4426-EE0D-D1CA5CEEF3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725891" y="209037"/>
            <a:ext cx="6439925" cy="6439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3988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01DAB-DA9F-0D3D-7823-6361C488F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9B417-E99A-D961-893D-70066D894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1842" y="-156729"/>
            <a:ext cx="7494878" cy="64399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rtl="0">
              <a:lnSpc>
                <a:spcPct val="90000"/>
              </a:lnSpc>
            </a:pPr>
            <a:r>
              <a:rPr lang="en-US" sz="8800" b="1" dirty="0"/>
              <a:t>Fitness band track a user’s activity</a:t>
            </a:r>
            <a:br>
              <a:rPr lang="en-US" sz="8800" b="1" dirty="0"/>
            </a:br>
            <a:r>
              <a:rPr lang="en-US" sz="8800" b="1" dirty="0"/>
              <a:t>					</a:t>
            </a:r>
            <a:r>
              <a:rPr lang="en-US" sz="8800" b="1" dirty="0">
                <a:solidFill>
                  <a:schemeClr val="accent3"/>
                </a:solidFill>
              </a:rPr>
              <a:t>True</a:t>
            </a:r>
            <a:endParaRPr lang="en-US" sz="15000" b="1" i="0" kern="1200" dirty="0">
              <a:solidFill>
                <a:schemeClr val="accent3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06A58C-D904-3D32-7159-41E9B40808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725891" y="209037"/>
            <a:ext cx="6439925" cy="6439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7227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248F9-364F-7C26-122F-C6E97A632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537EC-BAD4-0F7E-7F05-9F2258BA2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630" y="285920"/>
            <a:ext cx="6319050" cy="5749120"/>
          </a:xfrm>
        </p:spPr>
        <p:txBody>
          <a:bodyPr vert="horz" lIns="91440" tIns="45720" rIns="91440" bIns="45720" rtlCol="0" anchor="b">
            <a:noAutofit/>
          </a:bodyPr>
          <a:lstStyle/>
          <a:p>
            <a:pPr rtl="0">
              <a:lnSpc>
                <a:spcPct val="90000"/>
              </a:lnSpc>
            </a:pPr>
            <a:r>
              <a:rPr lang="en-US" sz="8000" dirty="0"/>
              <a:t>A smart TV can be used to search the web</a:t>
            </a:r>
            <a:endParaRPr lang="en-US" sz="115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09399F-E31F-5BA2-1C96-78FD1132F0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60" b="4660"/>
          <a:stretch/>
        </p:blipFill>
        <p:spPr>
          <a:xfrm>
            <a:off x="6233307" y="0"/>
            <a:ext cx="609759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038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64A1A-F052-14DA-B603-20875101E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D2CB1E0-2D95-42FE-2197-46D1EB4CC1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60" b="4660"/>
          <a:stretch/>
        </p:blipFill>
        <p:spPr>
          <a:xfrm>
            <a:off x="6248400" y="10"/>
            <a:ext cx="6097590" cy="685799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DD63FC54-5F1F-9EFA-238D-95B591E37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070" y="438320"/>
            <a:ext cx="6639090" cy="5749120"/>
          </a:xfrm>
        </p:spPr>
        <p:txBody>
          <a:bodyPr vert="horz" lIns="91440" tIns="45720" rIns="91440" bIns="45720" rtlCol="0" anchor="b">
            <a:noAutofit/>
          </a:bodyPr>
          <a:lstStyle/>
          <a:p>
            <a:pPr rtl="0">
              <a:lnSpc>
                <a:spcPct val="90000"/>
              </a:lnSpc>
            </a:pPr>
            <a:r>
              <a:rPr lang="en-US" sz="8000" dirty="0"/>
              <a:t>A smart TV can be used to search the web</a:t>
            </a:r>
            <a:br>
              <a:rPr lang="en-US" sz="8000" dirty="0"/>
            </a:br>
            <a:r>
              <a:rPr lang="en-US" sz="8000" dirty="0"/>
              <a:t>				</a:t>
            </a:r>
            <a:r>
              <a:rPr lang="en-US" sz="8000" b="1" dirty="0">
                <a:solidFill>
                  <a:schemeClr val="accent3"/>
                </a:solidFill>
              </a:rPr>
              <a:t>True</a:t>
            </a:r>
            <a:endParaRPr lang="en-US" sz="11500" b="1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8933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FD6044-D509-05BA-FD58-7F69317EF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37F907B9-3F6F-7A46-E94C-89EA18F74A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C833F56-9729-F275-7B17-45004461D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D3C3245C-FA8A-8336-5C94-764D481459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r-EG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Arial" panose="020B0604020202020204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B88BCE6-D27E-1077-1BCA-304B6BB948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D58D258-3C47-0141-74E6-B1EF630A39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4C1FF300-8BA6-2DB2-BC97-5D69DCCDA8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r-EG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763936-CD0F-9381-B21B-AFF2767AC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0245" y="645310"/>
            <a:ext cx="6141720" cy="5198433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rtl="0">
              <a:lnSpc>
                <a:spcPct val="90000"/>
              </a:lnSpc>
            </a:pPr>
            <a:r>
              <a:rPr lang="en-US" sz="7200" b="1" dirty="0"/>
              <a:t>Smart watches come packaged with virtual assistants. </a:t>
            </a:r>
            <a:endParaRPr lang="en-US" sz="8000" b="1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9450FEE-7D6D-E2EE-AECD-80A562A346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5400000" flipH="1">
            <a:off x="-659120" y="659121"/>
            <a:ext cx="6858001" cy="5539756"/>
          </a:xfrm>
          <a:custGeom>
            <a:avLst/>
            <a:gdLst>
              <a:gd name="connsiteX0" fmla="*/ 6858001 w 6858001"/>
              <a:gd name="connsiteY0" fmla="*/ 1344715 h 5539756"/>
              <a:gd name="connsiteX1" fmla="*/ 6858001 w 6858001"/>
              <a:gd name="connsiteY1" fmla="*/ 1177 h 5539756"/>
              <a:gd name="connsiteX2" fmla="*/ 6702324 w 6858001"/>
              <a:gd name="connsiteY2" fmla="*/ 26222 h 5539756"/>
              <a:gd name="connsiteX3" fmla="*/ 6547333 w 6858001"/>
              <a:gd name="connsiteY3" fmla="*/ 50091 h 5539756"/>
              <a:gd name="connsiteX4" fmla="*/ 6391657 w 6858001"/>
              <a:gd name="connsiteY4" fmla="*/ 73455 h 5539756"/>
              <a:gd name="connsiteX5" fmla="*/ 6235294 w 6858001"/>
              <a:gd name="connsiteY5" fmla="*/ 93458 h 5539756"/>
              <a:gd name="connsiteX6" fmla="*/ 6079618 w 6858001"/>
              <a:gd name="connsiteY6" fmla="*/ 113629 h 5539756"/>
              <a:gd name="connsiteX7" fmla="*/ 5923255 w 6858001"/>
              <a:gd name="connsiteY7" fmla="*/ 132455 h 5539756"/>
              <a:gd name="connsiteX8" fmla="*/ 5768950 w 6858001"/>
              <a:gd name="connsiteY8" fmla="*/ 148591 h 5539756"/>
              <a:gd name="connsiteX9" fmla="*/ 5612588 w 6858001"/>
              <a:gd name="connsiteY9" fmla="*/ 163887 h 5539756"/>
              <a:gd name="connsiteX10" fmla="*/ 5456911 w 6858001"/>
              <a:gd name="connsiteY10" fmla="*/ 177839 h 5539756"/>
              <a:gd name="connsiteX11" fmla="*/ 5303978 w 6858001"/>
              <a:gd name="connsiteY11" fmla="*/ 189941 h 5539756"/>
              <a:gd name="connsiteX12" fmla="*/ 5148987 w 6858001"/>
              <a:gd name="connsiteY12" fmla="*/ 202044 h 5539756"/>
              <a:gd name="connsiteX13" fmla="*/ 4996054 w 6858001"/>
              <a:gd name="connsiteY13" fmla="*/ 212129 h 5539756"/>
              <a:gd name="connsiteX14" fmla="*/ 4843120 w 6858001"/>
              <a:gd name="connsiteY14" fmla="*/ 220029 h 5539756"/>
              <a:gd name="connsiteX15" fmla="*/ 4690873 w 6858001"/>
              <a:gd name="connsiteY15" fmla="*/ 228266 h 5539756"/>
              <a:gd name="connsiteX16" fmla="*/ 4539997 w 6858001"/>
              <a:gd name="connsiteY16" fmla="*/ 235157 h 5539756"/>
              <a:gd name="connsiteX17" fmla="*/ 4390492 w 6858001"/>
              <a:gd name="connsiteY17" fmla="*/ 240032 h 5539756"/>
              <a:gd name="connsiteX18" fmla="*/ 4240988 w 6858001"/>
              <a:gd name="connsiteY18" fmla="*/ 244234 h 5539756"/>
              <a:gd name="connsiteX19" fmla="*/ 4092855 w 6858001"/>
              <a:gd name="connsiteY19" fmla="*/ 248268 h 5539756"/>
              <a:gd name="connsiteX20" fmla="*/ 3946780 w 6858001"/>
              <a:gd name="connsiteY20" fmla="*/ 250117 h 5539756"/>
              <a:gd name="connsiteX21" fmla="*/ 3800704 w 6858001"/>
              <a:gd name="connsiteY21" fmla="*/ 252134 h 5539756"/>
              <a:gd name="connsiteX22" fmla="*/ 3656686 w 6858001"/>
              <a:gd name="connsiteY22" fmla="*/ 253143 h 5539756"/>
              <a:gd name="connsiteX23" fmla="*/ 3514040 w 6858001"/>
              <a:gd name="connsiteY23" fmla="*/ 252134 h 5539756"/>
              <a:gd name="connsiteX24" fmla="*/ 3372765 w 6858001"/>
              <a:gd name="connsiteY24" fmla="*/ 252134 h 5539756"/>
              <a:gd name="connsiteX25" fmla="*/ 3232862 w 6858001"/>
              <a:gd name="connsiteY25" fmla="*/ 250117 h 5539756"/>
              <a:gd name="connsiteX26" fmla="*/ 3095702 w 6858001"/>
              <a:gd name="connsiteY26" fmla="*/ 247092 h 5539756"/>
              <a:gd name="connsiteX27" fmla="*/ 2959914 w 6858001"/>
              <a:gd name="connsiteY27" fmla="*/ 244234 h 5539756"/>
              <a:gd name="connsiteX28" fmla="*/ 2826868 w 6858001"/>
              <a:gd name="connsiteY28" fmla="*/ 241040 h 5539756"/>
              <a:gd name="connsiteX29" fmla="*/ 2694509 w 6858001"/>
              <a:gd name="connsiteY29" fmla="*/ 236166 h 5539756"/>
              <a:gd name="connsiteX30" fmla="*/ 2564208 w 6858001"/>
              <a:gd name="connsiteY30" fmla="*/ 230955 h 5539756"/>
              <a:gd name="connsiteX31" fmla="*/ 2436649 w 6858001"/>
              <a:gd name="connsiteY31" fmla="*/ 226249 h 5539756"/>
              <a:gd name="connsiteX32" fmla="*/ 2187703 w 6858001"/>
              <a:gd name="connsiteY32" fmla="*/ 212969 h 5539756"/>
              <a:gd name="connsiteX33" fmla="*/ 1949045 w 6858001"/>
              <a:gd name="connsiteY33" fmla="*/ 198850 h 5539756"/>
              <a:gd name="connsiteX34" fmla="*/ 1719988 w 6858001"/>
              <a:gd name="connsiteY34" fmla="*/ 184058 h 5539756"/>
              <a:gd name="connsiteX35" fmla="*/ 1503275 w 6858001"/>
              <a:gd name="connsiteY35" fmla="*/ 167753 h 5539756"/>
              <a:gd name="connsiteX36" fmla="*/ 1296163 w 6858001"/>
              <a:gd name="connsiteY36" fmla="*/ 150776 h 5539756"/>
              <a:gd name="connsiteX37" fmla="*/ 1104139 w 6858001"/>
              <a:gd name="connsiteY37" fmla="*/ 132455 h 5539756"/>
              <a:gd name="connsiteX38" fmla="*/ 923774 w 6858001"/>
              <a:gd name="connsiteY38" fmla="*/ 114469 h 5539756"/>
              <a:gd name="connsiteX39" fmla="*/ 757810 w 6858001"/>
              <a:gd name="connsiteY39" fmla="*/ 96484 h 5539756"/>
              <a:gd name="connsiteX40" fmla="*/ 605563 w 6858001"/>
              <a:gd name="connsiteY40" fmla="*/ 79507 h 5539756"/>
              <a:gd name="connsiteX41" fmla="*/ 470460 w 6858001"/>
              <a:gd name="connsiteY41" fmla="*/ 63370 h 5539756"/>
              <a:gd name="connsiteX42" fmla="*/ 348388 w 6858001"/>
              <a:gd name="connsiteY42" fmla="*/ 48074 h 5539756"/>
              <a:gd name="connsiteX43" fmla="*/ 245518 w 6858001"/>
              <a:gd name="connsiteY43" fmla="*/ 35299 h 5539756"/>
              <a:gd name="connsiteX44" fmla="*/ 159107 w 6858001"/>
              <a:gd name="connsiteY44" fmla="*/ 23197 h 5539756"/>
              <a:gd name="connsiteX45" fmla="*/ 40463 w 6858001"/>
              <a:gd name="connsiteY45" fmla="*/ 5883 h 5539756"/>
              <a:gd name="connsiteX46" fmla="*/ 1 w 6858001"/>
              <a:gd name="connsiteY46" fmla="*/ 0 h 5539756"/>
              <a:gd name="connsiteX47" fmla="*/ 1 w 6858001"/>
              <a:gd name="connsiteY47" fmla="*/ 905405 h 5539756"/>
              <a:gd name="connsiteX48" fmla="*/ 0 w 6858001"/>
              <a:gd name="connsiteY48" fmla="*/ 905405 h 5539756"/>
              <a:gd name="connsiteX49" fmla="*/ 0 w 6858001"/>
              <a:gd name="connsiteY49" fmla="*/ 5539756 h 5539756"/>
              <a:gd name="connsiteX50" fmla="*/ 6858000 w 6858001"/>
              <a:gd name="connsiteY50" fmla="*/ 5539756 h 5539756"/>
              <a:gd name="connsiteX51" fmla="*/ 6858000 w 6858001"/>
              <a:gd name="connsiteY51" fmla="*/ 1344715 h 5539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5539756">
                <a:moveTo>
                  <a:pt x="6858001" y="1344715"/>
                </a:moveTo>
                <a:lnTo>
                  <a:pt x="6858001" y="1177"/>
                </a:lnTo>
                <a:lnTo>
                  <a:pt x="6702324" y="26222"/>
                </a:lnTo>
                <a:lnTo>
                  <a:pt x="6547333" y="50091"/>
                </a:lnTo>
                <a:lnTo>
                  <a:pt x="6391657" y="73455"/>
                </a:lnTo>
                <a:lnTo>
                  <a:pt x="6235294" y="93458"/>
                </a:lnTo>
                <a:lnTo>
                  <a:pt x="6079618" y="113629"/>
                </a:lnTo>
                <a:lnTo>
                  <a:pt x="5923255" y="132455"/>
                </a:lnTo>
                <a:lnTo>
                  <a:pt x="5768950" y="148591"/>
                </a:lnTo>
                <a:lnTo>
                  <a:pt x="5612588" y="163887"/>
                </a:lnTo>
                <a:lnTo>
                  <a:pt x="5456911" y="177839"/>
                </a:lnTo>
                <a:lnTo>
                  <a:pt x="5303978" y="189941"/>
                </a:lnTo>
                <a:lnTo>
                  <a:pt x="5148987" y="202044"/>
                </a:lnTo>
                <a:lnTo>
                  <a:pt x="4996054" y="212129"/>
                </a:lnTo>
                <a:lnTo>
                  <a:pt x="4843120" y="220029"/>
                </a:lnTo>
                <a:lnTo>
                  <a:pt x="4690873" y="228266"/>
                </a:lnTo>
                <a:lnTo>
                  <a:pt x="4539997" y="235157"/>
                </a:lnTo>
                <a:lnTo>
                  <a:pt x="4390492" y="240032"/>
                </a:lnTo>
                <a:lnTo>
                  <a:pt x="4240988" y="244234"/>
                </a:lnTo>
                <a:lnTo>
                  <a:pt x="4092855" y="248268"/>
                </a:lnTo>
                <a:lnTo>
                  <a:pt x="3946780" y="250117"/>
                </a:lnTo>
                <a:lnTo>
                  <a:pt x="3800704" y="252134"/>
                </a:lnTo>
                <a:lnTo>
                  <a:pt x="3656686" y="253143"/>
                </a:lnTo>
                <a:lnTo>
                  <a:pt x="3514040" y="252134"/>
                </a:lnTo>
                <a:lnTo>
                  <a:pt x="3372765" y="252134"/>
                </a:lnTo>
                <a:lnTo>
                  <a:pt x="3232862" y="250117"/>
                </a:lnTo>
                <a:lnTo>
                  <a:pt x="3095702" y="247092"/>
                </a:lnTo>
                <a:lnTo>
                  <a:pt x="2959914" y="244234"/>
                </a:lnTo>
                <a:lnTo>
                  <a:pt x="2826868" y="241040"/>
                </a:lnTo>
                <a:lnTo>
                  <a:pt x="2694509" y="236166"/>
                </a:lnTo>
                <a:lnTo>
                  <a:pt x="2564208" y="230955"/>
                </a:lnTo>
                <a:lnTo>
                  <a:pt x="2436649" y="226249"/>
                </a:lnTo>
                <a:lnTo>
                  <a:pt x="2187703" y="212969"/>
                </a:lnTo>
                <a:lnTo>
                  <a:pt x="1949045" y="198850"/>
                </a:lnTo>
                <a:lnTo>
                  <a:pt x="1719988" y="184058"/>
                </a:lnTo>
                <a:lnTo>
                  <a:pt x="1503275" y="167753"/>
                </a:lnTo>
                <a:lnTo>
                  <a:pt x="1296163" y="150776"/>
                </a:lnTo>
                <a:lnTo>
                  <a:pt x="1104139" y="132455"/>
                </a:lnTo>
                <a:lnTo>
                  <a:pt x="923774" y="114469"/>
                </a:lnTo>
                <a:lnTo>
                  <a:pt x="757810" y="96484"/>
                </a:lnTo>
                <a:lnTo>
                  <a:pt x="605563" y="79507"/>
                </a:lnTo>
                <a:lnTo>
                  <a:pt x="470460" y="63370"/>
                </a:lnTo>
                <a:lnTo>
                  <a:pt x="348388" y="48074"/>
                </a:lnTo>
                <a:lnTo>
                  <a:pt x="245518" y="35299"/>
                </a:lnTo>
                <a:lnTo>
                  <a:pt x="159107" y="23197"/>
                </a:lnTo>
                <a:lnTo>
                  <a:pt x="40463" y="5883"/>
                </a:lnTo>
                <a:lnTo>
                  <a:pt x="1" y="0"/>
                </a:lnTo>
                <a:lnTo>
                  <a:pt x="1" y="905405"/>
                </a:lnTo>
                <a:lnTo>
                  <a:pt x="0" y="905405"/>
                </a:lnTo>
                <a:lnTo>
                  <a:pt x="0" y="5539756"/>
                </a:lnTo>
                <a:lnTo>
                  <a:pt x="6858000" y="5539756"/>
                </a:lnTo>
                <a:lnTo>
                  <a:pt x="6858000" y="134471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r-EG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A37F52-DA77-2FDA-3A58-1BB9516D913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526100" y="237686"/>
            <a:ext cx="4162324" cy="4307101"/>
          </a:xfrm>
          <a:prstGeom prst="rect">
            <a:avLst/>
          </a:prstGeom>
          <a:effectLst/>
        </p:spPr>
      </p:pic>
      <p:sp>
        <p:nvSpPr>
          <p:cNvPr id="25" name="Freeform 27">
            <a:extLst>
              <a:ext uri="{FF2B5EF4-FFF2-40B4-BE49-F238E27FC236}">
                <a16:creationId xmlns:a16="http://schemas.microsoft.com/office/drawing/2014/main" id="{B04C51FB-80F1-42D3-1D1F-966FED44E9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93485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8702844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6AB17E-D361-7D79-8C9B-E201E895A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0D3BC2C-203C-BE1A-4620-55633B7BA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6DE11B7-316F-17AE-D2A8-3B2FCC5CD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88A9913F-997A-14F2-E3DC-1D7C282A4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r-EG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Arial" panose="020B0604020202020204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E4D95B6-43D2-9671-B930-C355239FC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83D34CF-CCF2-3C83-5FA8-F404D9B2E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3C5CDBA7-B274-786B-F772-1707D5393E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r-EG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1E3941-090A-490D-738F-EBD14EE6A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9759" y="899161"/>
            <a:ext cx="6445763" cy="4806538"/>
          </a:xfrm>
        </p:spPr>
        <p:txBody>
          <a:bodyPr vert="horz" lIns="91440" tIns="45720" rIns="91440" bIns="45720" rtlCol="0" anchor="b">
            <a:normAutofit/>
          </a:bodyPr>
          <a:lstStyle/>
          <a:p>
            <a:pPr rtl="0">
              <a:lnSpc>
                <a:spcPct val="90000"/>
              </a:lnSpc>
            </a:pPr>
            <a:r>
              <a:rPr lang="en-US" sz="6000" b="1" dirty="0"/>
              <a:t>Smart watches come packaged with virtual assistants. </a:t>
            </a:r>
            <a:br>
              <a:rPr lang="en-US" sz="6000" b="1" dirty="0"/>
            </a:br>
            <a:r>
              <a:rPr lang="en-US" sz="6000" b="1" dirty="0"/>
              <a:t>					</a:t>
            </a:r>
            <a:r>
              <a:rPr lang="en-US" sz="6000" b="1" dirty="0">
                <a:solidFill>
                  <a:schemeClr val="accent3"/>
                </a:solidFill>
              </a:rPr>
              <a:t>Fales</a:t>
            </a:r>
            <a:endParaRPr lang="en-US" sz="5600" b="1" dirty="0">
              <a:solidFill>
                <a:schemeClr val="accent3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4E037464-E71E-A13F-8249-71CC13C531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5400000" flipH="1">
            <a:off x="-659120" y="659121"/>
            <a:ext cx="6858001" cy="5539756"/>
          </a:xfrm>
          <a:custGeom>
            <a:avLst/>
            <a:gdLst>
              <a:gd name="connsiteX0" fmla="*/ 6858001 w 6858001"/>
              <a:gd name="connsiteY0" fmla="*/ 1344715 h 5539756"/>
              <a:gd name="connsiteX1" fmla="*/ 6858001 w 6858001"/>
              <a:gd name="connsiteY1" fmla="*/ 1177 h 5539756"/>
              <a:gd name="connsiteX2" fmla="*/ 6702324 w 6858001"/>
              <a:gd name="connsiteY2" fmla="*/ 26222 h 5539756"/>
              <a:gd name="connsiteX3" fmla="*/ 6547333 w 6858001"/>
              <a:gd name="connsiteY3" fmla="*/ 50091 h 5539756"/>
              <a:gd name="connsiteX4" fmla="*/ 6391657 w 6858001"/>
              <a:gd name="connsiteY4" fmla="*/ 73455 h 5539756"/>
              <a:gd name="connsiteX5" fmla="*/ 6235294 w 6858001"/>
              <a:gd name="connsiteY5" fmla="*/ 93458 h 5539756"/>
              <a:gd name="connsiteX6" fmla="*/ 6079618 w 6858001"/>
              <a:gd name="connsiteY6" fmla="*/ 113629 h 5539756"/>
              <a:gd name="connsiteX7" fmla="*/ 5923255 w 6858001"/>
              <a:gd name="connsiteY7" fmla="*/ 132455 h 5539756"/>
              <a:gd name="connsiteX8" fmla="*/ 5768950 w 6858001"/>
              <a:gd name="connsiteY8" fmla="*/ 148591 h 5539756"/>
              <a:gd name="connsiteX9" fmla="*/ 5612588 w 6858001"/>
              <a:gd name="connsiteY9" fmla="*/ 163887 h 5539756"/>
              <a:gd name="connsiteX10" fmla="*/ 5456911 w 6858001"/>
              <a:gd name="connsiteY10" fmla="*/ 177839 h 5539756"/>
              <a:gd name="connsiteX11" fmla="*/ 5303978 w 6858001"/>
              <a:gd name="connsiteY11" fmla="*/ 189941 h 5539756"/>
              <a:gd name="connsiteX12" fmla="*/ 5148987 w 6858001"/>
              <a:gd name="connsiteY12" fmla="*/ 202044 h 5539756"/>
              <a:gd name="connsiteX13" fmla="*/ 4996054 w 6858001"/>
              <a:gd name="connsiteY13" fmla="*/ 212129 h 5539756"/>
              <a:gd name="connsiteX14" fmla="*/ 4843120 w 6858001"/>
              <a:gd name="connsiteY14" fmla="*/ 220029 h 5539756"/>
              <a:gd name="connsiteX15" fmla="*/ 4690873 w 6858001"/>
              <a:gd name="connsiteY15" fmla="*/ 228266 h 5539756"/>
              <a:gd name="connsiteX16" fmla="*/ 4539997 w 6858001"/>
              <a:gd name="connsiteY16" fmla="*/ 235157 h 5539756"/>
              <a:gd name="connsiteX17" fmla="*/ 4390492 w 6858001"/>
              <a:gd name="connsiteY17" fmla="*/ 240032 h 5539756"/>
              <a:gd name="connsiteX18" fmla="*/ 4240988 w 6858001"/>
              <a:gd name="connsiteY18" fmla="*/ 244234 h 5539756"/>
              <a:gd name="connsiteX19" fmla="*/ 4092855 w 6858001"/>
              <a:gd name="connsiteY19" fmla="*/ 248268 h 5539756"/>
              <a:gd name="connsiteX20" fmla="*/ 3946780 w 6858001"/>
              <a:gd name="connsiteY20" fmla="*/ 250117 h 5539756"/>
              <a:gd name="connsiteX21" fmla="*/ 3800704 w 6858001"/>
              <a:gd name="connsiteY21" fmla="*/ 252134 h 5539756"/>
              <a:gd name="connsiteX22" fmla="*/ 3656686 w 6858001"/>
              <a:gd name="connsiteY22" fmla="*/ 253143 h 5539756"/>
              <a:gd name="connsiteX23" fmla="*/ 3514040 w 6858001"/>
              <a:gd name="connsiteY23" fmla="*/ 252134 h 5539756"/>
              <a:gd name="connsiteX24" fmla="*/ 3372765 w 6858001"/>
              <a:gd name="connsiteY24" fmla="*/ 252134 h 5539756"/>
              <a:gd name="connsiteX25" fmla="*/ 3232862 w 6858001"/>
              <a:gd name="connsiteY25" fmla="*/ 250117 h 5539756"/>
              <a:gd name="connsiteX26" fmla="*/ 3095702 w 6858001"/>
              <a:gd name="connsiteY26" fmla="*/ 247092 h 5539756"/>
              <a:gd name="connsiteX27" fmla="*/ 2959914 w 6858001"/>
              <a:gd name="connsiteY27" fmla="*/ 244234 h 5539756"/>
              <a:gd name="connsiteX28" fmla="*/ 2826868 w 6858001"/>
              <a:gd name="connsiteY28" fmla="*/ 241040 h 5539756"/>
              <a:gd name="connsiteX29" fmla="*/ 2694509 w 6858001"/>
              <a:gd name="connsiteY29" fmla="*/ 236166 h 5539756"/>
              <a:gd name="connsiteX30" fmla="*/ 2564208 w 6858001"/>
              <a:gd name="connsiteY30" fmla="*/ 230955 h 5539756"/>
              <a:gd name="connsiteX31" fmla="*/ 2436649 w 6858001"/>
              <a:gd name="connsiteY31" fmla="*/ 226249 h 5539756"/>
              <a:gd name="connsiteX32" fmla="*/ 2187703 w 6858001"/>
              <a:gd name="connsiteY32" fmla="*/ 212969 h 5539756"/>
              <a:gd name="connsiteX33" fmla="*/ 1949045 w 6858001"/>
              <a:gd name="connsiteY33" fmla="*/ 198850 h 5539756"/>
              <a:gd name="connsiteX34" fmla="*/ 1719988 w 6858001"/>
              <a:gd name="connsiteY34" fmla="*/ 184058 h 5539756"/>
              <a:gd name="connsiteX35" fmla="*/ 1503275 w 6858001"/>
              <a:gd name="connsiteY35" fmla="*/ 167753 h 5539756"/>
              <a:gd name="connsiteX36" fmla="*/ 1296163 w 6858001"/>
              <a:gd name="connsiteY36" fmla="*/ 150776 h 5539756"/>
              <a:gd name="connsiteX37" fmla="*/ 1104139 w 6858001"/>
              <a:gd name="connsiteY37" fmla="*/ 132455 h 5539756"/>
              <a:gd name="connsiteX38" fmla="*/ 923774 w 6858001"/>
              <a:gd name="connsiteY38" fmla="*/ 114469 h 5539756"/>
              <a:gd name="connsiteX39" fmla="*/ 757810 w 6858001"/>
              <a:gd name="connsiteY39" fmla="*/ 96484 h 5539756"/>
              <a:gd name="connsiteX40" fmla="*/ 605563 w 6858001"/>
              <a:gd name="connsiteY40" fmla="*/ 79507 h 5539756"/>
              <a:gd name="connsiteX41" fmla="*/ 470460 w 6858001"/>
              <a:gd name="connsiteY41" fmla="*/ 63370 h 5539756"/>
              <a:gd name="connsiteX42" fmla="*/ 348388 w 6858001"/>
              <a:gd name="connsiteY42" fmla="*/ 48074 h 5539756"/>
              <a:gd name="connsiteX43" fmla="*/ 245518 w 6858001"/>
              <a:gd name="connsiteY43" fmla="*/ 35299 h 5539756"/>
              <a:gd name="connsiteX44" fmla="*/ 159107 w 6858001"/>
              <a:gd name="connsiteY44" fmla="*/ 23197 h 5539756"/>
              <a:gd name="connsiteX45" fmla="*/ 40463 w 6858001"/>
              <a:gd name="connsiteY45" fmla="*/ 5883 h 5539756"/>
              <a:gd name="connsiteX46" fmla="*/ 1 w 6858001"/>
              <a:gd name="connsiteY46" fmla="*/ 0 h 5539756"/>
              <a:gd name="connsiteX47" fmla="*/ 1 w 6858001"/>
              <a:gd name="connsiteY47" fmla="*/ 905405 h 5539756"/>
              <a:gd name="connsiteX48" fmla="*/ 0 w 6858001"/>
              <a:gd name="connsiteY48" fmla="*/ 905405 h 5539756"/>
              <a:gd name="connsiteX49" fmla="*/ 0 w 6858001"/>
              <a:gd name="connsiteY49" fmla="*/ 5539756 h 5539756"/>
              <a:gd name="connsiteX50" fmla="*/ 6858000 w 6858001"/>
              <a:gd name="connsiteY50" fmla="*/ 5539756 h 5539756"/>
              <a:gd name="connsiteX51" fmla="*/ 6858000 w 6858001"/>
              <a:gd name="connsiteY51" fmla="*/ 1344715 h 5539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5539756">
                <a:moveTo>
                  <a:pt x="6858001" y="1344715"/>
                </a:moveTo>
                <a:lnTo>
                  <a:pt x="6858001" y="1177"/>
                </a:lnTo>
                <a:lnTo>
                  <a:pt x="6702324" y="26222"/>
                </a:lnTo>
                <a:lnTo>
                  <a:pt x="6547333" y="50091"/>
                </a:lnTo>
                <a:lnTo>
                  <a:pt x="6391657" y="73455"/>
                </a:lnTo>
                <a:lnTo>
                  <a:pt x="6235294" y="93458"/>
                </a:lnTo>
                <a:lnTo>
                  <a:pt x="6079618" y="113629"/>
                </a:lnTo>
                <a:lnTo>
                  <a:pt x="5923255" y="132455"/>
                </a:lnTo>
                <a:lnTo>
                  <a:pt x="5768950" y="148591"/>
                </a:lnTo>
                <a:lnTo>
                  <a:pt x="5612588" y="163887"/>
                </a:lnTo>
                <a:lnTo>
                  <a:pt x="5456911" y="177839"/>
                </a:lnTo>
                <a:lnTo>
                  <a:pt x="5303978" y="189941"/>
                </a:lnTo>
                <a:lnTo>
                  <a:pt x="5148987" y="202044"/>
                </a:lnTo>
                <a:lnTo>
                  <a:pt x="4996054" y="212129"/>
                </a:lnTo>
                <a:lnTo>
                  <a:pt x="4843120" y="220029"/>
                </a:lnTo>
                <a:lnTo>
                  <a:pt x="4690873" y="228266"/>
                </a:lnTo>
                <a:lnTo>
                  <a:pt x="4539997" y="235157"/>
                </a:lnTo>
                <a:lnTo>
                  <a:pt x="4390492" y="240032"/>
                </a:lnTo>
                <a:lnTo>
                  <a:pt x="4240988" y="244234"/>
                </a:lnTo>
                <a:lnTo>
                  <a:pt x="4092855" y="248268"/>
                </a:lnTo>
                <a:lnTo>
                  <a:pt x="3946780" y="250117"/>
                </a:lnTo>
                <a:lnTo>
                  <a:pt x="3800704" y="252134"/>
                </a:lnTo>
                <a:lnTo>
                  <a:pt x="3656686" y="253143"/>
                </a:lnTo>
                <a:lnTo>
                  <a:pt x="3514040" y="252134"/>
                </a:lnTo>
                <a:lnTo>
                  <a:pt x="3372765" y="252134"/>
                </a:lnTo>
                <a:lnTo>
                  <a:pt x="3232862" y="250117"/>
                </a:lnTo>
                <a:lnTo>
                  <a:pt x="3095702" y="247092"/>
                </a:lnTo>
                <a:lnTo>
                  <a:pt x="2959914" y="244234"/>
                </a:lnTo>
                <a:lnTo>
                  <a:pt x="2826868" y="241040"/>
                </a:lnTo>
                <a:lnTo>
                  <a:pt x="2694509" y="236166"/>
                </a:lnTo>
                <a:lnTo>
                  <a:pt x="2564208" y="230955"/>
                </a:lnTo>
                <a:lnTo>
                  <a:pt x="2436649" y="226249"/>
                </a:lnTo>
                <a:lnTo>
                  <a:pt x="2187703" y="212969"/>
                </a:lnTo>
                <a:lnTo>
                  <a:pt x="1949045" y="198850"/>
                </a:lnTo>
                <a:lnTo>
                  <a:pt x="1719988" y="184058"/>
                </a:lnTo>
                <a:lnTo>
                  <a:pt x="1503275" y="167753"/>
                </a:lnTo>
                <a:lnTo>
                  <a:pt x="1296163" y="150776"/>
                </a:lnTo>
                <a:lnTo>
                  <a:pt x="1104139" y="132455"/>
                </a:lnTo>
                <a:lnTo>
                  <a:pt x="923774" y="114469"/>
                </a:lnTo>
                <a:lnTo>
                  <a:pt x="757810" y="96484"/>
                </a:lnTo>
                <a:lnTo>
                  <a:pt x="605563" y="79507"/>
                </a:lnTo>
                <a:lnTo>
                  <a:pt x="470460" y="63370"/>
                </a:lnTo>
                <a:lnTo>
                  <a:pt x="348388" y="48074"/>
                </a:lnTo>
                <a:lnTo>
                  <a:pt x="245518" y="35299"/>
                </a:lnTo>
                <a:lnTo>
                  <a:pt x="159107" y="23197"/>
                </a:lnTo>
                <a:lnTo>
                  <a:pt x="40463" y="5883"/>
                </a:lnTo>
                <a:lnTo>
                  <a:pt x="1" y="0"/>
                </a:lnTo>
                <a:lnTo>
                  <a:pt x="1" y="905405"/>
                </a:lnTo>
                <a:lnTo>
                  <a:pt x="0" y="905405"/>
                </a:lnTo>
                <a:lnTo>
                  <a:pt x="0" y="5539756"/>
                </a:lnTo>
                <a:lnTo>
                  <a:pt x="6858000" y="5539756"/>
                </a:lnTo>
                <a:lnTo>
                  <a:pt x="6858000" y="134471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r-EG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8F0740-DFF3-87C4-E62C-981CC92E82D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526100" y="237686"/>
            <a:ext cx="4162324" cy="4307101"/>
          </a:xfrm>
          <a:prstGeom prst="rect">
            <a:avLst/>
          </a:prstGeom>
          <a:effectLst/>
        </p:spPr>
      </p:pic>
      <p:sp>
        <p:nvSpPr>
          <p:cNvPr id="25" name="Freeform 27">
            <a:extLst>
              <a:ext uri="{FF2B5EF4-FFF2-40B4-BE49-F238E27FC236}">
                <a16:creationId xmlns:a16="http://schemas.microsoft.com/office/drawing/2014/main" id="{B8742D40-CB8E-BBE5-2B73-9DC18FD394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93485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121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3EAC2-74C5-63FF-1B2A-ADF07C19F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CFBE9-5BA8-104F-9C11-F7B993EEB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2012" y="1447800"/>
            <a:ext cx="6691097" cy="4142772"/>
          </a:xfrm>
        </p:spPr>
        <p:txBody>
          <a:bodyPr vert="horz" lIns="91440" tIns="45720" rIns="91440" bIns="45720" rtlCol="0" anchor="b">
            <a:noAutofit/>
          </a:bodyPr>
          <a:lstStyle/>
          <a:p>
            <a:pPr rtl="0">
              <a:lnSpc>
                <a:spcPct val="90000"/>
              </a:lnSpc>
            </a:pPr>
            <a:r>
              <a:rPr lang="en-US" sz="8800" b="1" dirty="0">
                <a:solidFill>
                  <a:srgbClr val="EBEBEB"/>
                </a:solidFill>
              </a:rPr>
              <a:t>Page Number </a:t>
            </a:r>
            <a:br>
              <a:rPr lang="en-US" sz="8800" b="1" dirty="0">
                <a:solidFill>
                  <a:srgbClr val="EBEBEB"/>
                </a:solidFill>
              </a:rPr>
            </a:br>
            <a:r>
              <a:rPr lang="en-US" sz="8800" b="1" dirty="0">
                <a:solidFill>
                  <a:srgbClr val="EBEBEB"/>
                </a:solidFill>
              </a:rPr>
              <a:t>06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09F6712-1150-076D-5F3A-5FEA61B3FE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54" r="9154"/>
          <a:stretch/>
        </p:blipFill>
        <p:spPr>
          <a:xfrm>
            <a:off x="20" y="10"/>
            <a:ext cx="4481944" cy="6857990"/>
          </a:xfrm>
          <a:custGeom>
            <a:avLst/>
            <a:gdLst/>
            <a:ahLst/>
            <a:cxnLst/>
            <a:rect l="l" t="t" r="r" b="b"/>
            <a:pathLst>
              <a:path w="4481964" h="6858000">
                <a:moveTo>
                  <a:pt x="0" y="0"/>
                </a:moveTo>
                <a:lnTo>
                  <a:pt x="3137249" y="0"/>
                </a:lnTo>
                <a:lnTo>
                  <a:pt x="4480787" y="0"/>
                </a:lnTo>
                <a:lnTo>
                  <a:pt x="4455742" y="155676"/>
                </a:lnTo>
                <a:lnTo>
                  <a:pt x="4431873" y="310667"/>
                </a:lnTo>
                <a:lnTo>
                  <a:pt x="4408509" y="466344"/>
                </a:lnTo>
                <a:lnTo>
                  <a:pt x="4388506" y="622706"/>
                </a:lnTo>
                <a:lnTo>
                  <a:pt x="4368335" y="778383"/>
                </a:lnTo>
                <a:lnTo>
                  <a:pt x="4349509" y="934745"/>
                </a:lnTo>
                <a:lnTo>
                  <a:pt x="4333373" y="1089050"/>
                </a:lnTo>
                <a:lnTo>
                  <a:pt x="4318077" y="1245413"/>
                </a:lnTo>
                <a:lnTo>
                  <a:pt x="4304125" y="1401089"/>
                </a:lnTo>
                <a:lnTo>
                  <a:pt x="4292023" y="1554023"/>
                </a:lnTo>
                <a:lnTo>
                  <a:pt x="4279920" y="1709013"/>
                </a:lnTo>
                <a:lnTo>
                  <a:pt x="4269835" y="1861947"/>
                </a:lnTo>
                <a:lnTo>
                  <a:pt x="4261935" y="2014880"/>
                </a:lnTo>
                <a:lnTo>
                  <a:pt x="4253698" y="2167128"/>
                </a:lnTo>
                <a:lnTo>
                  <a:pt x="4246807" y="2318004"/>
                </a:lnTo>
                <a:lnTo>
                  <a:pt x="4241932" y="2467508"/>
                </a:lnTo>
                <a:lnTo>
                  <a:pt x="4237730" y="2617013"/>
                </a:lnTo>
                <a:lnTo>
                  <a:pt x="4233696" y="2765145"/>
                </a:lnTo>
                <a:lnTo>
                  <a:pt x="4231847" y="2911221"/>
                </a:lnTo>
                <a:lnTo>
                  <a:pt x="4229830" y="3057296"/>
                </a:lnTo>
                <a:lnTo>
                  <a:pt x="4228821" y="3201314"/>
                </a:lnTo>
                <a:lnTo>
                  <a:pt x="4229830" y="3343960"/>
                </a:lnTo>
                <a:lnTo>
                  <a:pt x="4229830" y="3485235"/>
                </a:lnTo>
                <a:lnTo>
                  <a:pt x="4231847" y="3625138"/>
                </a:lnTo>
                <a:lnTo>
                  <a:pt x="4234872" y="3762298"/>
                </a:lnTo>
                <a:lnTo>
                  <a:pt x="4237730" y="3898087"/>
                </a:lnTo>
                <a:lnTo>
                  <a:pt x="4240924" y="4031132"/>
                </a:lnTo>
                <a:lnTo>
                  <a:pt x="4245798" y="4163491"/>
                </a:lnTo>
                <a:lnTo>
                  <a:pt x="4251009" y="4293793"/>
                </a:lnTo>
                <a:lnTo>
                  <a:pt x="4255715" y="4421352"/>
                </a:lnTo>
                <a:lnTo>
                  <a:pt x="4268995" y="4670298"/>
                </a:lnTo>
                <a:lnTo>
                  <a:pt x="4283114" y="4908956"/>
                </a:lnTo>
                <a:lnTo>
                  <a:pt x="4297906" y="5138013"/>
                </a:lnTo>
                <a:lnTo>
                  <a:pt x="4314211" y="5354726"/>
                </a:lnTo>
                <a:lnTo>
                  <a:pt x="4331188" y="5561838"/>
                </a:lnTo>
                <a:lnTo>
                  <a:pt x="4349509" y="5753862"/>
                </a:lnTo>
                <a:lnTo>
                  <a:pt x="4367495" y="5934227"/>
                </a:lnTo>
                <a:lnTo>
                  <a:pt x="4385480" y="6100191"/>
                </a:lnTo>
                <a:lnTo>
                  <a:pt x="4402457" y="6252438"/>
                </a:lnTo>
                <a:lnTo>
                  <a:pt x="4418594" y="6387541"/>
                </a:lnTo>
                <a:lnTo>
                  <a:pt x="4433890" y="6509613"/>
                </a:lnTo>
                <a:lnTo>
                  <a:pt x="4446665" y="6612483"/>
                </a:lnTo>
                <a:lnTo>
                  <a:pt x="4458767" y="6698894"/>
                </a:lnTo>
                <a:lnTo>
                  <a:pt x="4476081" y="6817538"/>
                </a:lnTo>
                <a:lnTo>
                  <a:pt x="4481964" y="6858000"/>
                </a:lnTo>
                <a:lnTo>
                  <a:pt x="3577807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32797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7A558-91A0-869B-6D8E-E697FA8FB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2BBDD-5FDB-6A72-81F7-C7D8CEDC1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2802" y="757672"/>
            <a:ext cx="7525358" cy="509448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rtl="0">
              <a:lnSpc>
                <a:spcPct val="90000"/>
              </a:lnSpc>
            </a:pPr>
            <a:r>
              <a:rPr lang="en-US" sz="8800" dirty="0"/>
              <a:t>Smart speakers are sometimes called</a:t>
            </a:r>
            <a:endParaRPr lang="en-US" sz="11500" b="0" i="0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D5B2A3-F5B3-1B05-F45D-218E5AAEC0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725891" y="209037"/>
            <a:ext cx="6439925" cy="6439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7134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A6C04-9783-C56A-C167-5514475DD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CFFC09D-EE4C-95D6-A973-1DA90F986E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725891" y="209037"/>
            <a:ext cx="6439925" cy="6439925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ADC75459-969E-B897-B3F7-33DCCC4D9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2802" y="335280"/>
            <a:ext cx="7525358" cy="612648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rtl="0">
              <a:lnSpc>
                <a:spcPct val="90000"/>
              </a:lnSpc>
            </a:pPr>
            <a:r>
              <a:rPr lang="en-US" sz="7200" dirty="0"/>
              <a:t>Smart speakers are sometimes called</a:t>
            </a:r>
            <a:br>
              <a:rPr lang="en-US" sz="7200" dirty="0"/>
            </a:br>
            <a:r>
              <a:rPr lang="en-US" sz="7200" b="1" dirty="0">
                <a:solidFill>
                  <a:schemeClr val="accent3"/>
                </a:solidFill>
              </a:rPr>
              <a:t>Home Assistants</a:t>
            </a:r>
            <a:endParaRPr lang="en-US" sz="9600" b="1" i="0" kern="1200" dirty="0">
              <a:solidFill>
                <a:schemeClr val="accent3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033929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CF133-9B4A-FDBD-E638-E1A21AA5A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462D2-4C23-ED7E-B35E-4EF571371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630" y="285920"/>
            <a:ext cx="6471450" cy="5002359"/>
          </a:xfrm>
        </p:spPr>
        <p:txBody>
          <a:bodyPr vert="horz" lIns="91440" tIns="45720" rIns="91440" bIns="45720" rtlCol="0" anchor="b">
            <a:noAutofit/>
          </a:bodyPr>
          <a:lstStyle/>
          <a:p>
            <a:pPr rtl="0">
              <a:lnSpc>
                <a:spcPct val="90000"/>
              </a:lnSpc>
            </a:pPr>
            <a:r>
              <a:rPr lang="en-US" sz="8000" dirty="0"/>
              <a:t>help futuristic cars avoid collisions.</a:t>
            </a:r>
            <a:endParaRPr lang="en-US" sz="115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1091BB-C108-E41C-2EDE-DF697A1E17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60" b="4660"/>
          <a:stretch/>
        </p:blipFill>
        <p:spPr>
          <a:xfrm>
            <a:off x="6233307" y="0"/>
            <a:ext cx="609759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164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3C9F3-28EF-8CA1-D65F-FE6AD6E25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258736B-9E3A-C777-FE36-EFF1A92A93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60" b="4660"/>
          <a:stretch/>
        </p:blipFill>
        <p:spPr>
          <a:xfrm>
            <a:off x="6233307" y="0"/>
            <a:ext cx="6097590" cy="685799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5E17EDD4-D97E-2C23-AA83-004736DBD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280" y="285920"/>
            <a:ext cx="7056120" cy="6206320"/>
          </a:xfrm>
        </p:spPr>
        <p:txBody>
          <a:bodyPr vert="horz" lIns="91440" tIns="45720" rIns="91440" bIns="45720" rtlCol="0" anchor="b">
            <a:noAutofit/>
          </a:bodyPr>
          <a:lstStyle/>
          <a:p>
            <a:pPr rtl="0">
              <a:lnSpc>
                <a:spcPct val="90000"/>
              </a:lnSpc>
            </a:pPr>
            <a:r>
              <a:rPr lang="en-US" sz="8000" b="1" dirty="0">
                <a:solidFill>
                  <a:schemeClr val="accent3"/>
                </a:solidFill>
              </a:rPr>
              <a:t>Proximity sensors</a:t>
            </a:r>
            <a:br>
              <a:rPr lang="en-US" sz="8000" dirty="0"/>
            </a:br>
            <a:r>
              <a:rPr lang="en-US" sz="8000" dirty="0"/>
              <a:t>help futuristic cars avoid collisions.</a:t>
            </a:r>
            <a:endParaRPr lang="en-US" sz="11500" b="1" dirty="0"/>
          </a:p>
        </p:txBody>
      </p:sp>
    </p:spTree>
    <p:extLst>
      <p:ext uri="{BB962C8B-B14F-4D97-AF65-F5344CB8AC3E}">
        <p14:creationId xmlns:p14="http://schemas.microsoft.com/office/powerpoint/2010/main" val="2806992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3109C2-6548-6D4D-C580-9A19143CF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412E3267-7ABE-412B-8580-47EC0D1F61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0B62C5A-2250-4380-AB23-DB87446CC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D42CF425-7213-4F89-B0FF-4C2BDDD9C6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35DA97D-88F8-4249-B650-4FC9FD50A3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3F38673-6E30-4BAE-AC67-0B283EBF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202A25CB-1ED1-4C87-AB49-8D3BC684D1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0B59B9-D505-D060-9F34-6306CC60C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2957" y="731520"/>
            <a:ext cx="6256163" cy="49834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rtl="0">
              <a:lnSpc>
                <a:spcPct val="90000"/>
              </a:lnSpc>
            </a:pPr>
            <a:r>
              <a:rPr lang="en-US" sz="8000" dirty="0"/>
              <a:t>cars are controlled by artificial intelligence.</a:t>
            </a:r>
            <a:endParaRPr lang="en-US" sz="1150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D4D1EC32-8D7D-4EEB-B117-8A6BFB8E07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5400000" flipH="1">
            <a:off x="-659120" y="659121"/>
            <a:ext cx="6858001" cy="5539756"/>
          </a:xfrm>
          <a:custGeom>
            <a:avLst/>
            <a:gdLst>
              <a:gd name="connsiteX0" fmla="*/ 6858001 w 6858001"/>
              <a:gd name="connsiteY0" fmla="*/ 1344715 h 5539756"/>
              <a:gd name="connsiteX1" fmla="*/ 6858001 w 6858001"/>
              <a:gd name="connsiteY1" fmla="*/ 1177 h 5539756"/>
              <a:gd name="connsiteX2" fmla="*/ 6702324 w 6858001"/>
              <a:gd name="connsiteY2" fmla="*/ 26222 h 5539756"/>
              <a:gd name="connsiteX3" fmla="*/ 6547333 w 6858001"/>
              <a:gd name="connsiteY3" fmla="*/ 50091 h 5539756"/>
              <a:gd name="connsiteX4" fmla="*/ 6391657 w 6858001"/>
              <a:gd name="connsiteY4" fmla="*/ 73455 h 5539756"/>
              <a:gd name="connsiteX5" fmla="*/ 6235294 w 6858001"/>
              <a:gd name="connsiteY5" fmla="*/ 93458 h 5539756"/>
              <a:gd name="connsiteX6" fmla="*/ 6079618 w 6858001"/>
              <a:gd name="connsiteY6" fmla="*/ 113629 h 5539756"/>
              <a:gd name="connsiteX7" fmla="*/ 5923255 w 6858001"/>
              <a:gd name="connsiteY7" fmla="*/ 132455 h 5539756"/>
              <a:gd name="connsiteX8" fmla="*/ 5768950 w 6858001"/>
              <a:gd name="connsiteY8" fmla="*/ 148591 h 5539756"/>
              <a:gd name="connsiteX9" fmla="*/ 5612588 w 6858001"/>
              <a:gd name="connsiteY9" fmla="*/ 163887 h 5539756"/>
              <a:gd name="connsiteX10" fmla="*/ 5456911 w 6858001"/>
              <a:gd name="connsiteY10" fmla="*/ 177839 h 5539756"/>
              <a:gd name="connsiteX11" fmla="*/ 5303978 w 6858001"/>
              <a:gd name="connsiteY11" fmla="*/ 189941 h 5539756"/>
              <a:gd name="connsiteX12" fmla="*/ 5148987 w 6858001"/>
              <a:gd name="connsiteY12" fmla="*/ 202044 h 5539756"/>
              <a:gd name="connsiteX13" fmla="*/ 4996054 w 6858001"/>
              <a:gd name="connsiteY13" fmla="*/ 212129 h 5539756"/>
              <a:gd name="connsiteX14" fmla="*/ 4843120 w 6858001"/>
              <a:gd name="connsiteY14" fmla="*/ 220029 h 5539756"/>
              <a:gd name="connsiteX15" fmla="*/ 4690873 w 6858001"/>
              <a:gd name="connsiteY15" fmla="*/ 228266 h 5539756"/>
              <a:gd name="connsiteX16" fmla="*/ 4539997 w 6858001"/>
              <a:gd name="connsiteY16" fmla="*/ 235157 h 5539756"/>
              <a:gd name="connsiteX17" fmla="*/ 4390492 w 6858001"/>
              <a:gd name="connsiteY17" fmla="*/ 240032 h 5539756"/>
              <a:gd name="connsiteX18" fmla="*/ 4240988 w 6858001"/>
              <a:gd name="connsiteY18" fmla="*/ 244234 h 5539756"/>
              <a:gd name="connsiteX19" fmla="*/ 4092855 w 6858001"/>
              <a:gd name="connsiteY19" fmla="*/ 248268 h 5539756"/>
              <a:gd name="connsiteX20" fmla="*/ 3946780 w 6858001"/>
              <a:gd name="connsiteY20" fmla="*/ 250117 h 5539756"/>
              <a:gd name="connsiteX21" fmla="*/ 3800704 w 6858001"/>
              <a:gd name="connsiteY21" fmla="*/ 252134 h 5539756"/>
              <a:gd name="connsiteX22" fmla="*/ 3656686 w 6858001"/>
              <a:gd name="connsiteY22" fmla="*/ 253143 h 5539756"/>
              <a:gd name="connsiteX23" fmla="*/ 3514040 w 6858001"/>
              <a:gd name="connsiteY23" fmla="*/ 252134 h 5539756"/>
              <a:gd name="connsiteX24" fmla="*/ 3372765 w 6858001"/>
              <a:gd name="connsiteY24" fmla="*/ 252134 h 5539756"/>
              <a:gd name="connsiteX25" fmla="*/ 3232862 w 6858001"/>
              <a:gd name="connsiteY25" fmla="*/ 250117 h 5539756"/>
              <a:gd name="connsiteX26" fmla="*/ 3095702 w 6858001"/>
              <a:gd name="connsiteY26" fmla="*/ 247092 h 5539756"/>
              <a:gd name="connsiteX27" fmla="*/ 2959914 w 6858001"/>
              <a:gd name="connsiteY27" fmla="*/ 244234 h 5539756"/>
              <a:gd name="connsiteX28" fmla="*/ 2826868 w 6858001"/>
              <a:gd name="connsiteY28" fmla="*/ 241040 h 5539756"/>
              <a:gd name="connsiteX29" fmla="*/ 2694509 w 6858001"/>
              <a:gd name="connsiteY29" fmla="*/ 236166 h 5539756"/>
              <a:gd name="connsiteX30" fmla="*/ 2564208 w 6858001"/>
              <a:gd name="connsiteY30" fmla="*/ 230955 h 5539756"/>
              <a:gd name="connsiteX31" fmla="*/ 2436649 w 6858001"/>
              <a:gd name="connsiteY31" fmla="*/ 226249 h 5539756"/>
              <a:gd name="connsiteX32" fmla="*/ 2187703 w 6858001"/>
              <a:gd name="connsiteY32" fmla="*/ 212969 h 5539756"/>
              <a:gd name="connsiteX33" fmla="*/ 1949045 w 6858001"/>
              <a:gd name="connsiteY33" fmla="*/ 198850 h 5539756"/>
              <a:gd name="connsiteX34" fmla="*/ 1719988 w 6858001"/>
              <a:gd name="connsiteY34" fmla="*/ 184058 h 5539756"/>
              <a:gd name="connsiteX35" fmla="*/ 1503275 w 6858001"/>
              <a:gd name="connsiteY35" fmla="*/ 167753 h 5539756"/>
              <a:gd name="connsiteX36" fmla="*/ 1296163 w 6858001"/>
              <a:gd name="connsiteY36" fmla="*/ 150776 h 5539756"/>
              <a:gd name="connsiteX37" fmla="*/ 1104139 w 6858001"/>
              <a:gd name="connsiteY37" fmla="*/ 132455 h 5539756"/>
              <a:gd name="connsiteX38" fmla="*/ 923774 w 6858001"/>
              <a:gd name="connsiteY38" fmla="*/ 114469 h 5539756"/>
              <a:gd name="connsiteX39" fmla="*/ 757810 w 6858001"/>
              <a:gd name="connsiteY39" fmla="*/ 96484 h 5539756"/>
              <a:gd name="connsiteX40" fmla="*/ 605563 w 6858001"/>
              <a:gd name="connsiteY40" fmla="*/ 79507 h 5539756"/>
              <a:gd name="connsiteX41" fmla="*/ 470460 w 6858001"/>
              <a:gd name="connsiteY41" fmla="*/ 63370 h 5539756"/>
              <a:gd name="connsiteX42" fmla="*/ 348388 w 6858001"/>
              <a:gd name="connsiteY42" fmla="*/ 48074 h 5539756"/>
              <a:gd name="connsiteX43" fmla="*/ 245518 w 6858001"/>
              <a:gd name="connsiteY43" fmla="*/ 35299 h 5539756"/>
              <a:gd name="connsiteX44" fmla="*/ 159107 w 6858001"/>
              <a:gd name="connsiteY44" fmla="*/ 23197 h 5539756"/>
              <a:gd name="connsiteX45" fmla="*/ 40463 w 6858001"/>
              <a:gd name="connsiteY45" fmla="*/ 5883 h 5539756"/>
              <a:gd name="connsiteX46" fmla="*/ 1 w 6858001"/>
              <a:gd name="connsiteY46" fmla="*/ 0 h 5539756"/>
              <a:gd name="connsiteX47" fmla="*/ 1 w 6858001"/>
              <a:gd name="connsiteY47" fmla="*/ 905405 h 5539756"/>
              <a:gd name="connsiteX48" fmla="*/ 0 w 6858001"/>
              <a:gd name="connsiteY48" fmla="*/ 905405 h 5539756"/>
              <a:gd name="connsiteX49" fmla="*/ 0 w 6858001"/>
              <a:gd name="connsiteY49" fmla="*/ 5539756 h 5539756"/>
              <a:gd name="connsiteX50" fmla="*/ 6858000 w 6858001"/>
              <a:gd name="connsiteY50" fmla="*/ 5539756 h 5539756"/>
              <a:gd name="connsiteX51" fmla="*/ 6858000 w 6858001"/>
              <a:gd name="connsiteY51" fmla="*/ 1344715 h 5539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5539756">
                <a:moveTo>
                  <a:pt x="6858001" y="1344715"/>
                </a:moveTo>
                <a:lnTo>
                  <a:pt x="6858001" y="1177"/>
                </a:lnTo>
                <a:lnTo>
                  <a:pt x="6702324" y="26222"/>
                </a:lnTo>
                <a:lnTo>
                  <a:pt x="6547333" y="50091"/>
                </a:lnTo>
                <a:lnTo>
                  <a:pt x="6391657" y="73455"/>
                </a:lnTo>
                <a:lnTo>
                  <a:pt x="6235294" y="93458"/>
                </a:lnTo>
                <a:lnTo>
                  <a:pt x="6079618" y="113629"/>
                </a:lnTo>
                <a:lnTo>
                  <a:pt x="5923255" y="132455"/>
                </a:lnTo>
                <a:lnTo>
                  <a:pt x="5768950" y="148591"/>
                </a:lnTo>
                <a:lnTo>
                  <a:pt x="5612588" y="163887"/>
                </a:lnTo>
                <a:lnTo>
                  <a:pt x="5456911" y="177839"/>
                </a:lnTo>
                <a:lnTo>
                  <a:pt x="5303978" y="189941"/>
                </a:lnTo>
                <a:lnTo>
                  <a:pt x="5148987" y="202044"/>
                </a:lnTo>
                <a:lnTo>
                  <a:pt x="4996054" y="212129"/>
                </a:lnTo>
                <a:lnTo>
                  <a:pt x="4843120" y="220029"/>
                </a:lnTo>
                <a:lnTo>
                  <a:pt x="4690873" y="228266"/>
                </a:lnTo>
                <a:lnTo>
                  <a:pt x="4539997" y="235157"/>
                </a:lnTo>
                <a:lnTo>
                  <a:pt x="4390492" y="240032"/>
                </a:lnTo>
                <a:lnTo>
                  <a:pt x="4240988" y="244234"/>
                </a:lnTo>
                <a:lnTo>
                  <a:pt x="4092855" y="248268"/>
                </a:lnTo>
                <a:lnTo>
                  <a:pt x="3946780" y="250117"/>
                </a:lnTo>
                <a:lnTo>
                  <a:pt x="3800704" y="252134"/>
                </a:lnTo>
                <a:lnTo>
                  <a:pt x="3656686" y="253143"/>
                </a:lnTo>
                <a:lnTo>
                  <a:pt x="3514040" y="252134"/>
                </a:lnTo>
                <a:lnTo>
                  <a:pt x="3372765" y="252134"/>
                </a:lnTo>
                <a:lnTo>
                  <a:pt x="3232862" y="250117"/>
                </a:lnTo>
                <a:lnTo>
                  <a:pt x="3095702" y="247092"/>
                </a:lnTo>
                <a:lnTo>
                  <a:pt x="2959914" y="244234"/>
                </a:lnTo>
                <a:lnTo>
                  <a:pt x="2826868" y="241040"/>
                </a:lnTo>
                <a:lnTo>
                  <a:pt x="2694509" y="236166"/>
                </a:lnTo>
                <a:lnTo>
                  <a:pt x="2564208" y="230955"/>
                </a:lnTo>
                <a:lnTo>
                  <a:pt x="2436649" y="226249"/>
                </a:lnTo>
                <a:lnTo>
                  <a:pt x="2187703" y="212969"/>
                </a:lnTo>
                <a:lnTo>
                  <a:pt x="1949045" y="198850"/>
                </a:lnTo>
                <a:lnTo>
                  <a:pt x="1719988" y="184058"/>
                </a:lnTo>
                <a:lnTo>
                  <a:pt x="1503275" y="167753"/>
                </a:lnTo>
                <a:lnTo>
                  <a:pt x="1296163" y="150776"/>
                </a:lnTo>
                <a:lnTo>
                  <a:pt x="1104139" y="132455"/>
                </a:lnTo>
                <a:lnTo>
                  <a:pt x="923774" y="114469"/>
                </a:lnTo>
                <a:lnTo>
                  <a:pt x="757810" y="96484"/>
                </a:lnTo>
                <a:lnTo>
                  <a:pt x="605563" y="79507"/>
                </a:lnTo>
                <a:lnTo>
                  <a:pt x="470460" y="63370"/>
                </a:lnTo>
                <a:lnTo>
                  <a:pt x="348388" y="48074"/>
                </a:lnTo>
                <a:lnTo>
                  <a:pt x="245518" y="35299"/>
                </a:lnTo>
                <a:lnTo>
                  <a:pt x="159107" y="23197"/>
                </a:lnTo>
                <a:lnTo>
                  <a:pt x="40463" y="5883"/>
                </a:lnTo>
                <a:lnTo>
                  <a:pt x="1" y="0"/>
                </a:lnTo>
                <a:lnTo>
                  <a:pt x="1" y="905405"/>
                </a:lnTo>
                <a:lnTo>
                  <a:pt x="0" y="905405"/>
                </a:lnTo>
                <a:lnTo>
                  <a:pt x="0" y="5539756"/>
                </a:lnTo>
                <a:lnTo>
                  <a:pt x="6858000" y="5539756"/>
                </a:lnTo>
                <a:lnTo>
                  <a:pt x="6858000" y="134471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ar-EG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360105-632A-6718-A25E-AB460FD004E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526100" y="237686"/>
            <a:ext cx="4162324" cy="4307101"/>
          </a:xfrm>
          <a:prstGeom prst="rect">
            <a:avLst/>
          </a:prstGeom>
          <a:effectLst/>
        </p:spPr>
      </p:pic>
      <p:sp>
        <p:nvSpPr>
          <p:cNvPr id="25" name="Freeform 27">
            <a:extLst>
              <a:ext uri="{FF2B5EF4-FFF2-40B4-BE49-F238E27FC236}">
                <a16:creationId xmlns:a16="http://schemas.microsoft.com/office/drawing/2014/main" id="{38EBD67A-F537-456C-967F-D1E5910B79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93485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75474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81217D-704D-0999-D5BD-6E5C7C24B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3F3EA683-D51F-301D-A9FC-A55A7B0E4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A87304A-6ADC-B3AA-9E95-C2186CD465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96A0924A-68F6-2D33-339F-2E65FE985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r-EG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Arial" panose="020B0604020202020204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56CC304-44D7-59D5-76F2-07A2DA4CA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3942AC2-2EB5-A373-DACC-45E97B55B5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259883EA-2343-840D-04D7-7DC87ADD26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r-EG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CB5E58FA-75A8-BC37-1823-E32B3436C3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5400000" flipH="1">
            <a:off x="-659120" y="659121"/>
            <a:ext cx="6858001" cy="5539756"/>
          </a:xfrm>
          <a:custGeom>
            <a:avLst/>
            <a:gdLst>
              <a:gd name="connsiteX0" fmla="*/ 6858001 w 6858001"/>
              <a:gd name="connsiteY0" fmla="*/ 1344715 h 5539756"/>
              <a:gd name="connsiteX1" fmla="*/ 6858001 w 6858001"/>
              <a:gd name="connsiteY1" fmla="*/ 1177 h 5539756"/>
              <a:gd name="connsiteX2" fmla="*/ 6702324 w 6858001"/>
              <a:gd name="connsiteY2" fmla="*/ 26222 h 5539756"/>
              <a:gd name="connsiteX3" fmla="*/ 6547333 w 6858001"/>
              <a:gd name="connsiteY3" fmla="*/ 50091 h 5539756"/>
              <a:gd name="connsiteX4" fmla="*/ 6391657 w 6858001"/>
              <a:gd name="connsiteY4" fmla="*/ 73455 h 5539756"/>
              <a:gd name="connsiteX5" fmla="*/ 6235294 w 6858001"/>
              <a:gd name="connsiteY5" fmla="*/ 93458 h 5539756"/>
              <a:gd name="connsiteX6" fmla="*/ 6079618 w 6858001"/>
              <a:gd name="connsiteY6" fmla="*/ 113629 h 5539756"/>
              <a:gd name="connsiteX7" fmla="*/ 5923255 w 6858001"/>
              <a:gd name="connsiteY7" fmla="*/ 132455 h 5539756"/>
              <a:gd name="connsiteX8" fmla="*/ 5768950 w 6858001"/>
              <a:gd name="connsiteY8" fmla="*/ 148591 h 5539756"/>
              <a:gd name="connsiteX9" fmla="*/ 5612588 w 6858001"/>
              <a:gd name="connsiteY9" fmla="*/ 163887 h 5539756"/>
              <a:gd name="connsiteX10" fmla="*/ 5456911 w 6858001"/>
              <a:gd name="connsiteY10" fmla="*/ 177839 h 5539756"/>
              <a:gd name="connsiteX11" fmla="*/ 5303978 w 6858001"/>
              <a:gd name="connsiteY11" fmla="*/ 189941 h 5539756"/>
              <a:gd name="connsiteX12" fmla="*/ 5148987 w 6858001"/>
              <a:gd name="connsiteY12" fmla="*/ 202044 h 5539756"/>
              <a:gd name="connsiteX13" fmla="*/ 4996054 w 6858001"/>
              <a:gd name="connsiteY13" fmla="*/ 212129 h 5539756"/>
              <a:gd name="connsiteX14" fmla="*/ 4843120 w 6858001"/>
              <a:gd name="connsiteY14" fmla="*/ 220029 h 5539756"/>
              <a:gd name="connsiteX15" fmla="*/ 4690873 w 6858001"/>
              <a:gd name="connsiteY15" fmla="*/ 228266 h 5539756"/>
              <a:gd name="connsiteX16" fmla="*/ 4539997 w 6858001"/>
              <a:gd name="connsiteY16" fmla="*/ 235157 h 5539756"/>
              <a:gd name="connsiteX17" fmla="*/ 4390492 w 6858001"/>
              <a:gd name="connsiteY17" fmla="*/ 240032 h 5539756"/>
              <a:gd name="connsiteX18" fmla="*/ 4240988 w 6858001"/>
              <a:gd name="connsiteY18" fmla="*/ 244234 h 5539756"/>
              <a:gd name="connsiteX19" fmla="*/ 4092855 w 6858001"/>
              <a:gd name="connsiteY19" fmla="*/ 248268 h 5539756"/>
              <a:gd name="connsiteX20" fmla="*/ 3946780 w 6858001"/>
              <a:gd name="connsiteY20" fmla="*/ 250117 h 5539756"/>
              <a:gd name="connsiteX21" fmla="*/ 3800704 w 6858001"/>
              <a:gd name="connsiteY21" fmla="*/ 252134 h 5539756"/>
              <a:gd name="connsiteX22" fmla="*/ 3656686 w 6858001"/>
              <a:gd name="connsiteY22" fmla="*/ 253143 h 5539756"/>
              <a:gd name="connsiteX23" fmla="*/ 3514040 w 6858001"/>
              <a:gd name="connsiteY23" fmla="*/ 252134 h 5539756"/>
              <a:gd name="connsiteX24" fmla="*/ 3372765 w 6858001"/>
              <a:gd name="connsiteY24" fmla="*/ 252134 h 5539756"/>
              <a:gd name="connsiteX25" fmla="*/ 3232862 w 6858001"/>
              <a:gd name="connsiteY25" fmla="*/ 250117 h 5539756"/>
              <a:gd name="connsiteX26" fmla="*/ 3095702 w 6858001"/>
              <a:gd name="connsiteY26" fmla="*/ 247092 h 5539756"/>
              <a:gd name="connsiteX27" fmla="*/ 2959914 w 6858001"/>
              <a:gd name="connsiteY27" fmla="*/ 244234 h 5539756"/>
              <a:gd name="connsiteX28" fmla="*/ 2826868 w 6858001"/>
              <a:gd name="connsiteY28" fmla="*/ 241040 h 5539756"/>
              <a:gd name="connsiteX29" fmla="*/ 2694509 w 6858001"/>
              <a:gd name="connsiteY29" fmla="*/ 236166 h 5539756"/>
              <a:gd name="connsiteX30" fmla="*/ 2564208 w 6858001"/>
              <a:gd name="connsiteY30" fmla="*/ 230955 h 5539756"/>
              <a:gd name="connsiteX31" fmla="*/ 2436649 w 6858001"/>
              <a:gd name="connsiteY31" fmla="*/ 226249 h 5539756"/>
              <a:gd name="connsiteX32" fmla="*/ 2187703 w 6858001"/>
              <a:gd name="connsiteY32" fmla="*/ 212969 h 5539756"/>
              <a:gd name="connsiteX33" fmla="*/ 1949045 w 6858001"/>
              <a:gd name="connsiteY33" fmla="*/ 198850 h 5539756"/>
              <a:gd name="connsiteX34" fmla="*/ 1719988 w 6858001"/>
              <a:gd name="connsiteY34" fmla="*/ 184058 h 5539756"/>
              <a:gd name="connsiteX35" fmla="*/ 1503275 w 6858001"/>
              <a:gd name="connsiteY35" fmla="*/ 167753 h 5539756"/>
              <a:gd name="connsiteX36" fmla="*/ 1296163 w 6858001"/>
              <a:gd name="connsiteY36" fmla="*/ 150776 h 5539756"/>
              <a:gd name="connsiteX37" fmla="*/ 1104139 w 6858001"/>
              <a:gd name="connsiteY37" fmla="*/ 132455 h 5539756"/>
              <a:gd name="connsiteX38" fmla="*/ 923774 w 6858001"/>
              <a:gd name="connsiteY38" fmla="*/ 114469 h 5539756"/>
              <a:gd name="connsiteX39" fmla="*/ 757810 w 6858001"/>
              <a:gd name="connsiteY39" fmla="*/ 96484 h 5539756"/>
              <a:gd name="connsiteX40" fmla="*/ 605563 w 6858001"/>
              <a:gd name="connsiteY40" fmla="*/ 79507 h 5539756"/>
              <a:gd name="connsiteX41" fmla="*/ 470460 w 6858001"/>
              <a:gd name="connsiteY41" fmla="*/ 63370 h 5539756"/>
              <a:gd name="connsiteX42" fmla="*/ 348388 w 6858001"/>
              <a:gd name="connsiteY42" fmla="*/ 48074 h 5539756"/>
              <a:gd name="connsiteX43" fmla="*/ 245518 w 6858001"/>
              <a:gd name="connsiteY43" fmla="*/ 35299 h 5539756"/>
              <a:gd name="connsiteX44" fmla="*/ 159107 w 6858001"/>
              <a:gd name="connsiteY44" fmla="*/ 23197 h 5539756"/>
              <a:gd name="connsiteX45" fmla="*/ 40463 w 6858001"/>
              <a:gd name="connsiteY45" fmla="*/ 5883 h 5539756"/>
              <a:gd name="connsiteX46" fmla="*/ 1 w 6858001"/>
              <a:gd name="connsiteY46" fmla="*/ 0 h 5539756"/>
              <a:gd name="connsiteX47" fmla="*/ 1 w 6858001"/>
              <a:gd name="connsiteY47" fmla="*/ 905405 h 5539756"/>
              <a:gd name="connsiteX48" fmla="*/ 0 w 6858001"/>
              <a:gd name="connsiteY48" fmla="*/ 905405 h 5539756"/>
              <a:gd name="connsiteX49" fmla="*/ 0 w 6858001"/>
              <a:gd name="connsiteY49" fmla="*/ 5539756 h 5539756"/>
              <a:gd name="connsiteX50" fmla="*/ 6858000 w 6858001"/>
              <a:gd name="connsiteY50" fmla="*/ 5539756 h 5539756"/>
              <a:gd name="connsiteX51" fmla="*/ 6858000 w 6858001"/>
              <a:gd name="connsiteY51" fmla="*/ 1344715 h 5539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5539756">
                <a:moveTo>
                  <a:pt x="6858001" y="1344715"/>
                </a:moveTo>
                <a:lnTo>
                  <a:pt x="6858001" y="1177"/>
                </a:lnTo>
                <a:lnTo>
                  <a:pt x="6702324" y="26222"/>
                </a:lnTo>
                <a:lnTo>
                  <a:pt x="6547333" y="50091"/>
                </a:lnTo>
                <a:lnTo>
                  <a:pt x="6391657" y="73455"/>
                </a:lnTo>
                <a:lnTo>
                  <a:pt x="6235294" y="93458"/>
                </a:lnTo>
                <a:lnTo>
                  <a:pt x="6079618" y="113629"/>
                </a:lnTo>
                <a:lnTo>
                  <a:pt x="5923255" y="132455"/>
                </a:lnTo>
                <a:lnTo>
                  <a:pt x="5768950" y="148591"/>
                </a:lnTo>
                <a:lnTo>
                  <a:pt x="5612588" y="163887"/>
                </a:lnTo>
                <a:lnTo>
                  <a:pt x="5456911" y="177839"/>
                </a:lnTo>
                <a:lnTo>
                  <a:pt x="5303978" y="189941"/>
                </a:lnTo>
                <a:lnTo>
                  <a:pt x="5148987" y="202044"/>
                </a:lnTo>
                <a:lnTo>
                  <a:pt x="4996054" y="212129"/>
                </a:lnTo>
                <a:lnTo>
                  <a:pt x="4843120" y="220029"/>
                </a:lnTo>
                <a:lnTo>
                  <a:pt x="4690873" y="228266"/>
                </a:lnTo>
                <a:lnTo>
                  <a:pt x="4539997" y="235157"/>
                </a:lnTo>
                <a:lnTo>
                  <a:pt x="4390492" y="240032"/>
                </a:lnTo>
                <a:lnTo>
                  <a:pt x="4240988" y="244234"/>
                </a:lnTo>
                <a:lnTo>
                  <a:pt x="4092855" y="248268"/>
                </a:lnTo>
                <a:lnTo>
                  <a:pt x="3946780" y="250117"/>
                </a:lnTo>
                <a:lnTo>
                  <a:pt x="3800704" y="252134"/>
                </a:lnTo>
                <a:lnTo>
                  <a:pt x="3656686" y="253143"/>
                </a:lnTo>
                <a:lnTo>
                  <a:pt x="3514040" y="252134"/>
                </a:lnTo>
                <a:lnTo>
                  <a:pt x="3372765" y="252134"/>
                </a:lnTo>
                <a:lnTo>
                  <a:pt x="3232862" y="250117"/>
                </a:lnTo>
                <a:lnTo>
                  <a:pt x="3095702" y="247092"/>
                </a:lnTo>
                <a:lnTo>
                  <a:pt x="2959914" y="244234"/>
                </a:lnTo>
                <a:lnTo>
                  <a:pt x="2826868" y="241040"/>
                </a:lnTo>
                <a:lnTo>
                  <a:pt x="2694509" y="236166"/>
                </a:lnTo>
                <a:lnTo>
                  <a:pt x="2564208" y="230955"/>
                </a:lnTo>
                <a:lnTo>
                  <a:pt x="2436649" y="226249"/>
                </a:lnTo>
                <a:lnTo>
                  <a:pt x="2187703" y="212969"/>
                </a:lnTo>
                <a:lnTo>
                  <a:pt x="1949045" y="198850"/>
                </a:lnTo>
                <a:lnTo>
                  <a:pt x="1719988" y="184058"/>
                </a:lnTo>
                <a:lnTo>
                  <a:pt x="1503275" y="167753"/>
                </a:lnTo>
                <a:lnTo>
                  <a:pt x="1296163" y="150776"/>
                </a:lnTo>
                <a:lnTo>
                  <a:pt x="1104139" y="132455"/>
                </a:lnTo>
                <a:lnTo>
                  <a:pt x="923774" y="114469"/>
                </a:lnTo>
                <a:lnTo>
                  <a:pt x="757810" y="96484"/>
                </a:lnTo>
                <a:lnTo>
                  <a:pt x="605563" y="79507"/>
                </a:lnTo>
                <a:lnTo>
                  <a:pt x="470460" y="63370"/>
                </a:lnTo>
                <a:lnTo>
                  <a:pt x="348388" y="48074"/>
                </a:lnTo>
                <a:lnTo>
                  <a:pt x="245518" y="35299"/>
                </a:lnTo>
                <a:lnTo>
                  <a:pt x="159107" y="23197"/>
                </a:lnTo>
                <a:lnTo>
                  <a:pt x="40463" y="5883"/>
                </a:lnTo>
                <a:lnTo>
                  <a:pt x="1" y="0"/>
                </a:lnTo>
                <a:lnTo>
                  <a:pt x="1" y="905405"/>
                </a:lnTo>
                <a:lnTo>
                  <a:pt x="0" y="905405"/>
                </a:lnTo>
                <a:lnTo>
                  <a:pt x="0" y="5539756"/>
                </a:lnTo>
                <a:lnTo>
                  <a:pt x="6858000" y="5539756"/>
                </a:lnTo>
                <a:lnTo>
                  <a:pt x="6858000" y="134471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r-EG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6BE9BD-B44A-BC39-7900-206F21C4F88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526100" y="237686"/>
            <a:ext cx="4162324" cy="4307101"/>
          </a:xfrm>
          <a:prstGeom prst="rect">
            <a:avLst/>
          </a:prstGeom>
          <a:effectLst/>
        </p:spPr>
      </p:pic>
      <p:sp>
        <p:nvSpPr>
          <p:cNvPr id="25" name="Freeform 27">
            <a:extLst>
              <a:ext uri="{FF2B5EF4-FFF2-40B4-BE49-F238E27FC236}">
                <a16:creationId xmlns:a16="http://schemas.microsoft.com/office/drawing/2014/main" id="{A0E2BB42-9B84-A585-35F2-4770205AF6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93485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0DE0E92-1236-950A-2DD6-411946FC4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2957" y="731520"/>
            <a:ext cx="6256163" cy="4983480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rtl="0">
              <a:lnSpc>
                <a:spcPct val="90000"/>
              </a:lnSpc>
            </a:pPr>
            <a:r>
              <a:rPr lang="en-US" sz="8000" b="1" dirty="0">
                <a:solidFill>
                  <a:schemeClr val="accent3"/>
                </a:solidFill>
              </a:rPr>
              <a:t>Self-driving</a:t>
            </a:r>
            <a:br>
              <a:rPr lang="en-US" sz="8000" dirty="0"/>
            </a:br>
            <a:r>
              <a:rPr lang="en-US" sz="8000" dirty="0"/>
              <a:t>cars are controlled by artificial intelligence.</a:t>
            </a:r>
            <a:endParaRPr lang="en-US" sz="11500" dirty="0"/>
          </a:p>
        </p:txBody>
      </p:sp>
    </p:spTree>
    <p:extLst>
      <p:ext uri="{BB962C8B-B14F-4D97-AF65-F5344CB8AC3E}">
        <p14:creationId xmlns:p14="http://schemas.microsoft.com/office/powerpoint/2010/main" val="399248755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BE6ADE-3BE2-222F-F685-BB3B96E39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59701DCA-E12B-EEF3-6AA6-34244707ED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02813EF-2644-2C26-8A00-50C31A3DC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31" name="Oval 30">
            <a:extLst>
              <a:ext uri="{FF2B5EF4-FFF2-40B4-BE49-F238E27FC236}">
                <a16:creationId xmlns:a16="http://schemas.microsoft.com/office/drawing/2014/main" id="{479B5C5F-C04F-F2EC-9A51-BE615000CA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r-EG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Arial" panose="020B0604020202020204" pitchFamily="34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AFB144F9-9BE2-3D32-8957-E9416B600D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6350BABE-A164-C9C9-FF32-9D2E6F84D8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43946282-8AAD-0640-BE57-7D510DD041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r-EG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2E97FB8-D49C-10F8-C35B-C5889093A1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0854FF-9EFA-FE9E-B2C4-1D23E8A3D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9118" y="1325880"/>
            <a:ext cx="4620209" cy="3066507"/>
          </a:xfr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en-US" sz="6000" b="1" i="0" kern="12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Homework</a:t>
            </a:r>
          </a:p>
        </p:txBody>
      </p:sp>
      <p:sp>
        <p:nvSpPr>
          <p:cNvPr id="36" name="Freeform 36">
            <a:extLst>
              <a:ext uri="{FF2B5EF4-FFF2-40B4-BE49-F238E27FC236}">
                <a16:creationId xmlns:a16="http://schemas.microsoft.com/office/drawing/2014/main" id="{BC4B11DA-3ED4-8E15-B8B1-C9D1C6532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49646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37" name="Freeform: Shape 36">
            <a:extLst>
              <a:ext uri="{FF2B5EF4-FFF2-40B4-BE49-F238E27FC236}">
                <a16:creationId xmlns:a16="http://schemas.microsoft.com/office/drawing/2014/main" id="{0A25B3AA-0815-2D8C-5183-1734B1323F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5400000" flipH="1">
            <a:off x="68960" y="-68960"/>
            <a:ext cx="6858001" cy="6995918"/>
          </a:xfrm>
          <a:custGeom>
            <a:avLst/>
            <a:gdLst>
              <a:gd name="connsiteX0" fmla="*/ 6858001 w 6858001"/>
              <a:gd name="connsiteY0" fmla="*/ 1344715 h 6995918"/>
              <a:gd name="connsiteX1" fmla="*/ 6858001 w 6858001"/>
              <a:gd name="connsiteY1" fmla="*/ 1177 h 6995918"/>
              <a:gd name="connsiteX2" fmla="*/ 6702324 w 6858001"/>
              <a:gd name="connsiteY2" fmla="*/ 26222 h 6995918"/>
              <a:gd name="connsiteX3" fmla="*/ 6547333 w 6858001"/>
              <a:gd name="connsiteY3" fmla="*/ 50091 h 6995918"/>
              <a:gd name="connsiteX4" fmla="*/ 6391657 w 6858001"/>
              <a:gd name="connsiteY4" fmla="*/ 73455 h 6995918"/>
              <a:gd name="connsiteX5" fmla="*/ 6235294 w 6858001"/>
              <a:gd name="connsiteY5" fmla="*/ 93458 h 6995918"/>
              <a:gd name="connsiteX6" fmla="*/ 6079618 w 6858001"/>
              <a:gd name="connsiteY6" fmla="*/ 113629 h 6995918"/>
              <a:gd name="connsiteX7" fmla="*/ 5923255 w 6858001"/>
              <a:gd name="connsiteY7" fmla="*/ 132455 h 6995918"/>
              <a:gd name="connsiteX8" fmla="*/ 5768950 w 6858001"/>
              <a:gd name="connsiteY8" fmla="*/ 148591 h 6995918"/>
              <a:gd name="connsiteX9" fmla="*/ 5612588 w 6858001"/>
              <a:gd name="connsiteY9" fmla="*/ 163887 h 6995918"/>
              <a:gd name="connsiteX10" fmla="*/ 5456911 w 6858001"/>
              <a:gd name="connsiteY10" fmla="*/ 177839 h 6995918"/>
              <a:gd name="connsiteX11" fmla="*/ 5303978 w 6858001"/>
              <a:gd name="connsiteY11" fmla="*/ 189941 h 6995918"/>
              <a:gd name="connsiteX12" fmla="*/ 5148987 w 6858001"/>
              <a:gd name="connsiteY12" fmla="*/ 202044 h 6995918"/>
              <a:gd name="connsiteX13" fmla="*/ 4996054 w 6858001"/>
              <a:gd name="connsiteY13" fmla="*/ 212129 h 6995918"/>
              <a:gd name="connsiteX14" fmla="*/ 4843120 w 6858001"/>
              <a:gd name="connsiteY14" fmla="*/ 220029 h 6995918"/>
              <a:gd name="connsiteX15" fmla="*/ 4690873 w 6858001"/>
              <a:gd name="connsiteY15" fmla="*/ 228266 h 6995918"/>
              <a:gd name="connsiteX16" fmla="*/ 4539997 w 6858001"/>
              <a:gd name="connsiteY16" fmla="*/ 235157 h 6995918"/>
              <a:gd name="connsiteX17" fmla="*/ 4390492 w 6858001"/>
              <a:gd name="connsiteY17" fmla="*/ 240032 h 6995918"/>
              <a:gd name="connsiteX18" fmla="*/ 4240988 w 6858001"/>
              <a:gd name="connsiteY18" fmla="*/ 244234 h 6995918"/>
              <a:gd name="connsiteX19" fmla="*/ 4092855 w 6858001"/>
              <a:gd name="connsiteY19" fmla="*/ 248268 h 6995918"/>
              <a:gd name="connsiteX20" fmla="*/ 3946780 w 6858001"/>
              <a:gd name="connsiteY20" fmla="*/ 250117 h 6995918"/>
              <a:gd name="connsiteX21" fmla="*/ 3800704 w 6858001"/>
              <a:gd name="connsiteY21" fmla="*/ 252134 h 6995918"/>
              <a:gd name="connsiteX22" fmla="*/ 3656686 w 6858001"/>
              <a:gd name="connsiteY22" fmla="*/ 253143 h 6995918"/>
              <a:gd name="connsiteX23" fmla="*/ 3514040 w 6858001"/>
              <a:gd name="connsiteY23" fmla="*/ 252134 h 6995918"/>
              <a:gd name="connsiteX24" fmla="*/ 3372765 w 6858001"/>
              <a:gd name="connsiteY24" fmla="*/ 252134 h 6995918"/>
              <a:gd name="connsiteX25" fmla="*/ 3232862 w 6858001"/>
              <a:gd name="connsiteY25" fmla="*/ 250117 h 6995918"/>
              <a:gd name="connsiteX26" fmla="*/ 3095702 w 6858001"/>
              <a:gd name="connsiteY26" fmla="*/ 247092 h 6995918"/>
              <a:gd name="connsiteX27" fmla="*/ 2959914 w 6858001"/>
              <a:gd name="connsiteY27" fmla="*/ 244234 h 6995918"/>
              <a:gd name="connsiteX28" fmla="*/ 2826868 w 6858001"/>
              <a:gd name="connsiteY28" fmla="*/ 241040 h 6995918"/>
              <a:gd name="connsiteX29" fmla="*/ 2694509 w 6858001"/>
              <a:gd name="connsiteY29" fmla="*/ 236166 h 6995918"/>
              <a:gd name="connsiteX30" fmla="*/ 2564208 w 6858001"/>
              <a:gd name="connsiteY30" fmla="*/ 230955 h 6995918"/>
              <a:gd name="connsiteX31" fmla="*/ 2436649 w 6858001"/>
              <a:gd name="connsiteY31" fmla="*/ 226249 h 6995918"/>
              <a:gd name="connsiteX32" fmla="*/ 2187703 w 6858001"/>
              <a:gd name="connsiteY32" fmla="*/ 212969 h 6995918"/>
              <a:gd name="connsiteX33" fmla="*/ 1949045 w 6858001"/>
              <a:gd name="connsiteY33" fmla="*/ 198850 h 6995918"/>
              <a:gd name="connsiteX34" fmla="*/ 1719988 w 6858001"/>
              <a:gd name="connsiteY34" fmla="*/ 184058 h 6995918"/>
              <a:gd name="connsiteX35" fmla="*/ 1503275 w 6858001"/>
              <a:gd name="connsiteY35" fmla="*/ 167753 h 6995918"/>
              <a:gd name="connsiteX36" fmla="*/ 1296163 w 6858001"/>
              <a:gd name="connsiteY36" fmla="*/ 150776 h 6995918"/>
              <a:gd name="connsiteX37" fmla="*/ 1104139 w 6858001"/>
              <a:gd name="connsiteY37" fmla="*/ 132455 h 6995918"/>
              <a:gd name="connsiteX38" fmla="*/ 923774 w 6858001"/>
              <a:gd name="connsiteY38" fmla="*/ 114469 h 6995918"/>
              <a:gd name="connsiteX39" fmla="*/ 757810 w 6858001"/>
              <a:gd name="connsiteY39" fmla="*/ 96484 h 6995918"/>
              <a:gd name="connsiteX40" fmla="*/ 605563 w 6858001"/>
              <a:gd name="connsiteY40" fmla="*/ 79507 h 6995918"/>
              <a:gd name="connsiteX41" fmla="*/ 470460 w 6858001"/>
              <a:gd name="connsiteY41" fmla="*/ 63370 h 6995918"/>
              <a:gd name="connsiteX42" fmla="*/ 348388 w 6858001"/>
              <a:gd name="connsiteY42" fmla="*/ 48074 h 6995918"/>
              <a:gd name="connsiteX43" fmla="*/ 245518 w 6858001"/>
              <a:gd name="connsiteY43" fmla="*/ 35299 h 6995918"/>
              <a:gd name="connsiteX44" fmla="*/ 159107 w 6858001"/>
              <a:gd name="connsiteY44" fmla="*/ 23197 h 6995918"/>
              <a:gd name="connsiteX45" fmla="*/ 40463 w 6858001"/>
              <a:gd name="connsiteY45" fmla="*/ 5883 h 6995918"/>
              <a:gd name="connsiteX46" fmla="*/ 1 w 6858001"/>
              <a:gd name="connsiteY46" fmla="*/ 0 h 6995918"/>
              <a:gd name="connsiteX47" fmla="*/ 1 w 6858001"/>
              <a:gd name="connsiteY47" fmla="*/ 905354 h 6995918"/>
              <a:gd name="connsiteX48" fmla="*/ 0 w 6858001"/>
              <a:gd name="connsiteY48" fmla="*/ 905354 h 6995918"/>
              <a:gd name="connsiteX49" fmla="*/ 0 w 6858001"/>
              <a:gd name="connsiteY49" fmla="*/ 6995918 h 6995918"/>
              <a:gd name="connsiteX50" fmla="*/ 6858000 w 6858001"/>
              <a:gd name="connsiteY50" fmla="*/ 6995918 h 6995918"/>
              <a:gd name="connsiteX51" fmla="*/ 6858000 w 6858001"/>
              <a:gd name="connsiteY51" fmla="*/ 1344715 h 6995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95918">
                <a:moveTo>
                  <a:pt x="6858001" y="1344715"/>
                </a:moveTo>
                <a:lnTo>
                  <a:pt x="6858001" y="1177"/>
                </a:lnTo>
                <a:lnTo>
                  <a:pt x="6702324" y="26222"/>
                </a:lnTo>
                <a:lnTo>
                  <a:pt x="6547333" y="50091"/>
                </a:lnTo>
                <a:lnTo>
                  <a:pt x="6391657" y="73455"/>
                </a:lnTo>
                <a:lnTo>
                  <a:pt x="6235294" y="93458"/>
                </a:lnTo>
                <a:lnTo>
                  <a:pt x="6079618" y="113629"/>
                </a:lnTo>
                <a:lnTo>
                  <a:pt x="5923255" y="132455"/>
                </a:lnTo>
                <a:lnTo>
                  <a:pt x="5768950" y="148591"/>
                </a:lnTo>
                <a:lnTo>
                  <a:pt x="5612588" y="163887"/>
                </a:lnTo>
                <a:lnTo>
                  <a:pt x="5456911" y="177839"/>
                </a:lnTo>
                <a:lnTo>
                  <a:pt x="5303978" y="189941"/>
                </a:lnTo>
                <a:lnTo>
                  <a:pt x="5148987" y="202044"/>
                </a:lnTo>
                <a:lnTo>
                  <a:pt x="4996054" y="212129"/>
                </a:lnTo>
                <a:lnTo>
                  <a:pt x="4843120" y="220029"/>
                </a:lnTo>
                <a:lnTo>
                  <a:pt x="4690873" y="228266"/>
                </a:lnTo>
                <a:lnTo>
                  <a:pt x="4539997" y="235157"/>
                </a:lnTo>
                <a:lnTo>
                  <a:pt x="4390492" y="240032"/>
                </a:lnTo>
                <a:lnTo>
                  <a:pt x="4240988" y="244234"/>
                </a:lnTo>
                <a:lnTo>
                  <a:pt x="4092855" y="248268"/>
                </a:lnTo>
                <a:lnTo>
                  <a:pt x="3946780" y="250117"/>
                </a:lnTo>
                <a:lnTo>
                  <a:pt x="3800704" y="252134"/>
                </a:lnTo>
                <a:lnTo>
                  <a:pt x="3656686" y="253143"/>
                </a:lnTo>
                <a:lnTo>
                  <a:pt x="3514040" y="252134"/>
                </a:lnTo>
                <a:lnTo>
                  <a:pt x="3372765" y="252134"/>
                </a:lnTo>
                <a:lnTo>
                  <a:pt x="3232862" y="250117"/>
                </a:lnTo>
                <a:lnTo>
                  <a:pt x="3095702" y="247092"/>
                </a:lnTo>
                <a:lnTo>
                  <a:pt x="2959914" y="244234"/>
                </a:lnTo>
                <a:lnTo>
                  <a:pt x="2826868" y="241040"/>
                </a:lnTo>
                <a:lnTo>
                  <a:pt x="2694509" y="236166"/>
                </a:lnTo>
                <a:lnTo>
                  <a:pt x="2564208" y="230955"/>
                </a:lnTo>
                <a:lnTo>
                  <a:pt x="2436649" y="226249"/>
                </a:lnTo>
                <a:lnTo>
                  <a:pt x="2187703" y="212969"/>
                </a:lnTo>
                <a:lnTo>
                  <a:pt x="1949045" y="198850"/>
                </a:lnTo>
                <a:lnTo>
                  <a:pt x="1719988" y="184058"/>
                </a:lnTo>
                <a:lnTo>
                  <a:pt x="1503275" y="167753"/>
                </a:lnTo>
                <a:lnTo>
                  <a:pt x="1296163" y="150776"/>
                </a:lnTo>
                <a:lnTo>
                  <a:pt x="1104139" y="132455"/>
                </a:lnTo>
                <a:lnTo>
                  <a:pt x="923774" y="114469"/>
                </a:lnTo>
                <a:lnTo>
                  <a:pt x="757810" y="96484"/>
                </a:lnTo>
                <a:lnTo>
                  <a:pt x="605563" y="79507"/>
                </a:lnTo>
                <a:lnTo>
                  <a:pt x="470460" y="63370"/>
                </a:lnTo>
                <a:lnTo>
                  <a:pt x="348388" y="48074"/>
                </a:lnTo>
                <a:lnTo>
                  <a:pt x="245518" y="35299"/>
                </a:lnTo>
                <a:lnTo>
                  <a:pt x="159107" y="23197"/>
                </a:lnTo>
                <a:lnTo>
                  <a:pt x="40463" y="5883"/>
                </a:lnTo>
                <a:lnTo>
                  <a:pt x="1" y="0"/>
                </a:lnTo>
                <a:lnTo>
                  <a:pt x="1" y="905354"/>
                </a:lnTo>
                <a:lnTo>
                  <a:pt x="0" y="905354"/>
                </a:lnTo>
                <a:lnTo>
                  <a:pt x="0" y="6995918"/>
                </a:lnTo>
                <a:lnTo>
                  <a:pt x="6858000" y="6995918"/>
                </a:lnTo>
                <a:lnTo>
                  <a:pt x="6858000" y="1344715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r-EG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E3E86FC-3EFA-5411-22E3-D727502D6B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r-EG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Arial" panose="020B0604020202020204" pitchFamily="34" charset="0"/>
            </a:endParaRPr>
          </a:p>
        </p:txBody>
      </p:sp>
      <p:pic>
        <p:nvPicPr>
          <p:cNvPr id="4" name="Picture 3" descr="A book and pencil with a house on it&#10;&#10;AI-generated content may be incorrect.">
            <a:extLst>
              <a:ext uri="{FF2B5EF4-FFF2-40B4-BE49-F238E27FC236}">
                <a16:creationId xmlns:a16="http://schemas.microsoft.com/office/drawing/2014/main" id="{FA2EA2BD-2ED6-071C-6401-5D65324C050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854" y="703489"/>
            <a:ext cx="5450557" cy="5450557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40362793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D6354-8637-BDF4-5329-D65C273C9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0A49B-978A-9ABD-329B-D89045222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2012" y="1447800"/>
            <a:ext cx="6691097" cy="4142772"/>
          </a:xfrm>
        </p:spPr>
        <p:txBody>
          <a:bodyPr vert="horz" lIns="91440" tIns="45720" rIns="91440" bIns="45720" rtlCol="0" anchor="b">
            <a:noAutofit/>
          </a:bodyPr>
          <a:lstStyle/>
          <a:p>
            <a:pPr rtl="0">
              <a:lnSpc>
                <a:spcPct val="90000"/>
              </a:lnSpc>
            </a:pPr>
            <a:r>
              <a:rPr lang="en-US" sz="8800" b="1" dirty="0">
                <a:solidFill>
                  <a:srgbClr val="EBEBEB"/>
                </a:solidFill>
              </a:rPr>
              <a:t>Page Number </a:t>
            </a:r>
            <a:br>
              <a:rPr lang="en-US" sz="8800" b="1" dirty="0">
                <a:solidFill>
                  <a:srgbClr val="EBEBEB"/>
                </a:solidFill>
              </a:rPr>
            </a:br>
            <a:r>
              <a:rPr lang="en-US" sz="8800" b="1" dirty="0">
                <a:solidFill>
                  <a:srgbClr val="EBEBEB"/>
                </a:solidFill>
              </a:rPr>
              <a:t>06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4C4E0E7-C600-A6A2-7970-D17C7CC40B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54" r="9154"/>
          <a:stretch/>
        </p:blipFill>
        <p:spPr>
          <a:xfrm>
            <a:off x="20" y="10"/>
            <a:ext cx="4481944" cy="6857990"/>
          </a:xfrm>
          <a:custGeom>
            <a:avLst/>
            <a:gdLst/>
            <a:ahLst/>
            <a:cxnLst/>
            <a:rect l="l" t="t" r="r" b="b"/>
            <a:pathLst>
              <a:path w="4481964" h="6858000">
                <a:moveTo>
                  <a:pt x="0" y="0"/>
                </a:moveTo>
                <a:lnTo>
                  <a:pt x="3137249" y="0"/>
                </a:lnTo>
                <a:lnTo>
                  <a:pt x="4480787" y="0"/>
                </a:lnTo>
                <a:lnTo>
                  <a:pt x="4455742" y="155676"/>
                </a:lnTo>
                <a:lnTo>
                  <a:pt x="4431873" y="310667"/>
                </a:lnTo>
                <a:lnTo>
                  <a:pt x="4408509" y="466344"/>
                </a:lnTo>
                <a:lnTo>
                  <a:pt x="4388506" y="622706"/>
                </a:lnTo>
                <a:lnTo>
                  <a:pt x="4368335" y="778383"/>
                </a:lnTo>
                <a:lnTo>
                  <a:pt x="4349509" y="934745"/>
                </a:lnTo>
                <a:lnTo>
                  <a:pt x="4333373" y="1089050"/>
                </a:lnTo>
                <a:lnTo>
                  <a:pt x="4318077" y="1245413"/>
                </a:lnTo>
                <a:lnTo>
                  <a:pt x="4304125" y="1401089"/>
                </a:lnTo>
                <a:lnTo>
                  <a:pt x="4292023" y="1554023"/>
                </a:lnTo>
                <a:lnTo>
                  <a:pt x="4279920" y="1709013"/>
                </a:lnTo>
                <a:lnTo>
                  <a:pt x="4269835" y="1861947"/>
                </a:lnTo>
                <a:lnTo>
                  <a:pt x="4261935" y="2014880"/>
                </a:lnTo>
                <a:lnTo>
                  <a:pt x="4253698" y="2167128"/>
                </a:lnTo>
                <a:lnTo>
                  <a:pt x="4246807" y="2318004"/>
                </a:lnTo>
                <a:lnTo>
                  <a:pt x="4241932" y="2467508"/>
                </a:lnTo>
                <a:lnTo>
                  <a:pt x="4237730" y="2617013"/>
                </a:lnTo>
                <a:lnTo>
                  <a:pt x="4233696" y="2765145"/>
                </a:lnTo>
                <a:lnTo>
                  <a:pt x="4231847" y="2911221"/>
                </a:lnTo>
                <a:lnTo>
                  <a:pt x="4229830" y="3057296"/>
                </a:lnTo>
                <a:lnTo>
                  <a:pt x="4228821" y="3201314"/>
                </a:lnTo>
                <a:lnTo>
                  <a:pt x="4229830" y="3343960"/>
                </a:lnTo>
                <a:lnTo>
                  <a:pt x="4229830" y="3485235"/>
                </a:lnTo>
                <a:lnTo>
                  <a:pt x="4231847" y="3625138"/>
                </a:lnTo>
                <a:lnTo>
                  <a:pt x="4234872" y="3762298"/>
                </a:lnTo>
                <a:lnTo>
                  <a:pt x="4237730" y="3898087"/>
                </a:lnTo>
                <a:lnTo>
                  <a:pt x="4240924" y="4031132"/>
                </a:lnTo>
                <a:lnTo>
                  <a:pt x="4245798" y="4163491"/>
                </a:lnTo>
                <a:lnTo>
                  <a:pt x="4251009" y="4293793"/>
                </a:lnTo>
                <a:lnTo>
                  <a:pt x="4255715" y="4421352"/>
                </a:lnTo>
                <a:lnTo>
                  <a:pt x="4268995" y="4670298"/>
                </a:lnTo>
                <a:lnTo>
                  <a:pt x="4283114" y="4908956"/>
                </a:lnTo>
                <a:lnTo>
                  <a:pt x="4297906" y="5138013"/>
                </a:lnTo>
                <a:lnTo>
                  <a:pt x="4314211" y="5354726"/>
                </a:lnTo>
                <a:lnTo>
                  <a:pt x="4331188" y="5561838"/>
                </a:lnTo>
                <a:lnTo>
                  <a:pt x="4349509" y="5753862"/>
                </a:lnTo>
                <a:lnTo>
                  <a:pt x="4367495" y="5934227"/>
                </a:lnTo>
                <a:lnTo>
                  <a:pt x="4385480" y="6100191"/>
                </a:lnTo>
                <a:lnTo>
                  <a:pt x="4402457" y="6252438"/>
                </a:lnTo>
                <a:lnTo>
                  <a:pt x="4418594" y="6387541"/>
                </a:lnTo>
                <a:lnTo>
                  <a:pt x="4433890" y="6509613"/>
                </a:lnTo>
                <a:lnTo>
                  <a:pt x="4446665" y="6612483"/>
                </a:lnTo>
                <a:lnTo>
                  <a:pt x="4458767" y="6698894"/>
                </a:lnTo>
                <a:lnTo>
                  <a:pt x="4476081" y="6817538"/>
                </a:lnTo>
                <a:lnTo>
                  <a:pt x="4481964" y="6858000"/>
                </a:lnTo>
                <a:lnTo>
                  <a:pt x="3577807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235427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08176-A498-23AA-4FE0-F5EF6A2CD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3832A-132A-37F3-C35E-C526BB24A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2012" y="1447800"/>
            <a:ext cx="6691097" cy="4142772"/>
          </a:xfrm>
        </p:spPr>
        <p:txBody>
          <a:bodyPr vert="horz" lIns="91440" tIns="45720" rIns="91440" bIns="45720" rtlCol="0" anchor="b">
            <a:noAutofit/>
          </a:bodyPr>
          <a:lstStyle/>
          <a:p>
            <a:pPr rtl="0">
              <a:lnSpc>
                <a:spcPct val="90000"/>
              </a:lnSpc>
            </a:pPr>
            <a:r>
              <a:rPr lang="en-US" sz="8800" b="1" dirty="0">
                <a:solidFill>
                  <a:srgbClr val="EBEBEB"/>
                </a:solidFill>
              </a:rPr>
              <a:t>Page Number </a:t>
            </a:r>
            <a:br>
              <a:rPr lang="en-US" sz="8800" b="1" dirty="0">
                <a:solidFill>
                  <a:srgbClr val="EBEBEB"/>
                </a:solidFill>
              </a:rPr>
            </a:br>
            <a:r>
              <a:rPr lang="en-US" sz="8800" b="1" dirty="0">
                <a:solidFill>
                  <a:srgbClr val="EBEBEB"/>
                </a:solidFill>
              </a:rPr>
              <a:t>11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E9DDFE3-0614-FB30-1159-9D52725549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54" r="9154"/>
          <a:stretch/>
        </p:blipFill>
        <p:spPr>
          <a:xfrm>
            <a:off x="20" y="10"/>
            <a:ext cx="4481944" cy="6857990"/>
          </a:xfrm>
          <a:custGeom>
            <a:avLst/>
            <a:gdLst/>
            <a:ahLst/>
            <a:cxnLst/>
            <a:rect l="l" t="t" r="r" b="b"/>
            <a:pathLst>
              <a:path w="4481964" h="6858000">
                <a:moveTo>
                  <a:pt x="0" y="0"/>
                </a:moveTo>
                <a:lnTo>
                  <a:pt x="3137249" y="0"/>
                </a:lnTo>
                <a:lnTo>
                  <a:pt x="4480787" y="0"/>
                </a:lnTo>
                <a:lnTo>
                  <a:pt x="4455742" y="155676"/>
                </a:lnTo>
                <a:lnTo>
                  <a:pt x="4431873" y="310667"/>
                </a:lnTo>
                <a:lnTo>
                  <a:pt x="4408509" y="466344"/>
                </a:lnTo>
                <a:lnTo>
                  <a:pt x="4388506" y="622706"/>
                </a:lnTo>
                <a:lnTo>
                  <a:pt x="4368335" y="778383"/>
                </a:lnTo>
                <a:lnTo>
                  <a:pt x="4349509" y="934745"/>
                </a:lnTo>
                <a:lnTo>
                  <a:pt x="4333373" y="1089050"/>
                </a:lnTo>
                <a:lnTo>
                  <a:pt x="4318077" y="1245413"/>
                </a:lnTo>
                <a:lnTo>
                  <a:pt x="4304125" y="1401089"/>
                </a:lnTo>
                <a:lnTo>
                  <a:pt x="4292023" y="1554023"/>
                </a:lnTo>
                <a:lnTo>
                  <a:pt x="4279920" y="1709013"/>
                </a:lnTo>
                <a:lnTo>
                  <a:pt x="4269835" y="1861947"/>
                </a:lnTo>
                <a:lnTo>
                  <a:pt x="4261935" y="2014880"/>
                </a:lnTo>
                <a:lnTo>
                  <a:pt x="4253698" y="2167128"/>
                </a:lnTo>
                <a:lnTo>
                  <a:pt x="4246807" y="2318004"/>
                </a:lnTo>
                <a:lnTo>
                  <a:pt x="4241932" y="2467508"/>
                </a:lnTo>
                <a:lnTo>
                  <a:pt x="4237730" y="2617013"/>
                </a:lnTo>
                <a:lnTo>
                  <a:pt x="4233696" y="2765145"/>
                </a:lnTo>
                <a:lnTo>
                  <a:pt x="4231847" y="2911221"/>
                </a:lnTo>
                <a:lnTo>
                  <a:pt x="4229830" y="3057296"/>
                </a:lnTo>
                <a:lnTo>
                  <a:pt x="4228821" y="3201314"/>
                </a:lnTo>
                <a:lnTo>
                  <a:pt x="4229830" y="3343960"/>
                </a:lnTo>
                <a:lnTo>
                  <a:pt x="4229830" y="3485235"/>
                </a:lnTo>
                <a:lnTo>
                  <a:pt x="4231847" y="3625138"/>
                </a:lnTo>
                <a:lnTo>
                  <a:pt x="4234872" y="3762298"/>
                </a:lnTo>
                <a:lnTo>
                  <a:pt x="4237730" y="3898087"/>
                </a:lnTo>
                <a:lnTo>
                  <a:pt x="4240924" y="4031132"/>
                </a:lnTo>
                <a:lnTo>
                  <a:pt x="4245798" y="4163491"/>
                </a:lnTo>
                <a:lnTo>
                  <a:pt x="4251009" y="4293793"/>
                </a:lnTo>
                <a:lnTo>
                  <a:pt x="4255715" y="4421352"/>
                </a:lnTo>
                <a:lnTo>
                  <a:pt x="4268995" y="4670298"/>
                </a:lnTo>
                <a:lnTo>
                  <a:pt x="4283114" y="4908956"/>
                </a:lnTo>
                <a:lnTo>
                  <a:pt x="4297906" y="5138013"/>
                </a:lnTo>
                <a:lnTo>
                  <a:pt x="4314211" y="5354726"/>
                </a:lnTo>
                <a:lnTo>
                  <a:pt x="4331188" y="5561838"/>
                </a:lnTo>
                <a:lnTo>
                  <a:pt x="4349509" y="5753862"/>
                </a:lnTo>
                <a:lnTo>
                  <a:pt x="4367495" y="5934227"/>
                </a:lnTo>
                <a:lnTo>
                  <a:pt x="4385480" y="6100191"/>
                </a:lnTo>
                <a:lnTo>
                  <a:pt x="4402457" y="6252438"/>
                </a:lnTo>
                <a:lnTo>
                  <a:pt x="4418594" y="6387541"/>
                </a:lnTo>
                <a:lnTo>
                  <a:pt x="4433890" y="6509613"/>
                </a:lnTo>
                <a:lnTo>
                  <a:pt x="4446665" y="6612483"/>
                </a:lnTo>
                <a:lnTo>
                  <a:pt x="4458767" y="6698894"/>
                </a:lnTo>
                <a:lnTo>
                  <a:pt x="4476081" y="6817538"/>
                </a:lnTo>
                <a:lnTo>
                  <a:pt x="4481964" y="6858000"/>
                </a:lnTo>
                <a:lnTo>
                  <a:pt x="3577807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500182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31" name="Oval 30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3F4807A-5068-4492-8025-D75F320E90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88C28C-9251-9E62-3169-11305C5CD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9118" y="1325880"/>
            <a:ext cx="4620209" cy="3066507"/>
          </a:xfr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en-US" sz="6000" b="1" i="0" kern="12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Homework</a:t>
            </a:r>
          </a:p>
        </p:txBody>
      </p:sp>
      <p:sp>
        <p:nvSpPr>
          <p:cNvPr id="36" name="Freeform 36">
            <a:extLst>
              <a:ext uri="{FF2B5EF4-FFF2-40B4-BE49-F238E27FC236}">
                <a16:creationId xmlns:a16="http://schemas.microsoft.com/office/drawing/2014/main" id="{B24996F8-180C-4DCB-8A26-DFA336CDE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49646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7" name="Freeform: Shape 36">
            <a:extLst>
              <a:ext uri="{FF2B5EF4-FFF2-40B4-BE49-F238E27FC236}">
                <a16:creationId xmlns:a16="http://schemas.microsoft.com/office/drawing/2014/main" id="{D8B22DE2-C518-4F77-BE90-E1B6B1909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5400000" flipH="1">
            <a:off x="68960" y="-68960"/>
            <a:ext cx="6858001" cy="6995918"/>
          </a:xfrm>
          <a:custGeom>
            <a:avLst/>
            <a:gdLst>
              <a:gd name="connsiteX0" fmla="*/ 6858001 w 6858001"/>
              <a:gd name="connsiteY0" fmla="*/ 1344715 h 6995918"/>
              <a:gd name="connsiteX1" fmla="*/ 6858001 w 6858001"/>
              <a:gd name="connsiteY1" fmla="*/ 1177 h 6995918"/>
              <a:gd name="connsiteX2" fmla="*/ 6702324 w 6858001"/>
              <a:gd name="connsiteY2" fmla="*/ 26222 h 6995918"/>
              <a:gd name="connsiteX3" fmla="*/ 6547333 w 6858001"/>
              <a:gd name="connsiteY3" fmla="*/ 50091 h 6995918"/>
              <a:gd name="connsiteX4" fmla="*/ 6391657 w 6858001"/>
              <a:gd name="connsiteY4" fmla="*/ 73455 h 6995918"/>
              <a:gd name="connsiteX5" fmla="*/ 6235294 w 6858001"/>
              <a:gd name="connsiteY5" fmla="*/ 93458 h 6995918"/>
              <a:gd name="connsiteX6" fmla="*/ 6079618 w 6858001"/>
              <a:gd name="connsiteY6" fmla="*/ 113629 h 6995918"/>
              <a:gd name="connsiteX7" fmla="*/ 5923255 w 6858001"/>
              <a:gd name="connsiteY7" fmla="*/ 132455 h 6995918"/>
              <a:gd name="connsiteX8" fmla="*/ 5768950 w 6858001"/>
              <a:gd name="connsiteY8" fmla="*/ 148591 h 6995918"/>
              <a:gd name="connsiteX9" fmla="*/ 5612588 w 6858001"/>
              <a:gd name="connsiteY9" fmla="*/ 163887 h 6995918"/>
              <a:gd name="connsiteX10" fmla="*/ 5456911 w 6858001"/>
              <a:gd name="connsiteY10" fmla="*/ 177839 h 6995918"/>
              <a:gd name="connsiteX11" fmla="*/ 5303978 w 6858001"/>
              <a:gd name="connsiteY11" fmla="*/ 189941 h 6995918"/>
              <a:gd name="connsiteX12" fmla="*/ 5148987 w 6858001"/>
              <a:gd name="connsiteY12" fmla="*/ 202044 h 6995918"/>
              <a:gd name="connsiteX13" fmla="*/ 4996054 w 6858001"/>
              <a:gd name="connsiteY13" fmla="*/ 212129 h 6995918"/>
              <a:gd name="connsiteX14" fmla="*/ 4843120 w 6858001"/>
              <a:gd name="connsiteY14" fmla="*/ 220029 h 6995918"/>
              <a:gd name="connsiteX15" fmla="*/ 4690873 w 6858001"/>
              <a:gd name="connsiteY15" fmla="*/ 228266 h 6995918"/>
              <a:gd name="connsiteX16" fmla="*/ 4539997 w 6858001"/>
              <a:gd name="connsiteY16" fmla="*/ 235157 h 6995918"/>
              <a:gd name="connsiteX17" fmla="*/ 4390492 w 6858001"/>
              <a:gd name="connsiteY17" fmla="*/ 240032 h 6995918"/>
              <a:gd name="connsiteX18" fmla="*/ 4240988 w 6858001"/>
              <a:gd name="connsiteY18" fmla="*/ 244234 h 6995918"/>
              <a:gd name="connsiteX19" fmla="*/ 4092855 w 6858001"/>
              <a:gd name="connsiteY19" fmla="*/ 248268 h 6995918"/>
              <a:gd name="connsiteX20" fmla="*/ 3946780 w 6858001"/>
              <a:gd name="connsiteY20" fmla="*/ 250117 h 6995918"/>
              <a:gd name="connsiteX21" fmla="*/ 3800704 w 6858001"/>
              <a:gd name="connsiteY21" fmla="*/ 252134 h 6995918"/>
              <a:gd name="connsiteX22" fmla="*/ 3656686 w 6858001"/>
              <a:gd name="connsiteY22" fmla="*/ 253143 h 6995918"/>
              <a:gd name="connsiteX23" fmla="*/ 3514040 w 6858001"/>
              <a:gd name="connsiteY23" fmla="*/ 252134 h 6995918"/>
              <a:gd name="connsiteX24" fmla="*/ 3372765 w 6858001"/>
              <a:gd name="connsiteY24" fmla="*/ 252134 h 6995918"/>
              <a:gd name="connsiteX25" fmla="*/ 3232862 w 6858001"/>
              <a:gd name="connsiteY25" fmla="*/ 250117 h 6995918"/>
              <a:gd name="connsiteX26" fmla="*/ 3095702 w 6858001"/>
              <a:gd name="connsiteY26" fmla="*/ 247092 h 6995918"/>
              <a:gd name="connsiteX27" fmla="*/ 2959914 w 6858001"/>
              <a:gd name="connsiteY27" fmla="*/ 244234 h 6995918"/>
              <a:gd name="connsiteX28" fmla="*/ 2826868 w 6858001"/>
              <a:gd name="connsiteY28" fmla="*/ 241040 h 6995918"/>
              <a:gd name="connsiteX29" fmla="*/ 2694509 w 6858001"/>
              <a:gd name="connsiteY29" fmla="*/ 236166 h 6995918"/>
              <a:gd name="connsiteX30" fmla="*/ 2564208 w 6858001"/>
              <a:gd name="connsiteY30" fmla="*/ 230955 h 6995918"/>
              <a:gd name="connsiteX31" fmla="*/ 2436649 w 6858001"/>
              <a:gd name="connsiteY31" fmla="*/ 226249 h 6995918"/>
              <a:gd name="connsiteX32" fmla="*/ 2187703 w 6858001"/>
              <a:gd name="connsiteY32" fmla="*/ 212969 h 6995918"/>
              <a:gd name="connsiteX33" fmla="*/ 1949045 w 6858001"/>
              <a:gd name="connsiteY33" fmla="*/ 198850 h 6995918"/>
              <a:gd name="connsiteX34" fmla="*/ 1719988 w 6858001"/>
              <a:gd name="connsiteY34" fmla="*/ 184058 h 6995918"/>
              <a:gd name="connsiteX35" fmla="*/ 1503275 w 6858001"/>
              <a:gd name="connsiteY35" fmla="*/ 167753 h 6995918"/>
              <a:gd name="connsiteX36" fmla="*/ 1296163 w 6858001"/>
              <a:gd name="connsiteY36" fmla="*/ 150776 h 6995918"/>
              <a:gd name="connsiteX37" fmla="*/ 1104139 w 6858001"/>
              <a:gd name="connsiteY37" fmla="*/ 132455 h 6995918"/>
              <a:gd name="connsiteX38" fmla="*/ 923774 w 6858001"/>
              <a:gd name="connsiteY38" fmla="*/ 114469 h 6995918"/>
              <a:gd name="connsiteX39" fmla="*/ 757810 w 6858001"/>
              <a:gd name="connsiteY39" fmla="*/ 96484 h 6995918"/>
              <a:gd name="connsiteX40" fmla="*/ 605563 w 6858001"/>
              <a:gd name="connsiteY40" fmla="*/ 79507 h 6995918"/>
              <a:gd name="connsiteX41" fmla="*/ 470460 w 6858001"/>
              <a:gd name="connsiteY41" fmla="*/ 63370 h 6995918"/>
              <a:gd name="connsiteX42" fmla="*/ 348388 w 6858001"/>
              <a:gd name="connsiteY42" fmla="*/ 48074 h 6995918"/>
              <a:gd name="connsiteX43" fmla="*/ 245518 w 6858001"/>
              <a:gd name="connsiteY43" fmla="*/ 35299 h 6995918"/>
              <a:gd name="connsiteX44" fmla="*/ 159107 w 6858001"/>
              <a:gd name="connsiteY44" fmla="*/ 23197 h 6995918"/>
              <a:gd name="connsiteX45" fmla="*/ 40463 w 6858001"/>
              <a:gd name="connsiteY45" fmla="*/ 5883 h 6995918"/>
              <a:gd name="connsiteX46" fmla="*/ 1 w 6858001"/>
              <a:gd name="connsiteY46" fmla="*/ 0 h 6995918"/>
              <a:gd name="connsiteX47" fmla="*/ 1 w 6858001"/>
              <a:gd name="connsiteY47" fmla="*/ 905354 h 6995918"/>
              <a:gd name="connsiteX48" fmla="*/ 0 w 6858001"/>
              <a:gd name="connsiteY48" fmla="*/ 905354 h 6995918"/>
              <a:gd name="connsiteX49" fmla="*/ 0 w 6858001"/>
              <a:gd name="connsiteY49" fmla="*/ 6995918 h 6995918"/>
              <a:gd name="connsiteX50" fmla="*/ 6858000 w 6858001"/>
              <a:gd name="connsiteY50" fmla="*/ 6995918 h 6995918"/>
              <a:gd name="connsiteX51" fmla="*/ 6858000 w 6858001"/>
              <a:gd name="connsiteY51" fmla="*/ 1344715 h 6995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95918">
                <a:moveTo>
                  <a:pt x="6858001" y="1344715"/>
                </a:moveTo>
                <a:lnTo>
                  <a:pt x="6858001" y="1177"/>
                </a:lnTo>
                <a:lnTo>
                  <a:pt x="6702324" y="26222"/>
                </a:lnTo>
                <a:lnTo>
                  <a:pt x="6547333" y="50091"/>
                </a:lnTo>
                <a:lnTo>
                  <a:pt x="6391657" y="73455"/>
                </a:lnTo>
                <a:lnTo>
                  <a:pt x="6235294" y="93458"/>
                </a:lnTo>
                <a:lnTo>
                  <a:pt x="6079618" y="113629"/>
                </a:lnTo>
                <a:lnTo>
                  <a:pt x="5923255" y="132455"/>
                </a:lnTo>
                <a:lnTo>
                  <a:pt x="5768950" y="148591"/>
                </a:lnTo>
                <a:lnTo>
                  <a:pt x="5612588" y="163887"/>
                </a:lnTo>
                <a:lnTo>
                  <a:pt x="5456911" y="177839"/>
                </a:lnTo>
                <a:lnTo>
                  <a:pt x="5303978" y="189941"/>
                </a:lnTo>
                <a:lnTo>
                  <a:pt x="5148987" y="202044"/>
                </a:lnTo>
                <a:lnTo>
                  <a:pt x="4996054" y="212129"/>
                </a:lnTo>
                <a:lnTo>
                  <a:pt x="4843120" y="220029"/>
                </a:lnTo>
                <a:lnTo>
                  <a:pt x="4690873" y="228266"/>
                </a:lnTo>
                <a:lnTo>
                  <a:pt x="4539997" y="235157"/>
                </a:lnTo>
                <a:lnTo>
                  <a:pt x="4390492" y="240032"/>
                </a:lnTo>
                <a:lnTo>
                  <a:pt x="4240988" y="244234"/>
                </a:lnTo>
                <a:lnTo>
                  <a:pt x="4092855" y="248268"/>
                </a:lnTo>
                <a:lnTo>
                  <a:pt x="3946780" y="250117"/>
                </a:lnTo>
                <a:lnTo>
                  <a:pt x="3800704" y="252134"/>
                </a:lnTo>
                <a:lnTo>
                  <a:pt x="3656686" y="253143"/>
                </a:lnTo>
                <a:lnTo>
                  <a:pt x="3514040" y="252134"/>
                </a:lnTo>
                <a:lnTo>
                  <a:pt x="3372765" y="252134"/>
                </a:lnTo>
                <a:lnTo>
                  <a:pt x="3232862" y="250117"/>
                </a:lnTo>
                <a:lnTo>
                  <a:pt x="3095702" y="247092"/>
                </a:lnTo>
                <a:lnTo>
                  <a:pt x="2959914" y="244234"/>
                </a:lnTo>
                <a:lnTo>
                  <a:pt x="2826868" y="241040"/>
                </a:lnTo>
                <a:lnTo>
                  <a:pt x="2694509" y="236166"/>
                </a:lnTo>
                <a:lnTo>
                  <a:pt x="2564208" y="230955"/>
                </a:lnTo>
                <a:lnTo>
                  <a:pt x="2436649" y="226249"/>
                </a:lnTo>
                <a:lnTo>
                  <a:pt x="2187703" y="212969"/>
                </a:lnTo>
                <a:lnTo>
                  <a:pt x="1949045" y="198850"/>
                </a:lnTo>
                <a:lnTo>
                  <a:pt x="1719988" y="184058"/>
                </a:lnTo>
                <a:lnTo>
                  <a:pt x="1503275" y="167753"/>
                </a:lnTo>
                <a:lnTo>
                  <a:pt x="1296163" y="150776"/>
                </a:lnTo>
                <a:lnTo>
                  <a:pt x="1104139" y="132455"/>
                </a:lnTo>
                <a:lnTo>
                  <a:pt x="923774" y="114469"/>
                </a:lnTo>
                <a:lnTo>
                  <a:pt x="757810" y="96484"/>
                </a:lnTo>
                <a:lnTo>
                  <a:pt x="605563" y="79507"/>
                </a:lnTo>
                <a:lnTo>
                  <a:pt x="470460" y="63370"/>
                </a:lnTo>
                <a:lnTo>
                  <a:pt x="348388" y="48074"/>
                </a:lnTo>
                <a:lnTo>
                  <a:pt x="245518" y="35299"/>
                </a:lnTo>
                <a:lnTo>
                  <a:pt x="159107" y="23197"/>
                </a:lnTo>
                <a:lnTo>
                  <a:pt x="40463" y="5883"/>
                </a:lnTo>
                <a:lnTo>
                  <a:pt x="1" y="0"/>
                </a:lnTo>
                <a:lnTo>
                  <a:pt x="1" y="905354"/>
                </a:lnTo>
                <a:lnTo>
                  <a:pt x="0" y="905354"/>
                </a:lnTo>
                <a:lnTo>
                  <a:pt x="0" y="6995918"/>
                </a:lnTo>
                <a:lnTo>
                  <a:pt x="6858000" y="6995918"/>
                </a:lnTo>
                <a:lnTo>
                  <a:pt x="6858000" y="1344715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ar-EG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30182B0-3559-41D5-9EBC-0BD86BEDA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pic>
        <p:nvPicPr>
          <p:cNvPr id="4" name="Picture 3" descr="A book and pencil with a house on it&#10;&#10;AI-generated content may be incorrect.">
            <a:extLst>
              <a:ext uri="{FF2B5EF4-FFF2-40B4-BE49-F238E27FC236}">
                <a16:creationId xmlns:a16="http://schemas.microsoft.com/office/drawing/2014/main" id="{515F8D11-1598-8D65-420D-8D1057D8488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854" y="703489"/>
            <a:ext cx="5450557" cy="5450557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5501704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B4CD8-2651-7C76-8647-7D65C9309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0DF34-8650-7EDE-10FC-55898330F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2012" y="1447800"/>
            <a:ext cx="6691097" cy="4142772"/>
          </a:xfrm>
        </p:spPr>
        <p:txBody>
          <a:bodyPr vert="horz" lIns="91440" tIns="45720" rIns="91440" bIns="45720" rtlCol="0" anchor="b">
            <a:noAutofit/>
          </a:bodyPr>
          <a:lstStyle/>
          <a:p>
            <a:pPr rtl="0">
              <a:lnSpc>
                <a:spcPct val="90000"/>
              </a:lnSpc>
            </a:pPr>
            <a:r>
              <a:rPr lang="en-US" sz="8800" b="1" dirty="0">
                <a:solidFill>
                  <a:srgbClr val="EBEBEB"/>
                </a:solidFill>
              </a:rPr>
              <a:t>Page Number </a:t>
            </a:r>
            <a:br>
              <a:rPr lang="en-US" sz="8800" b="1" dirty="0">
                <a:solidFill>
                  <a:srgbClr val="EBEBEB"/>
                </a:solidFill>
              </a:rPr>
            </a:br>
            <a:r>
              <a:rPr lang="en-US" sz="8800" b="1" dirty="0">
                <a:solidFill>
                  <a:srgbClr val="EBEBEB"/>
                </a:solidFill>
              </a:rPr>
              <a:t>12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49DDB0-F4E3-E02F-FF89-EC2D2A42D8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54" r="9154"/>
          <a:stretch/>
        </p:blipFill>
        <p:spPr>
          <a:xfrm>
            <a:off x="20" y="10"/>
            <a:ext cx="4481944" cy="6857990"/>
          </a:xfrm>
          <a:custGeom>
            <a:avLst/>
            <a:gdLst/>
            <a:ahLst/>
            <a:cxnLst/>
            <a:rect l="l" t="t" r="r" b="b"/>
            <a:pathLst>
              <a:path w="4481964" h="6858000">
                <a:moveTo>
                  <a:pt x="0" y="0"/>
                </a:moveTo>
                <a:lnTo>
                  <a:pt x="3137249" y="0"/>
                </a:lnTo>
                <a:lnTo>
                  <a:pt x="4480787" y="0"/>
                </a:lnTo>
                <a:lnTo>
                  <a:pt x="4455742" y="155676"/>
                </a:lnTo>
                <a:lnTo>
                  <a:pt x="4431873" y="310667"/>
                </a:lnTo>
                <a:lnTo>
                  <a:pt x="4408509" y="466344"/>
                </a:lnTo>
                <a:lnTo>
                  <a:pt x="4388506" y="622706"/>
                </a:lnTo>
                <a:lnTo>
                  <a:pt x="4368335" y="778383"/>
                </a:lnTo>
                <a:lnTo>
                  <a:pt x="4349509" y="934745"/>
                </a:lnTo>
                <a:lnTo>
                  <a:pt x="4333373" y="1089050"/>
                </a:lnTo>
                <a:lnTo>
                  <a:pt x="4318077" y="1245413"/>
                </a:lnTo>
                <a:lnTo>
                  <a:pt x="4304125" y="1401089"/>
                </a:lnTo>
                <a:lnTo>
                  <a:pt x="4292023" y="1554023"/>
                </a:lnTo>
                <a:lnTo>
                  <a:pt x="4279920" y="1709013"/>
                </a:lnTo>
                <a:lnTo>
                  <a:pt x="4269835" y="1861947"/>
                </a:lnTo>
                <a:lnTo>
                  <a:pt x="4261935" y="2014880"/>
                </a:lnTo>
                <a:lnTo>
                  <a:pt x="4253698" y="2167128"/>
                </a:lnTo>
                <a:lnTo>
                  <a:pt x="4246807" y="2318004"/>
                </a:lnTo>
                <a:lnTo>
                  <a:pt x="4241932" y="2467508"/>
                </a:lnTo>
                <a:lnTo>
                  <a:pt x="4237730" y="2617013"/>
                </a:lnTo>
                <a:lnTo>
                  <a:pt x="4233696" y="2765145"/>
                </a:lnTo>
                <a:lnTo>
                  <a:pt x="4231847" y="2911221"/>
                </a:lnTo>
                <a:lnTo>
                  <a:pt x="4229830" y="3057296"/>
                </a:lnTo>
                <a:lnTo>
                  <a:pt x="4228821" y="3201314"/>
                </a:lnTo>
                <a:lnTo>
                  <a:pt x="4229830" y="3343960"/>
                </a:lnTo>
                <a:lnTo>
                  <a:pt x="4229830" y="3485235"/>
                </a:lnTo>
                <a:lnTo>
                  <a:pt x="4231847" y="3625138"/>
                </a:lnTo>
                <a:lnTo>
                  <a:pt x="4234872" y="3762298"/>
                </a:lnTo>
                <a:lnTo>
                  <a:pt x="4237730" y="3898087"/>
                </a:lnTo>
                <a:lnTo>
                  <a:pt x="4240924" y="4031132"/>
                </a:lnTo>
                <a:lnTo>
                  <a:pt x="4245798" y="4163491"/>
                </a:lnTo>
                <a:lnTo>
                  <a:pt x="4251009" y="4293793"/>
                </a:lnTo>
                <a:lnTo>
                  <a:pt x="4255715" y="4421352"/>
                </a:lnTo>
                <a:lnTo>
                  <a:pt x="4268995" y="4670298"/>
                </a:lnTo>
                <a:lnTo>
                  <a:pt x="4283114" y="4908956"/>
                </a:lnTo>
                <a:lnTo>
                  <a:pt x="4297906" y="5138013"/>
                </a:lnTo>
                <a:lnTo>
                  <a:pt x="4314211" y="5354726"/>
                </a:lnTo>
                <a:lnTo>
                  <a:pt x="4331188" y="5561838"/>
                </a:lnTo>
                <a:lnTo>
                  <a:pt x="4349509" y="5753862"/>
                </a:lnTo>
                <a:lnTo>
                  <a:pt x="4367495" y="5934227"/>
                </a:lnTo>
                <a:lnTo>
                  <a:pt x="4385480" y="6100191"/>
                </a:lnTo>
                <a:lnTo>
                  <a:pt x="4402457" y="6252438"/>
                </a:lnTo>
                <a:lnTo>
                  <a:pt x="4418594" y="6387541"/>
                </a:lnTo>
                <a:lnTo>
                  <a:pt x="4433890" y="6509613"/>
                </a:lnTo>
                <a:lnTo>
                  <a:pt x="4446665" y="6612483"/>
                </a:lnTo>
                <a:lnTo>
                  <a:pt x="4458767" y="6698894"/>
                </a:lnTo>
                <a:lnTo>
                  <a:pt x="4476081" y="6817538"/>
                </a:lnTo>
                <a:lnTo>
                  <a:pt x="4481964" y="6858000"/>
                </a:lnTo>
                <a:lnTo>
                  <a:pt x="3577807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995973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31" name="Oval 30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3F4807A-5068-4492-8025-D75F320E90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C6AA70-7FFD-C6A2-1D15-7C3137E69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85967" y="1325880"/>
            <a:ext cx="4158334" cy="3066507"/>
          </a:xfr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en-US" sz="54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Thank you for everything</a:t>
            </a:r>
          </a:p>
        </p:txBody>
      </p:sp>
      <p:sp>
        <p:nvSpPr>
          <p:cNvPr id="36" name="Freeform 36">
            <a:extLst>
              <a:ext uri="{FF2B5EF4-FFF2-40B4-BE49-F238E27FC236}">
                <a16:creationId xmlns:a16="http://schemas.microsoft.com/office/drawing/2014/main" id="{B24996F8-180C-4DCB-8A26-DFA336CDE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49646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7" name="Freeform: Shape 36">
            <a:extLst>
              <a:ext uri="{FF2B5EF4-FFF2-40B4-BE49-F238E27FC236}">
                <a16:creationId xmlns:a16="http://schemas.microsoft.com/office/drawing/2014/main" id="{D8B22DE2-C518-4F77-BE90-E1B6B1909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5400000" flipH="1">
            <a:off x="68960" y="-68960"/>
            <a:ext cx="6858001" cy="6995918"/>
          </a:xfrm>
          <a:custGeom>
            <a:avLst/>
            <a:gdLst>
              <a:gd name="connsiteX0" fmla="*/ 6858001 w 6858001"/>
              <a:gd name="connsiteY0" fmla="*/ 1344715 h 6995918"/>
              <a:gd name="connsiteX1" fmla="*/ 6858001 w 6858001"/>
              <a:gd name="connsiteY1" fmla="*/ 1177 h 6995918"/>
              <a:gd name="connsiteX2" fmla="*/ 6702324 w 6858001"/>
              <a:gd name="connsiteY2" fmla="*/ 26222 h 6995918"/>
              <a:gd name="connsiteX3" fmla="*/ 6547333 w 6858001"/>
              <a:gd name="connsiteY3" fmla="*/ 50091 h 6995918"/>
              <a:gd name="connsiteX4" fmla="*/ 6391657 w 6858001"/>
              <a:gd name="connsiteY4" fmla="*/ 73455 h 6995918"/>
              <a:gd name="connsiteX5" fmla="*/ 6235294 w 6858001"/>
              <a:gd name="connsiteY5" fmla="*/ 93458 h 6995918"/>
              <a:gd name="connsiteX6" fmla="*/ 6079618 w 6858001"/>
              <a:gd name="connsiteY6" fmla="*/ 113629 h 6995918"/>
              <a:gd name="connsiteX7" fmla="*/ 5923255 w 6858001"/>
              <a:gd name="connsiteY7" fmla="*/ 132455 h 6995918"/>
              <a:gd name="connsiteX8" fmla="*/ 5768950 w 6858001"/>
              <a:gd name="connsiteY8" fmla="*/ 148591 h 6995918"/>
              <a:gd name="connsiteX9" fmla="*/ 5612588 w 6858001"/>
              <a:gd name="connsiteY9" fmla="*/ 163887 h 6995918"/>
              <a:gd name="connsiteX10" fmla="*/ 5456911 w 6858001"/>
              <a:gd name="connsiteY10" fmla="*/ 177839 h 6995918"/>
              <a:gd name="connsiteX11" fmla="*/ 5303978 w 6858001"/>
              <a:gd name="connsiteY11" fmla="*/ 189941 h 6995918"/>
              <a:gd name="connsiteX12" fmla="*/ 5148987 w 6858001"/>
              <a:gd name="connsiteY12" fmla="*/ 202044 h 6995918"/>
              <a:gd name="connsiteX13" fmla="*/ 4996054 w 6858001"/>
              <a:gd name="connsiteY13" fmla="*/ 212129 h 6995918"/>
              <a:gd name="connsiteX14" fmla="*/ 4843120 w 6858001"/>
              <a:gd name="connsiteY14" fmla="*/ 220029 h 6995918"/>
              <a:gd name="connsiteX15" fmla="*/ 4690873 w 6858001"/>
              <a:gd name="connsiteY15" fmla="*/ 228266 h 6995918"/>
              <a:gd name="connsiteX16" fmla="*/ 4539997 w 6858001"/>
              <a:gd name="connsiteY16" fmla="*/ 235157 h 6995918"/>
              <a:gd name="connsiteX17" fmla="*/ 4390492 w 6858001"/>
              <a:gd name="connsiteY17" fmla="*/ 240032 h 6995918"/>
              <a:gd name="connsiteX18" fmla="*/ 4240988 w 6858001"/>
              <a:gd name="connsiteY18" fmla="*/ 244234 h 6995918"/>
              <a:gd name="connsiteX19" fmla="*/ 4092855 w 6858001"/>
              <a:gd name="connsiteY19" fmla="*/ 248268 h 6995918"/>
              <a:gd name="connsiteX20" fmla="*/ 3946780 w 6858001"/>
              <a:gd name="connsiteY20" fmla="*/ 250117 h 6995918"/>
              <a:gd name="connsiteX21" fmla="*/ 3800704 w 6858001"/>
              <a:gd name="connsiteY21" fmla="*/ 252134 h 6995918"/>
              <a:gd name="connsiteX22" fmla="*/ 3656686 w 6858001"/>
              <a:gd name="connsiteY22" fmla="*/ 253143 h 6995918"/>
              <a:gd name="connsiteX23" fmla="*/ 3514040 w 6858001"/>
              <a:gd name="connsiteY23" fmla="*/ 252134 h 6995918"/>
              <a:gd name="connsiteX24" fmla="*/ 3372765 w 6858001"/>
              <a:gd name="connsiteY24" fmla="*/ 252134 h 6995918"/>
              <a:gd name="connsiteX25" fmla="*/ 3232862 w 6858001"/>
              <a:gd name="connsiteY25" fmla="*/ 250117 h 6995918"/>
              <a:gd name="connsiteX26" fmla="*/ 3095702 w 6858001"/>
              <a:gd name="connsiteY26" fmla="*/ 247092 h 6995918"/>
              <a:gd name="connsiteX27" fmla="*/ 2959914 w 6858001"/>
              <a:gd name="connsiteY27" fmla="*/ 244234 h 6995918"/>
              <a:gd name="connsiteX28" fmla="*/ 2826868 w 6858001"/>
              <a:gd name="connsiteY28" fmla="*/ 241040 h 6995918"/>
              <a:gd name="connsiteX29" fmla="*/ 2694509 w 6858001"/>
              <a:gd name="connsiteY29" fmla="*/ 236166 h 6995918"/>
              <a:gd name="connsiteX30" fmla="*/ 2564208 w 6858001"/>
              <a:gd name="connsiteY30" fmla="*/ 230955 h 6995918"/>
              <a:gd name="connsiteX31" fmla="*/ 2436649 w 6858001"/>
              <a:gd name="connsiteY31" fmla="*/ 226249 h 6995918"/>
              <a:gd name="connsiteX32" fmla="*/ 2187703 w 6858001"/>
              <a:gd name="connsiteY32" fmla="*/ 212969 h 6995918"/>
              <a:gd name="connsiteX33" fmla="*/ 1949045 w 6858001"/>
              <a:gd name="connsiteY33" fmla="*/ 198850 h 6995918"/>
              <a:gd name="connsiteX34" fmla="*/ 1719988 w 6858001"/>
              <a:gd name="connsiteY34" fmla="*/ 184058 h 6995918"/>
              <a:gd name="connsiteX35" fmla="*/ 1503275 w 6858001"/>
              <a:gd name="connsiteY35" fmla="*/ 167753 h 6995918"/>
              <a:gd name="connsiteX36" fmla="*/ 1296163 w 6858001"/>
              <a:gd name="connsiteY36" fmla="*/ 150776 h 6995918"/>
              <a:gd name="connsiteX37" fmla="*/ 1104139 w 6858001"/>
              <a:gd name="connsiteY37" fmla="*/ 132455 h 6995918"/>
              <a:gd name="connsiteX38" fmla="*/ 923774 w 6858001"/>
              <a:gd name="connsiteY38" fmla="*/ 114469 h 6995918"/>
              <a:gd name="connsiteX39" fmla="*/ 757810 w 6858001"/>
              <a:gd name="connsiteY39" fmla="*/ 96484 h 6995918"/>
              <a:gd name="connsiteX40" fmla="*/ 605563 w 6858001"/>
              <a:gd name="connsiteY40" fmla="*/ 79507 h 6995918"/>
              <a:gd name="connsiteX41" fmla="*/ 470460 w 6858001"/>
              <a:gd name="connsiteY41" fmla="*/ 63370 h 6995918"/>
              <a:gd name="connsiteX42" fmla="*/ 348388 w 6858001"/>
              <a:gd name="connsiteY42" fmla="*/ 48074 h 6995918"/>
              <a:gd name="connsiteX43" fmla="*/ 245518 w 6858001"/>
              <a:gd name="connsiteY43" fmla="*/ 35299 h 6995918"/>
              <a:gd name="connsiteX44" fmla="*/ 159107 w 6858001"/>
              <a:gd name="connsiteY44" fmla="*/ 23197 h 6995918"/>
              <a:gd name="connsiteX45" fmla="*/ 40463 w 6858001"/>
              <a:gd name="connsiteY45" fmla="*/ 5883 h 6995918"/>
              <a:gd name="connsiteX46" fmla="*/ 1 w 6858001"/>
              <a:gd name="connsiteY46" fmla="*/ 0 h 6995918"/>
              <a:gd name="connsiteX47" fmla="*/ 1 w 6858001"/>
              <a:gd name="connsiteY47" fmla="*/ 905354 h 6995918"/>
              <a:gd name="connsiteX48" fmla="*/ 0 w 6858001"/>
              <a:gd name="connsiteY48" fmla="*/ 905354 h 6995918"/>
              <a:gd name="connsiteX49" fmla="*/ 0 w 6858001"/>
              <a:gd name="connsiteY49" fmla="*/ 6995918 h 6995918"/>
              <a:gd name="connsiteX50" fmla="*/ 6858000 w 6858001"/>
              <a:gd name="connsiteY50" fmla="*/ 6995918 h 6995918"/>
              <a:gd name="connsiteX51" fmla="*/ 6858000 w 6858001"/>
              <a:gd name="connsiteY51" fmla="*/ 1344715 h 6995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95918">
                <a:moveTo>
                  <a:pt x="6858001" y="1344715"/>
                </a:moveTo>
                <a:lnTo>
                  <a:pt x="6858001" y="1177"/>
                </a:lnTo>
                <a:lnTo>
                  <a:pt x="6702324" y="26222"/>
                </a:lnTo>
                <a:lnTo>
                  <a:pt x="6547333" y="50091"/>
                </a:lnTo>
                <a:lnTo>
                  <a:pt x="6391657" y="73455"/>
                </a:lnTo>
                <a:lnTo>
                  <a:pt x="6235294" y="93458"/>
                </a:lnTo>
                <a:lnTo>
                  <a:pt x="6079618" y="113629"/>
                </a:lnTo>
                <a:lnTo>
                  <a:pt x="5923255" y="132455"/>
                </a:lnTo>
                <a:lnTo>
                  <a:pt x="5768950" y="148591"/>
                </a:lnTo>
                <a:lnTo>
                  <a:pt x="5612588" y="163887"/>
                </a:lnTo>
                <a:lnTo>
                  <a:pt x="5456911" y="177839"/>
                </a:lnTo>
                <a:lnTo>
                  <a:pt x="5303978" y="189941"/>
                </a:lnTo>
                <a:lnTo>
                  <a:pt x="5148987" y="202044"/>
                </a:lnTo>
                <a:lnTo>
                  <a:pt x="4996054" y="212129"/>
                </a:lnTo>
                <a:lnTo>
                  <a:pt x="4843120" y="220029"/>
                </a:lnTo>
                <a:lnTo>
                  <a:pt x="4690873" y="228266"/>
                </a:lnTo>
                <a:lnTo>
                  <a:pt x="4539997" y="235157"/>
                </a:lnTo>
                <a:lnTo>
                  <a:pt x="4390492" y="240032"/>
                </a:lnTo>
                <a:lnTo>
                  <a:pt x="4240988" y="244234"/>
                </a:lnTo>
                <a:lnTo>
                  <a:pt x="4092855" y="248268"/>
                </a:lnTo>
                <a:lnTo>
                  <a:pt x="3946780" y="250117"/>
                </a:lnTo>
                <a:lnTo>
                  <a:pt x="3800704" y="252134"/>
                </a:lnTo>
                <a:lnTo>
                  <a:pt x="3656686" y="253143"/>
                </a:lnTo>
                <a:lnTo>
                  <a:pt x="3514040" y="252134"/>
                </a:lnTo>
                <a:lnTo>
                  <a:pt x="3372765" y="252134"/>
                </a:lnTo>
                <a:lnTo>
                  <a:pt x="3232862" y="250117"/>
                </a:lnTo>
                <a:lnTo>
                  <a:pt x="3095702" y="247092"/>
                </a:lnTo>
                <a:lnTo>
                  <a:pt x="2959914" y="244234"/>
                </a:lnTo>
                <a:lnTo>
                  <a:pt x="2826868" y="241040"/>
                </a:lnTo>
                <a:lnTo>
                  <a:pt x="2694509" y="236166"/>
                </a:lnTo>
                <a:lnTo>
                  <a:pt x="2564208" y="230955"/>
                </a:lnTo>
                <a:lnTo>
                  <a:pt x="2436649" y="226249"/>
                </a:lnTo>
                <a:lnTo>
                  <a:pt x="2187703" y="212969"/>
                </a:lnTo>
                <a:lnTo>
                  <a:pt x="1949045" y="198850"/>
                </a:lnTo>
                <a:lnTo>
                  <a:pt x="1719988" y="184058"/>
                </a:lnTo>
                <a:lnTo>
                  <a:pt x="1503275" y="167753"/>
                </a:lnTo>
                <a:lnTo>
                  <a:pt x="1296163" y="150776"/>
                </a:lnTo>
                <a:lnTo>
                  <a:pt x="1104139" y="132455"/>
                </a:lnTo>
                <a:lnTo>
                  <a:pt x="923774" y="114469"/>
                </a:lnTo>
                <a:lnTo>
                  <a:pt x="757810" y="96484"/>
                </a:lnTo>
                <a:lnTo>
                  <a:pt x="605563" y="79507"/>
                </a:lnTo>
                <a:lnTo>
                  <a:pt x="470460" y="63370"/>
                </a:lnTo>
                <a:lnTo>
                  <a:pt x="348388" y="48074"/>
                </a:lnTo>
                <a:lnTo>
                  <a:pt x="245518" y="35299"/>
                </a:lnTo>
                <a:lnTo>
                  <a:pt x="159107" y="23197"/>
                </a:lnTo>
                <a:lnTo>
                  <a:pt x="40463" y="5883"/>
                </a:lnTo>
                <a:lnTo>
                  <a:pt x="1" y="0"/>
                </a:lnTo>
                <a:lnTo>
                  <a:pt x="1" y="905354"/>
                </a:lnTo>
                <a:lnTo>
                  <a:pt x="0" y="905354"/>
                </a:lnTo>
                <a:lnTo>
                  <a:pt x="0" y="6995918"/>
                </a:lnTo>
                <a:lnTo>
                  <a:pt x="6858000" y="6995918"/>
                </a:lnTo>
                <a:lnTo>
                  <a:pt x="6858000" y="1344715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ar-EG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30182B0-3559-41D5-9EBC-0BD86BEDA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ar-EG"/>
          </a:p>
        </p:txBody>
      </p:sp>
      <p:pic>
        <p:nvPicPr>
          <p:cNvPr id="39" name="Graphic 38" descr="Handshake">
            <a:extLst>
              <a:ext uri="{FF2B5EF4-FFF2-40B4-BE49-F238E27FC236}">
                <a16:creationId xmlns:a16="http://schemas.microsoft.com/office/drawing/2014/main" id="{3F2AF260-3AF4-F918-C8E8-78C6C625D66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3854" y="703489"/>
            <a:ext cx="5450557" cy="5450557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9998790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A45C0F-8262-D9E1-88F4-4DDF7CAC8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EC55CC9D-2BF6-1CC1-B393-35A3D80CA4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5"/>
            <a:ext cx="12191695" cy="473074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Freeform 16">
            <a:extLst>
              <a:ext uri="{FF2B5EF4-FFF2-40B4-BE49-F238E27FC236}">
                <a16:creationId xmlns:a16="http://schemas.microsoft.com/office/drawing/2014/main" id="{9C3470C2-F6DC-24F8-EE2B-5DC061E7F3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3753695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E0FB512-D46F-647E-C39C-64464B7D51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55533"/>
            <a:ext cx="12192000" cy="2802467"/>
          </a:xfrm>
          <a:custGeom>
            <a:avLst/>
            <a:gdLst>
              <a:gd name="connsiteX0" fmla="*/ 1 w 12192000"/>
              <a:gd name="connsiteY0" fmla="*/ 0 h 2802467"/>
              <a:gd name="connsiteX1" fmla="*/ 71932 w 12192000"/>
              <a:gd name="connsiteY1" fmla="*/ 12261 h 2802467"/>
              <a:gd name="connsiteX2" fmla="*/ 282848 w 12192000"/>
              <a:gd name="connsiteY2" fmla="*/ 48342 h 2802467"/>
              <a:gd name="connsiteX3" fmla="*/ 436464 w 12192000"/>
              <a:gd name="connsiteY3" fmla="*/ 73565 h 2802467"/>
              <a:gd name="connsiteX4" fmla="*/ 619339 w 12192000"/>
              <a:gd name="connsiteY4" fmla="*/ 100188 h 2802467"/>
              <a:gd name="connsiteX5" fmla="*/ 836351 w 12192000"/>
              <a:gd name="connsiteY5" fmla="*/ 132066 h 2802467"/>
              <a:gd name="connsiteX6" fmla="*/ 1076528 w 12192000"/>
              <a:gd name="connsiteY6" fmla="*/ 165696 h 2802467"/>
              <a:gd name="connsiteX7" fmla="*/ 1347183 w 12192000"/>
              <a:gd name="connsiteY7" fmla="*/ 201077 h 2802467"/>
              <a:gd name="connsiteX8" fmla="*/ 1642223 w 12192000"/>
              <a:gd name="connsiteY8" fmla="*/ 238560 h 2802467"/>
              <a:gd name="connsiteX9" fmla="*/ 1962864 w 12192000"/>
              <a:gd name="connsiteY9" fmla="*/ 276043 h 2802467"/>
              <a:gd name="connsiteX10" fmla="*/ 2304232 w 12192000"/>
              <a:gd name="connsiteY10" fmla="*/ 314226 h 2802467"/>
              <a:gd name="connsiteX11" fmla="*/ 2672421 w 12192000"/>
              <a:gd name="connsiteY11" fmla="*/ 349608 h 2802467"/>
              <a:gd name="connsiteX12" fmla="*/ 3057678 w 12192000"/>
              <a:gd name="connsiteY12" fmla="*/ 383587 h 2802467"/>
              <a:gd name="connsiteX13" fmla="*/ 3464881 w 12192000"/>
              <a:gd name="connsiteY13" fmla="*/ 414415 h 2802467"/>
              <a:gd name="connsiteX14" fmla="*/ 3889152 w 12192000"/>
              <a:gd name="connsiteY14" fmla="*/ 443840 h 2802467"/>
              <a:gd name="connsiteX15" fmla="*/ 4331710 w 12192000"/>
              <a:gd name="connsiteY15" fmla="*/ 471515 h 2802467"/>
              <a:gd name="connsiteX16" fmla="*/ 4558476 w 12192000"/>
              <a:gd name="connsiteY16" fmla="*/ 481323 h 2802467"/>
              <a:gd name="connsiteX17" fmla="*/ 4790118 w 12192000"/>
              <a:gd name="connsiteY17" fmla="*/ 492183 h 2802467"/>
              <a:gd name="connsiteX18" fmla="*/ 5025418 w 12192000"/>
              <a:gd name="connsiteY18" fmla="*/ 502342 h 2802467"/>
              <a:gd name="connsiteX19" fmla="*/ 5261937 w 12192000"/>
              <a:gd name="connsiteY19" fmla="*/ 508998 h 2802467"/>
              <a:gd name="connsiteX20" fmla="*/ 5503332 w 12192000"/>
              <a:gd name="connsiteY20" fmla="*/ 514953 h 2802467"/>
              <a:gd name="connsiteX21" fmla="*/ 5747166 w 12192000"/>
              <a:gd name="connsiteY21" fmla="*/ 521259 h 2802467"/>
              <a:gd name="connsiteX22" fmla="*/ 5995877 w 12192000"/>
              <a:gd name="connsiteY22" fmla="*/ 525462 h 2802467"/>
              <a:gd name="connsiteX23" fmla="*/ 6247026 w 12192000"/>
              <a:gd name="connsiteY23" fmla="*/ 525462 h 2802467"/>
              <a:gd name="connsiteX24" fmla="*/ 6500613 w 12192000"/>
              <a:gd name="connsiteY24" fmla="*/ 527564 h 2802467"/>
              <a:gd name="connsiteX25" fmla="*/ 6756639 w 12192000"/>
              <a:gd name="connsiteY25" fmla="*/ 525462 h 2802467"/>
              <a:gd name="connsiteX26" fmla="*/ 7016322 w 12192000"/>
              <a:gd name="connsiteY26" fmla="*/ 521259 h 2802467"/>
              <a:gd name="connsiteX27" fmla="*/ 7276005 w 12192000"/>
              <a:gd name="connsiteY27" fmla="*/ 517405 h 2802467"/>
              <a:gd name="connsiteX28" fmla="*/ 7539345 w 12192000"/>
              <a:gd name="connsiteY28" fmla="*/ 508998 h 2802467"/>
              <a:gd name="connsiteX29" fmla="*/ 7805124 w 12192000"/>
              <a:gd name="connsiteY29" fmla="*/ 500240 h 2802467"/>
              <a:gd name="connsiteX30" fmla="*/ 8070903 w 12192000"/>
              <a:gd name="connsiteY30" fmla="*/ 490081 h 2802467"/>
              <a:gd name="connsiteX31" fmla="*/ 8339121 w 12192000"/>
              <a:gd name="connsiteY31" fmla="*/ 475719 h 2802467"/>
              <a:gd name="connsiteX32" fmla="*/ 8609776 w 12192000"/>
              <a:gd name="connsiteY32" fmla="*/ 458553 h 2802467"/>
              <a:gd name="connsiteX33" fmla="*/ 8881651 w 12192000"/>
              <a:gd name="connsiteY33" fmla="*/ 442089 h 2802467"/>
              <a:gd name="connsiteX34" fmla="*/ 9153526 w 12192000"/>
              <a:gd name="connsiteY34" fmla="*/ 421070 h 2802467"/>
              <a:gd name="connsiteX35" fmla="*/ 9429058 w 12192000"/>
              <a:gd name="connsiteY35" fmla="*/ 395848 h 2802467"/>
              <a:gd name="connsiteX36" fmla="*/ 9700933 w 12192000"/>
              <a:gd name="connsiteY36" fmla="*/ 370626 h 2802467"/>
              <a:gd name="connsiteX37" fmla="*/ 9977684 w 12192000"/>
              <a:gd name="connsiteY37" fmla="*/ 341550 h 2802467"/>
              <a:gd name="connsiteX38" fmla="*/ 10255655 w 12192000"/>
              <a:gd name="connsiteY38" fmla="*/ 309672 h 2802467"/>
              <a:gd name="connsiteX39" fmla="*/ 10529968 w 12192000"/>
              <a:gd name="connsiteY39" fmla="*/ 276043 h 2802467"/>
              <a:gd name="connsiteX40" fmla="*/ 10807939 w 12192000"/>
              <a:gd name="connsiteY40" fmla="*/ 236808 h 2802467"/>
              <a:gd name="connsiteX41" fmla="*/ 11084690 w 12192000"/>
              <a:gd name="connsiteY41" fmla="*/ 194771 h 2802467"/>
              <a:gd name="connsiteX42" fmla="*/ 11362661 w 12192000"/>
              <a:gd name="connsiteY42" fmla="*/ 153085 h 2802467"/>
              <a:gd name="connsiteX43" fmla="*/ 11639412 w 12192000"/>
              <a:gd name="connsiteY43" fmla="*/ 104392 h 2802467"/>
              <a:gd name="connsiteX44" fmla="*/ 11914945 w 12192000"/>
              <a:gd name="connsiteY44" fmla="*/ 54648 h 2802467"/>
              <a:gd name="connsiteX45" fmla="*/ 12191696 w 12192000"/>
              <a:gd name="connsiteY45" fmla="*/ 2452 h 2802467"/>
              <a:gd name="connsiteX46" fmla="*/ 12191696 w 12192000"/>
              <a:gd name="connsiteY46" fmla="*/ 2236410 h 2802467"/>
              <a:gd name="connsiteX47" fmla="*/ 12192000 w 12192000"/>
              <a:gd name="connsiteY47" fmla="*/ 2236410 h 2802467"/>
              <a:gd name="connsiteX48" fmla="*/ 12192000 w 12192000"/>
              <a:gd name="connsiteY48" fmla="*/ 2802467 h 2802467"/>
              <a:gd name="connsiteX49" fmla="*/ 12191696 w 12192000"/>
              <a:gd name="connsiteY49" fmla="*/ 2802467 h 2802467"/>
              <a:gd name="connsiteX50" fmla="*/ 0 w 12192000"/>
              <a:gd name="connsiteY50" fmla="*/ 2802467 h 2802467"/>
              <a:gd name="connsiteX51" fmla="*/ 0 w 12192000"/>
              <a:gd name="connsiteY51" fmla="*/ 2236410 h 2802467"/>
              <a:gd name="connsiteX52" fmla="*/ 1 w 12192000"/>
              <a:gd name="connsiteY52" fmla="*/ 2236410 h 2802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2192000" h="2802467">
                <a:moveTo>
                  <a:pt x="1" y="0"/>
                </a:moveTo>
                <a:lnTo>
                  <a:pt x="71932" y="12261"/>
                </a:lnTo>
                <a:lnTo>
                  <a:pt x="282848" y="48342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3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6"/>
                </a:lnTo>
                <a:lnTo>
                  <a:pt x="2672421" y="349608"/>
                </a:lnTo>
                <a:lnTo>
                  <a:pt x="3057678" y="383587"/>
                </a:lnTo>
                <a:lnTo>
                  <a:pt x="3464881" y="414415"/>
                </a:lnTo>
                <a:lnTo>
                  <a:pt x="3889152" y="443840"/>
                </a:lnTo>
                <a:lnTo>
                  <a:pt x="4331710" y="471515"/>
                </a:lnTo>
                <a:lnTo>
                  <a:pt x="4558476" y="481323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6" y="521259"/>
                </a:lnTo>
                <a:lnTo>
                  <a:pt x="5995877" y="525462"/>
                </a:lnTo>
                <a:lnTo>
                  <a:pt x="6247026" y="525462"/>
                </a:lnTo>
                <a:lnTo>
                  <a:pt x="6500613" y="527564"/>
                </a:lnTo>
                <a:lnTo>
                  <a:pt x="6756639" y="525462"/>
                </a:lnTo>
                <a:lnTo>
                  <a:pt x="7016322" y="521259"/>
                </a:lnTo>
                <a:lnTo>
                  <a:pt x="7276005" y="517405"/>
                </a:lnTo>
                <a:lnTo>
                  <a:pt x="7539345" y="508998"/>
                </a:lnTo>
                <a:lnTo>
                  <a:pt x="7805124" y="500240"/>
                </a:lnTo>
                <a:lnTo>
                  <a:pt x="8070903" y="490081"/>
                </a:lnTo>
                <a:lnTo>
                  <a:pt x="8339121" y="475719"/>
                </a:lnTo>
                <a:lnTo>
                  <a:pt x="8609776" y="458553"/>
                </a:lnTo>
                <a:lnTo>
                  <a:pt x="8881651" y="442089"/>
                </a:lnTo>
                <a:lnTo>
                  <a:pt x="9153526" y="421070"/>
                </a:lnTo>
                <a:lnTo>
                  <a:pt x="9429058" y="395848"/>
                </a:lnTo>
                <a:lnTo>
                  <a:pt x="9700933" y="370626"/>
                </a:lnTo>
                <a:lnTo>
                  <a:pt x="9977684" y="341550"/>
                </a:lnTo>
                <a:lnTo>
                  <a:pt x="10255655" y="309672"/>
                </a:lnTo>
                <a:lnTo>
                  <a:pt x="10529968" y="276043"/>
                </a:lnTo>
                <a:lnTo>
                  <a:pt x="10807939" y="236808"/>
                </a:lnTo>
                <a:lnTo>
                  <a:pt x="11084690" y="194771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236410"/>
                </a:lnTo>
                <a:lnTo>
                  <a:pt x="12192000" y="2236410"/>
                </a:lnTo>
                <a:lnTo>
                  <a:pt x="12192000" y="2802467"/>
                </a:lnTo>
                <a:lnTo>
                  <a:pt x="12191696" y="2802467"/>
                </a:lnTo>
                <a:lnTo>
                  <a:pt x="0" y="2802467"/>
                </a:lnTo>
                <a:lnTo>
                  <a:pt x="0" y="2236410"/>
                </a:lnTo>
                <a:lnTo>
                  <a:pt x="1" y="223641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09DF09-7077-6110-56D0-E60BB83845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5505" y="623571"/>
            <a:ext cx="10260990" cy="3523885"/>
          </a:xfrm>
        </p:spPr>
        <p:txBody>
          <a:bodyPr>
            <a:normAutofit/>
          </a:bodyPr>
          <a:lstStyle/>
          <a:p>
            <a:pPr algn="ctr"/>
            <a:r>
              <a:rPr lang="ar-EG" sz="19900" dirty="0"/>
              <a:t>السلام عليكم</a:t>
            </a:r>
          </a:p>
        </p:txBody>
      </p:sp>
    </p:spTree>
    <p:extLst>
      <p:ext uri="{BB962C8B-B14F-4D97-AF65-F5344CB8AC3E}">
        <p14:creationId xmlns:p14="http://schemas.microsoft.com/office/powerpoint/2010/main" val="235743224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971154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457</TotalTime>
  <Words>341</Words>
  <Application>Microsoft Office PowerPoint</Application>
  <PresentationFormat>Widescreen</PresentationFormat>
  <Paragraphs>54</Paragraphs>
  <Slides>55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58" baseType="lpstr">
      <vt:lpstr>Century Gothic</vt:lpstr>
      <vt:lpstr>Wingdings 3</vt:lpstr>
      <vt:lpstr>Ion</vt:lpstr>
      <vt:lpstr>السلام عليكم</vt:lpstr>
      <vt:lpstr>PowerPoint Presentation</vt:lpstr>
      <vt:lpstr>ICT</vt:lpstr>
      <vt:lpstr>Enter the notebook and write the following:</vt:lpstr>
      <vt:lpstr>Lesson title</vt:lpstr>
      <vt:lpstr>PowerPoint Presentation</vt:lpstr>
      <vt:lpstr>PowerPoint Presentation</vt:lpstr>
      <vt:lpstr>PowerPoint Presentation</vt:lpstr>
      <vt:lpstr>Start</vt:lpstr>
      <vt:lpstr>Do you know what Bytes are?</vt:lpstr>
      <vt:lpstr>PowerPoint Presentation</vt:lpstr>
      <vt:lpstr>PowerPoint Presentation</vt:lpstr>
      <vt:lpstr>PowerPoint Presentation</vt:lpstr>
      <vt:lpstr>6- The full form of GPU is ______________ </vt:lpstr>
      <vt:lpstr>6- The full form of GPU is Graphics  Processing Unit </vt:lpstr>
      <vt:lpstr>PowerPoint Presentation</vt:lpstr>
      <vt:lpstr>We follow the explanation</vt:lpstr>
      <vt:lpstr>PowerPoint Presentation</vt:lpstr>
      <vt:lpstr>PowerPoint Presentation</vt:lpstr>
      <vt:lpstr>5- RAM (Random access memory)</vt:lpstr>
      <vt:lpstr>Do you know  what GPU are?</vt:lpstr>
      <vt:lpstr>6- GPU (Graphics Processing Unit).</vt:lpstr>
      <vt:lpstr>7- When a new program stats on the computer, its information is stored in the RAM.</vt:lpstr>
      <vt:lpstr>9- Rom is the permanent memory that stores read only data.</vt:lpstr>
      <vt:lpstr>10- (SSD) the speed to read and write data is faster than HDD.</vt:lpstr>
      <vt:lpstr>11- GPU helps us play high definition Video games and make computer animations and drawings.</vt:lpstr>
      <vt:lpstr>Exercise</vt:lpstr>
      <vt:lpstr>Page Number  04</vt:lpstr>
      <vt:lpstr>______________ do not run applications like smart watches.</vt:lpstr>
      <vt:lpstr>Fitness bands do not run applications like smart watches.</vt:lpstr>
      <vt:lpstr>…………………… helps us to identify products and find reviews.</vt:lpstr>
      <vt:lpstr>Smart glasses helps us to identify products and find reviews.</vt:lpstr>
      <vt:lpstr>We follow the explanation</vt:lpstr>
      <vt:lpstr>True/False</vt:lpstr>
      <vt:lpstr>Fitness band track a user’s activity</vt:lpstr>
      <vt:lpstr>Fitness band track a user’s activity      True</vt:lpstr>
      <vt:lpstr>A smart TV can be used to search the web</vt:lpstr>
      <vt:lpstr>A smart TV can be used to search the web     True</vt:lpstr>
      <vt:lpstr>Smart watches come packaged with virtual assistants. </vt:lpstr>
      <vt:lpstr>Smart watches come packaged with virtual assistants.       Fales</vt:lpstr>
      <vt:lpstr>Page Number  06</vt:lpstr>
      <vt:lpstr>Smart speakers are sometimes called</vt:lpstr>
      <vt:lpstr>Smart speakers are sometimes called Home Assistants</vt:lpstr>
      <vt:lpstr>help futuristic cars avoid collisions.</vt:lpstr>
      <vt:lpstr>Proximity sensors help futuristic cars avoid collisions.</vt:lpstr>
      <vt:lpstr>cars are controlled by artificial intelligence.</vt:lpstr>
      <vt:lpstr>Self-driving cars are controlled by artificial intelligence.</vt:lpstr>
      <vt:lpstr>Homework</vt:lpstr>
      <vt:lpstr>Page Number  06</vt:lpstr>
      <vt:lpstr>Page Number  11</vt:lpstr>
      <vt:lpstr>Homework</vt:lpstr>
      <vt:lpstr>Page Number  12</vt:lpstr>
      <vt:lpstr>Thank you for everything</vt:lpstr>
      <vt:lpstr>السلام عليكم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Mazen Abdel Tawab Saad Ahmed</dc:creator>
  <cp:lastModifiedBy>Mazen Abdel Tawab Saad Ahmed</cp:lastModifiedBy>
  <cp:revision>129</cp:revision>
  <dcterms:created xsi:type="dcterms:W3CDTF">2025-09-06T15:54:50Z</dcterms:created>
  <dcterms:modified xsi:type="dcterms:W3CDTF">2025-09-17T19:48:11Z</dcterms:modified>
</cp:coreProperties>
</file>