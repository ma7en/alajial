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Afacad Flux"/>
      <p:regular r:id="rId20"/>
      <p:bold r:id="rId21"/>
    </p:embeddedFont>
    <p:embeddedFont>
      <p:font typeface="Comfortaa"/>
      <p:regular r:id="rId22"/>
      <p:bold r:id="rId23"/>
    </p:embeddedFont>
    <p:embeddedFont>
      <p:font typeface="Afacad Flux SemiBo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facadFlux-regular.fntdata"/><Relationship Id="rId22" Type="http://schemas.openxmlformats.org/officeDocument/2006/relationships/font" Target="fonts/Comfortaa-regular.fntdata"/><Relationship Id="rId21" Type="http://schemas.openxmlformats.org/officeDocument/2006/relationships/font" Target="fonts/AfacadFlux-bold.fntdata"/><Relationship Id="rId24" Type="http://schemas.openxmlformats.org/officeDocument/2006/relationships/font" Target="fonts/AfacadFluxSemiBold-regular.fntdata"/><Relationship Id="rId23" Type="http://schemas.openxmlformats.org/officeDocument/2006/relationships/font" Target="fonts/Comforta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facadFlu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25603" y="571500"/>
            <a:ext cx="634079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Introduction 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 Multimedia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081462" y="2743200"/>
            <a:ext cx="40290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Fun with Technology for Grade 1!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0" y="3760440"/>
            <a:ext cx="4762500" cy="252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7603"/>
            <a:ext cx="5238750" cy="412194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90600" y="2539603"/>
            <a:ext cx="462057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Multi + Media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90600" y="3187303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Multi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means "More than one".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90600" y="3827264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Media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means "Ways to share ideas".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90600" y="4467225"/>
            <a:ext cx="440055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Multimedia uses text, sound, video, and images to share information!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What is Multimedia?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4544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594544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436959" y="4794944"/>
            <a:ext cx="56507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Laptops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442644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Small and portable computers.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104334" y="4794944"/>
            <a:ext cx="56507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Computers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238875" y="5442644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Found on desks at home or school.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1642169"/>
            <a:ext cx="52863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642169"/>
            <a:ext cx="528637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Devices We Use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7633"/>
            <a:ext cx="5238750" cy="2681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466850" y="3069133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Text files have letters and numbers.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466850" y="3632894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see them in sentences.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466850" y="4196655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use a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Keyboard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to type!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1. Text Files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06913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63289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419665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0650"/>
            <a:ext cx="5381625" cy="2964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390650"/>
            <a:ext cx="5381625" cy="2964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40460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36996" y="2781300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Music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57250" y="342900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Listen to your favorite songs.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04371" y="2781300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Sounds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524625" y="342900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Recorded voices and speech.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6562" y="1752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5375" y="1752600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2. Audio Files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97633"/>
            <a:ext cx="5238750" cy="2681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954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277100" y="3069133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Videos are moving pictures.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277100" y="3632894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can record with a camera.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277100" y="4196655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Watch movies and short clips.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3. Video Files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0850" y="306913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0850" y="363289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0850" y="419665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6544"/>
            <a:ext cx="5381625" cy="2964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56544"/>
            <a:ext cx="5381625" cy="29640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36996" y="3747194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Drawings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7250" y="4394894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Created with digital software.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404371" y="3747194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Photos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524625" y="4394894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Captured by digital cameras.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6562" y="271849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3937" y="271849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4. Image Files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14725"/>
            <a:ext cx="4572000" cy="211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762000" y="1225153"/>
            <a:ext cx="480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Animation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62000" y="231100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Animation makes many images look like they are moving!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181100" y="4200525"/>
            <a:ext cx="37338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Think of your favorite cartoon characters jumping and playing!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1453"/>
            <a:ext cx="5238750" cy="3474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990600" y="2787253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use different apps to open files: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1466850" y="3427214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Notepad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for text.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466850" y="3990975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MS Paint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for drawings.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466850" y="4554735"/>
            <a:ext cx="39243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Media Player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for songs and videos.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Helpful Software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42721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9909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455473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4233"/>
            <a:ext cx="5238750" cy="3748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954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6800850" y="2726233"/>
            <a:ext cx="462057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Zooming!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800850" y="3373933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Use the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(+)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to make images bigger.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800850" y="4013894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Use the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(-)</a:t>
            </a: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to make them smaller.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800850" y="4653855"/>
            <a:ext cx="44005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Use arrows to go to the next picture!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Using Image Tools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0650"/>
            <a:ext cx="5381625" cy="2964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90650"/>
            <a:ext cx="5381625" cy="2964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35710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736996" y="2781300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Play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57250" y="342900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Start the video!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404371" y="2781300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Pause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524625" y="342900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Stop for a moment!</a:t>
            </a:r>
            <a:endParaRPr/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000" y="1752600"/>
            <a:ext cx="428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48712" y="1752600"/>
            <a:ext cx="3619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Play and Pause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63443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2840593" y="3158430"/>
            <a:ext cx="65108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Any Questions?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4148137" y="4491930"/>
            <a:ext cx="38957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Great job today, Little Explorers!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571500" y="146312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2234654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13729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390882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468034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22251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22251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1277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31277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38992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8992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46708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46708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54423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54423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60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162698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https://img.freepik.com/free-vector/students-working-computer-room_1308-30865.jpg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184785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www.freepik.com</a:t>
            </a:r>
            <a:endParaRPr/>
          </a:p>
        </p:txBody>
      </p:sp>
      <p:pic>
        <p:nvPicPr>
          <p:cNvPr descr="image.png" id="254" name="Google Shape;2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430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2377529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https://media.istockphoto.com/id/2169229673/vector/multimedia-line-icon-set-group-of-object-video-music-audio-movie-text-content.jpg?s=612x612&amp;w=0&amp;k=20&amp;c=J4dtPmjCG5kIbu4S5TmSuRY46H_rcxky3SuOZf_CuMM=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277162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www.istockphoto.com</a:t>
            </a:r>
            <a:endParaRPr/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801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330115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https://static.vecteezy.com/system/resources/previews/046/884/997/non_2x/a-cartoon-illustration-of-a-laptop-displaying-web-development-code-with-icons-and-a-plant-on-the-desktop-free-vector.jpg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352201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www.vecteezy.com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516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407268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https://img.freepik.com/premium-vector/cartoon-picture-two-children-playing-keyboard-with-music-notes-it_951778-76197.jpg?w=360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429354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www.freepik.com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232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484420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https://static.vecteezy.com/system/resources/thumbnails/025/787/291/small/3d-realistic-microphone-smartphone-laptop-headphone-and-audio-speaker-in-plastic-cartoon-style-illustration-vector.jpg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506506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www.vecteezy.com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94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561573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https://static.vecteezy.com/system/resources/previews/020/907/554/non_2x/cute-boys-taking-photo-using-smartphone-and-camera-cartoon-illustration-vector.jpg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583659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www.vecteezy.com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/>
          <p:nvPr/>
        </p:nvSpPr>
        <p:spPr>
          <a:xfrm>
            <a:off x="571500" y="26860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71500" y="34575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1500" y="3448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3448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71500" y="4219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571500" y="4219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8925"/>
            <a:ext cx="2286000" cy="74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/>
        </p:nvSpPr>
        <p:spPr>
          <a:xfrm>
            <a:off x="1666875" y="28499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https://media.istockphoto.com/id/1340833738/video/flying-butterflies-in-a-garden-with-green-screen-background.jpg?s=640x640&amp;k=20&amp;c=EU733lNA5MwIS8RnKS_Y54y3iyTFwFySoLAgBLEvKHo=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666875" y="30707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www.istockphoto.com</a:t>
            </a:r>
            <a:endParaRPr/>
          </a:p>
        </p:txBody>
      </p:sp>
      <p:pic>
        <p:nvPicPr>
          <p:cNvPr descr="image.png" id="284" name="Google Shape;2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0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1666875" y="36214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https://i.ytimg.com/vi/DF4TLzvJ0gw/maxresdefault.jpg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1666875" y="38422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www.youtube.com</a:t>
            </a:r>
            <a:endParaRPr/>
          </a:p>
        </p:txBody>
      </p:sp>
      <p:pic>
        <p:nvPicPr>
          <p:cNvPr descr="image.png" id="287" name="Google Shape;28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1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1666875" y="43929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https://png.pngtree.com/png-vector/20221118/ourmid/pngtree-cartoon-play-button-illustration-with-splash-effect-pause-panel-media-vector-png-image_41241646.jpg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666875" y="46138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pngtree.com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