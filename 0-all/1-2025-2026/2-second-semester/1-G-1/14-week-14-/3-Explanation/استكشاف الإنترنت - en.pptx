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0:0/8255cc1e-47cd-4c36-b450-4735e13447a1/2018771768985436160:3206ea82ee2ca316f712becc6c2e893e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6113" y="2295525"/>
            <a:ext cx="927883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184"/>
              </a:lnSpc>
              <a:buNone/>
            </a:pPr>
            <a:r>
              <a:rPr lang="en-US" sz="4050" b="1" dirty="0">
                <a:solidFill>
                  <a:srgbClr val="002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Exploring the Interinnet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809503" y="3514725"/>
            <a:ext cx="7091065" cy="6020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740"/>
              </a:lnSpc>
              <a:buNone/>
            </a:pPr>
            <a:r>
              <a:rPr lang="en-US" sz="3000" b="1" dirty="0">
                <a:solidFill>
                  <a:srgbClr val="0096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First Grade Students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0:0/f2543dc7-18b3-4e22-a515-fad69d691a2e/2018771768985436160:3206ea82ee2ca316f712becc6c2e893e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455" y="5184577"/>
            <a:ext cx="475357" cy="38397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494" y="6412111"/>
            <a:ext cx="475357" cy="3976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173" y="6425803"/>
            <a:ext cx="438894" cy="3359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369" y="6405265"/>
            <a:ext cx="487561" cy="38397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557" y="5486400"/>
            <a:ext cx="402282" cy="34974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557" y="1316682"/>
            <a:ext cx="426690" cy="38397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0196" y="1563588"/>
            <a:ext cx="511969" cy="39766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4494" y="1769269"/>
            <a:ext cx="4157365" cy="349746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1961" y="699492"/>
            <a:ext cx="475357" cy="39766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097917" y="742950"/>
            <a:ext cx="64875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688"/>
              </a:lnSpc>
              <a:buNone/>
            </a:pPr>
            <a:r>
              <a:rPr lang="en-US" sz="3750" b="1" dirty="0">
                <a:solidFill>
                  <a:srgbClr val="1C3F8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What is the Internet?</a:t>
            </a:r>
            <a:endParaRPr lang="en-US" sz="3750" dirty="0"/>
          </a:p>
        </p:txBody>
      </p:sp>
      <p:sp>
        <p:nvSpPr>
          <p:cNvPr id="13" name="Text 1"/>
          <p:cNvSpPr/>
          <p:nvPr/>
        </p:nvSpPr>
        <p:spPr>
          <a:xfrm>
            <a:off x="962025" y="2114550"/>
            <a:ext cx="6496050" cy="217140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Internet is a way for computers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talk and share information with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each other, just like people do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when they talk, write, or use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hand signals.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0:0/6c6bcb6c-c6f0-41a0-b12e-e3565cad33d8/2018771768985436160:3206ea82ee2ca316f712becc6c2e893e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067" y="6281886"/>
            <a:ext cx="524173" cy="4388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984" y="5870377"/>
            <a:ext cx="499765" cy="4799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263" y="1673275"/>
            <a:ext cx="2657773" cy="408726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867" y="4512469"/>
            <a:ext cx="2767459" cy="22630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165" y="219373"/>
            <a:ext cx="524173" cy="4868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965" y="1364605"/>
            <a:ext cx="524173" cy="44574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321028" y="638175"/>
            <a:ext cx="1032236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3525" b="1" dirty="0">
                <a:solidFill>
                  <a:srgbClr val="1C3F82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Browser - The Helper Program</a:t>
            </a:r>
            <a:endParaRPr lang="en-US" sz="3525" dirty="0"/>
          </a:p>
        </p:txBody>
      </p:sp>
      <p:sp>
        <p:nvSpPr>
          <p:cNvPr id="10" name="Text 1"/>
          <p:cNvSpPr/>
          <p:nvPr/>
        </p:nvSpPr>
        <p:spPr>
          <a:xfrm>
            <a:off x="1571625" y="2247900"/>
            <a:ext cx="639127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A browser is a program we use to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
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connect to the Internet. Edge browser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
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is the default browser in Windows.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0:0/600b0138-f61b-4906-b127-c7fc4c86bd56/2018771768985436160:3206ea82ee2ca316f712becc6c2e893e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898" y="1769269"/>
            <a:ext cx="463153" cy="4388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079" y="1097161"/>
            <a:ext cx="329059" cy="3565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55" y="1769269"/>
            <a:ext cx="3340596" cy="3847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298" y="4978896"/>
            <a:ext cx="1377553" cy="187895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8565" y="4649688"/>
            <a:ext cx="2328565" cy="22081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780" y="6268194"/>
            <a:ext cx="353467" cy="35659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086" y="5952679"/>
            <a:ext cx="511969" cy="4868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875" y="5369719"/>
            <a:ext cx="499765" cy="41820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7467" y="164455"/>
            <a:ext cx="743694" cy="37028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875" y="1803648"/>
            <a:ext cx="341263" cy="35659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875" y="1028700"/>
            <a:ext cx="499765" cy="44574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437415" y="666750"/>
            <a:ext cx="355812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125" b="1" dirty="0">
                <a:solidFill>
                  <a:srgbClr val="1C3F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Websites</a:t>
            </a:r>
            <a:endParaRPr lang="en-US" sz="4125" dirty="0"/>
          </a:p>
        </p:txBody>
      </p:sp>
      <p:sp>
        <p:nvSpPr>
          <p:cNvPr id="15" name="Text 1"/>
          <p:cNvSpPr/>
          <p:nvPr/>
        </p:nvSpPr>
        <p:spPr>
          <a:xfrm>
            <a:off x="1571625" y="2657475"/>
            <a:ext cx="6139755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285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Cloamii ge vegaon ge A geises</a:t>
            </a:r>
            <a:pPr algn="ctr" indent="0" marL="0">
              <a:lnSpc>
                <a:spcPts val="4104"/>
              </a:lnSpc>
              <a:buNone/>
            </a:pPr>
            <a:r>
              <a:rPr lang="en-US" sz="285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4104"/>
              </a:lnSpc>
              <a:buNone/>
            </a:pPr>
            <a:r>
              <a:rPr lang="en-US" sz="285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Ūlaplea that wanted</a:t>
            </a:r>
            <a:pPr algn="ctr" indent="0" marL="0">
              <a:lnSpc>
                <a:spcPts val="4104"/>
              </a:lnSpc>
              <a:buNone/>
            </a:pPr>
            <a:r>
              <a:rPr lang="en-US" sz="285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4104"/>
              </a:lnSpc>
              <a:buNone/>
            </a:pPr>
            <a:r>
              <a:rPr lang="en-US" sz="285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.Citvinet.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0:0/ac2cfbe2-6fd8-497e-a95a-efc11f0e9eae/2018771768985436160:3206ea82ee2ca316f712becc6c2e893e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580" y="4766221"/>
            <a:ext cx="3157686" cy="117261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384" y="4903440"/>
            <a:ext cx="780157" cy="7679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679" y="4066729"/>
            <a:ext cx="719286" cy="74741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067" y="2523679"/>
            <a:ext cx="2999184" cy="32231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1529209"/>
            <a:ext cx="2865090" cy="30448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654493" y="666750"/>
            <a:ext cx="91782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3750" b="1" dirty="0">
                <a:solidFill>
                  <a:srgbClr val="1C3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Steps to Open Kiddle Website</a:t>
            </a:r>
            <a:endParaRPr lang="en-US" sz="3750" dirty="0"/>
          </a:p>
        </p:txBody>
      </p:sp>
      <p:sp>
        <p:nvSpPr>
          <p:cNvPr id="9" name="Text 1"/>
          <p:cNvSpPr/>
          <p:nvPr/>
        </p:nvSpPr>
        <p:spPr>
          <a:xfrm>
            <a:off x="4857750" y="1733550"/>
            <a:ext cx="7114133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Look for Microsoft Edge icon on desktop</a:t>
            </a:r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 type "Microsoft Edge" in search bar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7296150" y="3314700"/>
            <a:ext cx="538120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2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Click twice on the icon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1200150" y="5029200"/>
            <a:ext cx="660082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2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Type www.kiddle.co in the address</a:t>
            </a:r>
            <a:pPr indent="0" marL="0">
              <a:lnSpc>
                <a:spcPts val="302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02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 and press Enter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2375356" y="6153150"/>
            <a:ext cx="80717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C3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 sure to type correctly with dots in the right places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1:0/d3d67c2f-c5ee-4117-9990-cea34ee12988/2018771768985436160:3206ea82ee2ca316f712becc6c2e893e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63" y="4539853"/>
            <a:ext cx="5535067" cy="174188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0" y="2660898"/>
            <a:ext cx="7924800" cy="15635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76398" y="533400"/>
            <a:ext cx="8059222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1C3F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استخدام موقع كيدل للبحث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1323975" y="1562100"/>
            <a:ext cx="5249168" cy="85159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53"/>
              </a:lnSpc>
              <a:buNone/>
            </a:pPr>
            <a:r>
              <a:rPr lang="en-US" sz="225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١. اكتب كلمة البحث في شريط البحث</a:t>
            </a:r>
            <a:pPr algn="ctr" indent="0" marL="0">
              <a:lnSpc>
                <a:spcPts val="3353"/>
              </a:lnSpc>
              <a:buNone/>
            </a:pPr>
            <a:r>
              <a:rPr lang="en-US" sz="225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3353"/>
              </a:lnSpc>
              <a:buNone/>
            </a:pPr>
            <a:r>
              <a:rPr lang="en-US" sz="225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(Enter) ٢. اضغط على زر الإدخال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4143762" y="6505575"/>
            <a:ext cx="4224457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مثال: البحث عن كلمة درموصدری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1:0/b54fa6ab-b092-43cb-a6ad-2cdbc90f4d53/2018771768985436160:3206ea82ee2ca316f712becc6c2e893e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377" y="5856684"/>
            <a:ext cx="865584" cy="79548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753" y="1940719"/>
            <a:ext cx="390079" cy="3908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184" y="3771900"/>
            <a:ext cx="524173" cy="644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80" y="5753844"/>
            <a:ext cx="902196" cy="8023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9263" y="4533007"/>
            <a:ext cx="1414165" cy="11931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5655" y="4539853"/>
            <a:ext cx="1158180" cy="63772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3765" y="1604665"/>
            <a:ext cx="2023765" cy="79548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263" y="1364605"/>
            <a:ext cx="451098" cy="58281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0377" y="418207"/>
            <a:ext cx="511969" cy="23306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263" y="260598"/>
            <a:ext cx="963067" cy="92571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9577" y="253603"/>
            <a:ext cx="914400" cy="80917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8086" y="109686"/>
            <a:ext cx="511969" cy="50735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657386" y="600075"/>
            <a:ext cx="7430572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59"/>
              </a:lnSpc>
              <a:buNone/>
            </a:pPr>
            <a:r>
              <a:rPr lang="en-US" sz="3075" b="1" dirty="0">
                <a:solidFill>
                  <a:srgbClr val="1C3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Results and Links</a:t>
            </a:r>
            <a:endParaRPr lang="en-US" sz="3075" dirty="0"/>
          </a:p>
        </p:txBody>
      </p:sp>
      <p:sp>
        <p:nvSpPr>
          <p:cNvPr id="16" name="Text 1"/>
          <p:cNvSpPr/>
          <p:nvPr/>
        </p:nvSpPr>
        <p:spPr>
          <a:xfrm>
            <a:off x="1323975" y="2571750"/>
            <a:ext cx="4243388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عندما نبحث في الإنترنت، تظهر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النتائج في شكل مربعات، النصوص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الزرقاء تسمى "روابط" وعند النقر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عليها تأخذنا إلى صفحات جديدة.</a:t>
            </a:r>
            <a:endParaRPr lang="en-US" sz="2100" dirty="0"/>
          </a:p>
        </p:txBody>
      </p:sp>
      <p:sp>
        <p:nvSpPr>
          <p:cNvPr id="17" name="Text 2"/>
          <p:cNvSpPr/>
          <p:nvPr/>
        </p:nvSpPr>
        <p:spPr>
          <a:xfrm>
            <a:off x="1579066" y="5362575"/>
            <a:ext cx="1282303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Link</a:t>
            </a:r>
            <a:endParaRPr lang="en-US" sz="1575" dirty="0"/>
          </a:p>
        </p:txBody>
      </p:sp>
      <p:sp>
        <p:nvSpPr>
          <p:cNvPr id="18" name="Text 3"/>
          <p:cNvSpPr/>
          <p:nvPr/>
        </p:nvSpPr>
        <p:spPr>
          <a:xfrm>
            <a:off x="9858375" y="1933575"/>
            <a:ext cx="3884950" cy="24244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910"/>
              </a:lnSpc>
              <a:buNone/>
            </a:pPr>
            <a:r>
              <a:rPr lang="en-US" sz="1425" b="1" dirty="0">
                <a:solidFill>
                  <a:srgbClr val="1C3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قصة الأرنب والسلحفاة للأطفال</a:t>
            </a:r>
            <a:endParaRPr lang="en-US" sz="1425" dirty="0"/>
          </a:p>
        </p:txBody>
      </p:sp>
      <p:sp>
        <p:nvSpPr>
          <p:cNvPr id="19" name="Text 4"/>
          <p:cNvSpPr/>
          <p:nvPr/>
        </p:nvSpPr>
        <p:spPr>
          <a:xfrm>
            <a:off x="9896475" y="3181350"/>
            <a:ext cx="4136410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b="1" dirty="0">
                <a:solidFill>
                  <a:srgbClr val="1C3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كيف تنمو النباتات؟ فيديو تعليمي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9877425" y="4362450"/>
            <a:ext cx="421195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13"/>
              </a:lnSpc>
              <a:buNone/>
            </a:pPr>
            <a:r>
              <a:rPr lang="en-US" sz="1875" b="1" dirty="0">
                <a:solidFill>
                  <a:srgbClr val="1C3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ألعاب تعليمية مجانية للأول</a:t>
            </a:r>
            <a:endParaRPr lang="en-US" sz="1875" dirty="0"/>
          </a:p>
        </p:txBody>
      </p:sp>
      <p:sp>
        <p:nvSpPr>
          <p:cNvPr id="21" name="Text 6"/>
          <p:cNvSpPr/>
          <p:nvPr/>
        </p:nvSpPr>
        <p:spPr>
          <a:xfrm>
            <a:off x="1429896" y="5915025"/>
            <a:ext cx="3872448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bink takes you to a new poage.</a:t>
            </a:r>
            <a:endParaRPr lang="en-US" sz="1275" dirty="0"/>
          </a:p>
        </p:txBody>
      </p:sp>
      <p:sp>
        <p:nvSpPr>
          <p:cNvPr id="22" name="Text 7"/>
          <p:cNvSpPr/>
          <p:nvPr/>
        </p:nvSpPr>
        <p:spPr>
          <a:xfrm>
            <a:off x="10629900" y="2286000"/>
            <a:ext cx="462051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اقرأ القصة الممتعة عن الأرنب السريع والسلحفاة البطيئة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تعلم درساً مهماً عن الصبر والثبات.</a:t>
            </a:r>
            <a:endParaRPr lang="en-US" sz="1425" dirty="0"/>
          </a:p>
        </p:txBody>
      </p:sp>
      <p:sp>
        <p:nvSpPr>
          <p:cNvPr id="23" name="Text 8"/>
          <p:cNvSpPr/>
          <p:nvPr/>
        </p:nvSpPr>
        <p:spPr>
          <a:xfrm>
            <a:off x="10477500" y="3524250"/>
            <a:ext cx="462051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شاهد فيديو قصير يوضح مراحلنمو النبات من البذرة حتى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تصبح زهرة،معلومات سهلة وم thúية.</a:t>
            </a:r>
            <a:endParaRPr lang="en-US" sz="1425" dirty="0"/>
          </a:p>
        </p:txBody>
      </p:sp>
      <p:sp>
        <p:nvSpPr>
          <p:cNvPr id="24" name="Text 9"/>
          <p:cNvSpPr/>
          <p:nvPr/>
        </p:nvSpPr>
        <p:spPr>
          <a:xfrm>
            <a:off x="10534650" y="4705350"/>
            <a:ext cx="48196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مجموعة من الألعاب التعليمية لتتعلم الحروف والأرقام بطريقة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متعة. العب وتعلم في نفس الوقت.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1:0/6906190d-13a6-461f-a918-23f0fbb9cb40/2018771768985436160:3206ea82ee2ca316f712becc6c2e893e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886" y="6357342"/>
            <a:ext cx="621655" cy="50050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973" y="6384727"/>
            <a:ext cx="463153" cy="473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007596"/>
            <a:ext cx="646063" cy="8297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5788" y="1302990"/>
            <a:ext cx="475357" cy="4799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86" y="4930825"/>
            <a:ext cx="487561" cy="4936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6871" y="1625203"/>
            <a:ext cx="5023098" cy="411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192" y="5301109"/>
            <a:ext cx="560784" cy="4936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5859" y="4574232"/>
            <a:ext cx="475357" cy="473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267" y="3847207"/>
            <a:ext cx="426690" cy="44574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0267" y="3113484"/>
            <a:ext cx="451098" cy="44574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2379613"/>
            <a:ext cx="536377" cy="43204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0267" y="1625203"/>
            <a:ext cx="426690" cy="45258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86" y="1940719"/>
            <a:ext cx="524173" cy="39082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094" y="246757"/>
            <a:ext cx="694879" cy="76795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064737" y="600075"/>
            <a:ext cx="8713053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A47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Arabian Camel Information</a:t>
            </a:r>
            <a:endParaRPr lang="en-US" sz="3375" dirty="0"/>
          </a:p>
        </p:txBody>
      </p:sp>
      <p:sp>
        <p:nvSpPr>
          <p:cNvPr id="18" name="Text 1"/>
          <p:cNvSpPr/>
          <p:nvPr/>
        </p:nvSpPr>
        <p:spPr>
          <a:xfrm>
            <a:off x="1200150" y="1733550"/>
            <a:ext cx="5356027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Scientific Name: Camelus dromedarius</a:t>
            </a:r>
            <a:endParaRPr lang="en-US" sz="1650" dirty="0"/>
          </a:p>
        </p:txBody>
      </p:sp>
      <p:sp>
        <p:nvSpPr>
          <p:cNvPr id="19" name="Text 2"/>
          <p:cNvSpPr/>
          <p:nvPr/>
        </p:nvSpPr>
        <p:spPr>
          <a:xfrm>
            <a:off x="2114550" y="2476500"/>
            <a:ext cx="4086225" cy="2379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Number of Humps: One hump</a:t>
            </a:r>
            <a:endParaRPr lang="en-US" sz="1575" dirty="0"/>
          </a:p>
        </p:txBody>
      </p:sp>
      <p:sp>
        <p:nvSpPr>
          <p:cNvPr id="20" name="Text 3"/>
          <p:cNvSpPr/>
          <p:nvPr/>
        </p:nvSpPr>
        <p:spPr>
          <a:xfrm>
            <a:off x="3400425" y="3209925"/>
            <a:ext cx="2351008" cy="2379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Age: 40-50 years</a:t>
            </a:r>
            <a:endParaRPr lang="en-US" sz="1575" dirty="0"/>
          </a:p>
        </p:txBody>
      </p:sp>
      <p:sp>
        <p:nvSpPr>
          <p:cNvPr id="21" name="Text 4"/>
          <p:cNvSpPr/>
          <p:nvPr/>
        </p:nvSpPr>
        <p:spPr>
          <a:xfrm>
            <a:off x="2381250" y="3952875"/>
            <a:ext cx="3721537" cy="2379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Weight: 300-600 kilograms</a:t>
            </a:r>
            <a:endParaRPr lang="en-US" sz="1575" dirty="0"/>
          </a:p>
        </p:txBody>
      </p:sp>
      <p:sp>
        <p:nvSpPr>
          <p:cNvPr id="22" name="Text 5"/>
          <p:cNvSpPr/>
          <p:nvPr/>
        </p:nvSpPr>
        <p:spPr>
          <a:xfrm>
            <a:off x="3028950" y="4686300"/>
            <a:ext cx="2866608" cy="2379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Height: 1.7-2 meters</a:t>
            </a:r>
            <a:endParaRPr lang="en-US" sz="1575" dirty="0"/>
          </a:p>
        </p:txBody>
      </p:sp>
      <p:sp>
        <p:nvSpPr>
          <p:cNvPr id="23" name="Text 6"/>
          <p:cNvSpPr/>
          <p:nvPr/>
        </p:nvSpPr>
        <p:spPr>
          <a:xfrm>
            <a:off x="2552700" y="5419725"/>
            <a:ext cx="3532942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Home: Arabian Peninsula</a:t>
            </a:r>
            <a:endParaRPr lang="en-US" sz="1650" dirty="0"/>
          </a:p>
        </p:txBody>
      </p:sp>
      <p:sp>
        <p:nvSpPr>
          <p:cNvPr id="24" name="Text 7"/>
          <p:cNvSpPr/>
          <p:nvPr/>
        </p:nvSpPr>
        <p:spPr>
          <a:xfrm>
            <a:off x="4024417" y="6496050"/>
            <a:ext cx="4513600" cy="18529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Information discovered through Internet search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1:0/38523656-9150-4925-8fdd-73c01f74fd7f/2018771768985436160:3206ea82ee2ca316f712becc6c2e893e:1:0_page_9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486" y="5184577"/>
            <a:ext cx="828973" cy="7474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396" y="3120330"/>
            <a:ext cx="621655" cy="7405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377" y="1501825"/>
            <a:ext cx="682675" cy="62403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157" y="3792438"/>
            <a:ext cx="3901380" cy="22150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165" y="1549896"/>
            <a:ext cx="3267373" cy="22081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392" y="3079105"/>
            <a:ext cx="560784" cy="7063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2050405"/>
            <a:ext cx="463153" cy="425053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657386" y="600075"/>
            <a:ext cx="7430572" cy="6743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310"/>
              </a:lnSpc>
              <a:buNone/>
            </a:pPr>
            <a:r>
              <a:rPr lang="en-US" sz="4425" b="1" dirty="0">
                <a:solidFill>
                  <a:srgbClr val="0F2B63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Safe Internet Use</a:t>
            </a:r>
            <a:endParaRPr lang="en-US" sz="4425" dirty="0"/>
          </a:p>
        </p:txBody>
      </p:sp>
      <p:sp>
        <p:nvSpPr>
          <p:cNvPr id="11" name="Text 1"/>
          <p:cNvSpPr/>
          <p:nvPr/>
        </p:nvSpPr>
        <p:spPr>
          <a:xfrm>
            <a:off x="2221706" y="1838325"/>
            <a:ext cx="5343525" cy="44365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494"/>
              </a:lnSpc>
              <a:buNone/>
            </a:pPr>
            <a:r>
              <a:rPr lang="en-US" sz="2550" b="1" dirty="0">
                <a:solidFill>
                  <a:srgbClr val="0F2B63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Internet Safety Rules:</a:t>
            </a:r>
            <a:endParaRPr lang="en-US" sz="2550" dirty="0"/>
          </a:p>
        </p:txBody>
      </p:sp>
      <p:sp>
        <p:nvSpPr>
          <p:cNvPr id="12" name="Text 2"/>
          <p:cNvSpPr/>
          <p:nvPr/>
        </p:nvSpPr>
        <p:spPr>
          <a:xfrm>
            <a:off x="1571625" y="2571750"/>
            <a:ext cx="538534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Always use the Internet with your •</a:t>
            </a:r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
</a:t>
            </a:r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parents or teacher</a:t>
            </a:r>
            <a:endParaRPr lang="en-US" sz="1875" dirty="0"/>
          </a:p>
        </p:txBody>
      </p:sp>
      <p:sp>
        <p:nvSpPr>
          <p:cNvPr id="13" name="Text 3"/>
          <p:cNvSpPr/>
          <p:nvPr/>
        </p:nvSpPr>
        <p:spPr>
          <a:xfrm>
            <a:off x="483304" y="3667125"/>
            <a:ext cx="7116247" cy="26744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6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Never share your personal information •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2111514" y="4333875"/>
            <a:ext cx="5179933" cy="2897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82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Don't click on unsafe links •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2057400" y="5010150"/>
            <a:ext cx="4851053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Don't use the Internet without •</a:t>
            </a:r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
</a:t>
            </a:r>
            <a:pPr algn="ctr"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permission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71768985436160:3206ea82ee2ca316f712becc6c2e893e:1:0/1d64c993-9090-4fd8-87c5-6c455e86a2e5/2018771768985436160:3206ea82ee2ca316f712becc6c2e893e:1:0_page_10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371"/>
            <a:ext cx="11935867" cy="89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780" y="4320480"/>
            <a:ext cx="658267" cy="7200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188" y="3175248"/>
            <a:ext cx="597396" cy="61034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2965" y="1995636"/>
            <a:ext cx="719286" cy="62403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879" y="4389090"/>
            <a:ext cx="963067" cy="4113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286" y="3127177"/>
            <a:ext cx="719286" cy="7200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286" y="1947565"/>
            <a:ext cx="719286" cy="72003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056358" y="666750"/>
            <a:ext cx="8813602" cy="6301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961"/>
              </a:lnSpc>
              <a:buNone/>
            </a:pPr>
            <a:r>
              <a:rPr lang="en-US" sz="3675" b="1" dirty="0">
                <a:solidFill>
                  <a:srgbClr val="1C316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 Technical Terms</a:t>
            </a:r>
            <a:endParaRPr lang="en-US" sz="3675" dirty="0"/>
          </a:p>
        </p:txBody>
      </p:sp>
      <p:sp>
        <p:nvSpPr>
          <p:cNvPr id="11" name="Text 1"/>
          <p:cNvSpPr/>
          <p:nvPr/>
        </p:nvSpPr>
        <p:spPr>
          <a:xfrm>
            <a:off x="9734550" y="209550"/>
            <a:ext cx="2451646" cy="172283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6783"/>
              </a:lnSpc>
              <a:buNone/>
            </a:pPr>
            <a:r>
              <a:rPr lang="en-US" sz="5700" b="1" dirty="0">
                <a:solidFill>
                  <a:srgbClr val="1C31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ICT</a:t>
            </a:r>
            <a:pPr algn="r" indent="0" marL="0">
              <a:lnSpc>
                <a:spcPts val="6783"/>
              </a:lnSpc>
              <a:buNone/>
            </a:pPr>
            <a:r>
              <a:rPr lang="en-US" sz="5700" b="1" dirty="0">
                <a:solidFill>
                  <a:srgbClr val="1C31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r" indent="0" marL="0">
              <a:lnSpc>
                <a:spcPts val="6783"/>
              </a:lnSpc>
              <a:buNone/>
            </a:pPr>
            <a:r>
              <a:rPr lang="en-US" sz="5700" b="1" dirty="0">
                <a:solidFill>
                  <a:srgbClr val="1C31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360</a:t>
            </a:r>
            <a:endParaRPr lang="en-US" sz="5700" dirty="0"/>
          </a:p>
        </p:txBody>
      </p:sp>
      <p:sp>
        <p:nvSpPr>
          <p:cNvPr id="12" name="Text 2"/>
          <p:cNvSpPr/>
          <p:nvPr/>
        </p:nvSpPr>
        <p:spPr>
          <a:xfrm>
            <a:off x="838200" y="1971675"/>
            <a:ext cx="4882455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Internet: A way that helps computers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information with each other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686550" y="1971675"/>
            <a:ext cx="4547146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Word: The word we want to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information about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590550" y="3171825"/>
            <a:ext cx="513397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Search: A function used to find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on the computer or Internet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6686550" y="3171825"/>
            <a:ext cx="4557713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Link: Blue colored text that takes us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one page to another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657225" y="4371975"/>
            <a:ext cx="5060603" cy="95324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Bar: An empty text space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can type the search word to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information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6562725" y="4371975"/>
            <a:ext cx="4683323" cy="91350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Website: A group of pages that have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about different things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the Internet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2026-02-03T19:45:08Z</dcterms:created>
  <dcterms:modified xsi:type="dcterms:W3CDTF">2026-02-03T19:45:08Z</dcterms:modified>
</cp:coreProperties>
</file>