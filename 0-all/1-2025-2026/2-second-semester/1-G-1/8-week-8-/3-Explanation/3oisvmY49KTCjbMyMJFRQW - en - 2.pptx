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914400"/>
            <a:ext cx="6400800" cy="6400800"/>
          </a:xfrm>
          <a:prstGeom prst="ellipse">
            <a:avLst/>
          </a:prstGeom>
          <a:solidFill>
            <a:srgbClr val="6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6F2D91"/>
                </a:solidFill>
              </a:defRPr>
            </a:pPr>
            <a:r>
              <a:t>A Digital Notepad</a:t>
            </a:r>
          </a:p>
          <a:p>
            <a:pPr>
              <a:defRPr sz="3600">
                <a:solidFill>
                  <a:srgbClr val="2E75B6"/>
                </a:solidFill>
              </a:defRPr>
            </a:pPr>
            <a:r>
              <a:t>Let's Write on the Computer!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6F2D91"/>
                </a:solidFill>
              </a:defRPr>
            </a:pPr>
            <a:r>
              <a:t>Why Computer?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2011680"/>
            <a:ext cx="1645920" cy="164592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/>
            </a:pPr>
            <a:r>
              <a:t>No Mistakes</a:t>
            </a:r>
          </a:p>
          <a:p>
            <a:pPr algn="ctr">
              <a:defRPr sz="1800"/>
            </a:pPr>
            <a:r>
              <a:t>Easy to correct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2011680"/>
            <a:ext cx="1645920" cy="164592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384048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/>
            </a:pPr>
            <a:r>
              <a:t>Tidy</a:t>
            </a:r>
          </a:p>
          <a:p>
            <a:pPr algn="ctr">
              <a:defRPr sz="1800"/>
            </a:pPr>
            <a:r>
              <a:t>Clean writing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2011680"/>
            <a:ext cx="1645920" cy="1645920"/>
          </a:xfrm>
          <a:prstGeom prst="ellipse">
            <a:avLst/>
          </a:prstGeom>
          <a:solidFill>
            <a:srgbClr val="6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/>
            </a:pPr>
            <a:r>
              <a:t>Fast</a:t>
            </a:r>
          </a:p>
          <a:p>
            <a:pPr algn="ctr">
              <a:defRPr sz="1800"/>
            </a:pPr>
            <a:r>
              <a:t>Repeat words easily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2011680"/>
            <a:ext cx="1645920" cy="16459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384048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/>
            </a:pPr>
            <a:r>
              <a:t>Global</a:t>
            </a:r>
          </a:p>
          <a:p>
            <a:pPr algn="ctr">
              <a:defRPr sz="1800"/>
            </a:pPr>
            <a:r>
              <a:t>Share with everyone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6F2D91"/>
                </a:solidFill>
              </a:defRPr>
            </a:pPr>
            <a:r>
              <a:t>How to Open?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1033272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347472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/>
            </a:pPr>
            <a:r>
              <a:t>1. Search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347472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50292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/>
            </a:pPr>
            <a:r>
              <a:t>2. Type Notepad</a:t>
            </a:r>
          </a:p>
        </p:txBody>
      </p:sp>
      <p:sp>
        <p:nvSpPr>
          <p:cNvPr id="9" name="Oval 8"/>
          <p:cNvSpPr/>
          <p:nvPr/>
        </p:nvSpPr>
        <p:spPr>
          <a:xfrm>
            <a:off x="8686800" y="347472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0292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/>
            </a:pPr>
            <a:r>
              <a:t>3. Click Open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6F2D91"/>
                </a:solidFill>
              </a:defRPr>
            </a:pPr>
            <a:r>
              <a:t>Magic Keys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D91"/>
                </a:solidFill>
              </a:defRPr>
            </a:pPr>
            <a:r>
              <a:t>CapsLock  ➔  BIG LETTERS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834640"/>
            <a:ext cx="9144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D91"/>
                </a:solidFill>
              </a:defRPr>
            </a:pPr>
            <a:r>
              <a:t>Spacebar  ➔  Gaps between 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023360"/>
            <a:ext cx="9144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D91"/>
                </a:solidFill>
              </a:defRPr>
            </a:pPr>
            <a:r>
              <a:t>Enter  ➔  New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212080"/>
            <a:ext cx="9144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5394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2D91"/>
                </a:solidFill>
              </a:defRPr>
            </a:pPr>
            <a:r>
              <a:t>Shift  ➔  Symbols (!?)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6F2D91"/>
                </a:solidFill>
              </a:defRPr>
            </a:pPr>
            <a:r>
              <a:t>Magic Tricks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4572000" cy="27432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02552" y="2286000"/>
            <a:ext cx="4572000" cy="2743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COPY 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2552" y="3200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PASTE 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86400" y="3383280"/>
            <a:ext cx="1188720" cy="731520"/>
          </a:xfrm>
          <a:prstGeom prst="rightArrow">
            <a:avLst/>
          </a:prstGeom>
          <a:solidFill>
            <a:srgbClr val="6F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1371600"/>
            <a:ext cx="4572000" cy="4572000"/>
          </a:xfrm>
          <a:prstGeom prst="ellipse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F2D91"/>
                </a:solidFill>
              </a:defRPr>
            </a:pPr>
            <a:r>
              <a:t>Don't forget to SAVE! 💾</a:t>
            </a:r>
          </a:p>
          <a:p>
            <a:pPr algn="ctr">
              <a:defRPr sz="4000"/>
            </a:pPr>
            <a:r>
              <a:t>File ➔ Save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