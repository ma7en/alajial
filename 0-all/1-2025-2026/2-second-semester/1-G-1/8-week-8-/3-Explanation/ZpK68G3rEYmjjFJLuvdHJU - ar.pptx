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0AD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286000"/>
            <a:ext cx="121916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 b="1">
                <a:solidFill>
                  <a:srgbClr val="FFFFFF"/>
                </a:solidFill>
              </a:defRPr>
            </a:pPr>
            <a:r>
              <a:t>المفكرة الرقمية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114800"/>
            <a:ext cx="121916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تكنولوجيا المعلومات - الصف الأول الابتدائي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4400">
                <a:solidFill>
                  <a:srgbClr val="FFFFFF"/>
                </a:solidFill>
              </a:defRPr>
            </a:pPr>
            <a:r>
              <a:t>ما هي المفكرة؟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10362895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74520"/>
            <a:ext cx="99971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>
                <a:solidFill>
                  <a:srgbClr val="3B5998"/>
                </a:solidFill>
              </a:defRPr>
            </a:pPr>
            <a:r>
              <a:t>المفكرة برنامج نستخدمه لكتابة المستندات.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743200"/>
            <a:ext cx="10362895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971800"/>
            <a:ext cx="99971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>
                <a:solidFill>
                  <a:srgbClr val="3B5998"/>
                </a:solidFill>
              </a:defRPr>
            </a:pPr>
            <a:r>
              <a:t>المستند ملف يحتوي على نصوص وصور وأرقام.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4400">
                <a:solidFill>
                  <a:srgbClr val="FFFFFF"/>
                </a:solidFill>
              </a:defRPr>
            </a:pPr>
            <a:r>
              <a:t>لماذا نكتب على الكمبيوتر؟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10362895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74520"/>
            <a:ext cx="99971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>
                <a:solidFill>
                  <a:srgbClr val="3B5998"/>
                </a:solidFill>
              </a:defRPr>
            </a:pPr>
            <a:r>
              <a:t>سهولة تصحيح الأخطاء.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743200"/>
            <a:ext cx="10362895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971800"/>
            <a:ext cx="99971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>
                <a:solidFill>
                  <a:srgbClr val="3B5998"/>
                </a:solidFill>
              </a:defRPr>
            </a:pPr>
            <a:r>
              <a:t>الخط يكون مرتباً ونظيفاً.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840480"/>
            <a:ext cx="10362895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069080"/>
            <a:ext cx="99971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>
                <a:solidFill>
                  <a:srgbClr val="3B5998"/>
                </a:solidFill>
              </a:defRPr>
            </a:pPr>
            <a:r>
              <a:t>سهولة تكرار الكلمات (النسخ واللصق).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937759"/>
            <a:ext cx="10362895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166359"/>
            <a:ext cx="99971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>
                <a:solidFill>
                  <a:srgbClr val="3B5998"/>
                </a:solidFill>
              </a:defRPr>
            </a:pPr>
            <a:r>
              <a:t>يمكننا مشاركة الملفات مع العالم!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4400">
                <a:solidFill>
                  <a:srgbClr val="FFFFFF"/>
                </a:solidFill>
              </a:defRPr>
            </a:pPr>
            <a:r>
              <a:t>كيف نفتح المفكرة؟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10362895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74520"/>
            <a:ext cx="99971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>
                <a:solidFill>
                  <a:srgbClr val="3B5998"/>
                </a:solidFill>
              </a:defRPr>
            </a:pPr>
            <a:r>
              <a:t>1. اضغط على شريط البحث (Search).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743200"/>
            <a:ext cx="10362895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971800"/>
            <a:ext cx="99971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>
                <a:solidFill>
                  <a:srgbClr val="3B5998"/>
                </a:solidFill>
              </a:defRPr>
            </a:pPr>
            <a:r>
              <a:t>2. اكتب كلمة 'Notepad'.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840480"/>
            <a:ext cx="10362895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069080"/>
            <a:ext cx="99971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>
                <a:solidFill>
                  <a:srgbClr val="3B5998"/>
                </a:solidFill>
              </a:defRPr>
            </a:pPr>
            <a:r>
              <a:t>3. اضغط على فتح (Open).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4400">
                <a:solidFill>
                  <a:srgbClr val="FFFFFF"/>
                </a:solidFill>
              </a:defRPr>
            </a:pPr>
            <a:r>
              <a:t>مفاتيح سحرية للكتابة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10362895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74520"/>
            <a:ext cx="99971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>
                <a:solidFill>
                  <a:srgbClr val="3B5998"/>
                </a:solidFill>
              </a:defRPr>
            </a:pPr>
            <a:r>
              <a:t>CapsLock: لكتابة الحروف الكبيرة.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743200"/>
            <a:ext cx="10362895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971800"/>
            <a:ext cx="99971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>
                <a:solidFill>
                  <a:srgbClr val="3B5998"/>
                </a:solidFill>
              </a:defRPr>
            </a:pPr>
            <a:r>
              <a:t>المسافة (Spacebar): لترك فراغ بين الكلمات.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840480"/>
            <a:ext cx="10362895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069080"/>
            <a:ext cx="99971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>
                <a:solidFill>
                  <a:srgbClr val="3B5998"/>
                </a:solidFill>
              </a:defRPr>
            </a:pPr>
            <a:r>
              <a:t>Enter: للنزول لسطر جديد.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4400">
                <a:solidFill>
                  <a:srgbClr val="FFFFFF"/>
                </a:solidFill>
              </a:defRPr>
            </a:pPr>
            <a:r>
              <a:t>خدع سحرية (تعديل)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10362895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74520"/>
            <a:ext cx="99971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>
                <a:solidFill>
                  <a:srgbClr val="3B5998"/>
                </a:solidFill>
              </a:defRPr>
            </a:pPr>
            <a:r>
              <a:t>لتكرار الكلمات: نستخدم نسخ (Copy).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743200"/>
            <a:ext cx="10362895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971800"/>
            <a:ext cx="99971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>
                <a:solidFill>
                  <a:srgbClr val="3B5998"/>
                </a:solidFill>
              </a:defRPr>
            </a:pPr>
            <a:r>
              <a:t>لوضع الكلمات: نستخدم لصق (Paste).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840480"/>
            <a:ext cx="10362895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069080"/>
            <a:ext cx="99971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>
                <a:solidFill>
                  <a:srgbClr val="3B5998"/>
                </a:solidFill>
              </a:defRPr>
            </a:pPr>
            <a:r>
              <a:t>تجدها في قائمة تعديل (Edit).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4400">
                <a:solidFill>
                  <a:srgbClr val="FFFFFF"/>
                </a:solidFill>
              </a:defRPr>
            </a:pPr>
            <a:r>
              <a:t>حفظ عملك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10362895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74520"/>
            <a:ext cx="99971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>
                <a:solidFill>
                  <a:srgbClr val="3B5998"/>
                </a:solidFill>
              </a:defRPr>
            </a:pPr>
            <a:r>
              <a:t>اضغط على قائمة ملف (File).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743200"/>
            <a:ext cx="10362895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971800"/>
            <a:ext cx="99971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>
                <a:solidFill>
                  <a:srgbClr val="3B5998"/>
                </a:solidFill>
              </a:defRPr>
            </a:pPr>
            <a:r>
              <a:t>اختر حفظ (Save).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840480"/>
            <a:ext cx="10362895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069080"/>
            <a:ext cx="99971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>
                <a:solidFill>
                  <a:srgbClr val="3B5998"/>
                </a:solidFill>
              </a:defRPr>
            </a:pPr>
            <a:r>
              <a:t>اختر مجلداً (Folder) لتنظيم ملفاتك!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4400">
                <a:solidFill>
                  <a:srgbClr val="FFFFFF"/>
                </a:solidFill>
              </a:defRPr>
            </a:pPr>
            <a:r>
              <a:t>مراجعة تكنولوجية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10362895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74520"/>
            <a:ext cx="99971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>
                <a:solidFill>
                  <a:srgbClr val="3B5998"/>
                </a:solidFill>
              </a:defRPr>
            </a:pPr>
            <a:r>
              <a:t>المستند: ملف يحتوي على معلومات.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743200"/>
            <a:ext cx="10362895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971800"/>
            <a:ext cx="99971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>
                <a:solidFill>
                  <a:srgbClr val="3B5998"/>
                </a:solidFill>
              </a:defRPr>
            </a:pPr>
            <a:r>
              <a:t>المفكرة: برنامج الكتابة المفضل لدينا.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840480"/>
            <a:ext cx="10362895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069080"/>
            <a:ext cx="99971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>
                <a:solidFill>
                  <a:srgbClr val="3B5998"/>
                </a:solidFill>
              </a:defRPr>
            </a:pPr>
            <a:r>
              <a:t>المجلد: مكان نحفظ فيه ملفاتنا.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