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 b="1">
                <a:solidFill>
                  <a:srgbClr val="FFFFFF"/>
                </a:solidFill>
              </a:defRPr>
            </a:pPr>
            <a:r>
              <a:t>A Digital Notepad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11480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Computer Science - Grade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FFFFFF"/>
                </a:solidFill>
              </a:defRPr>
            </a:pPr>
            <a:r>
              <a:t>What is Notepad?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36289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74520"/>
            <a:ext cx="99971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3B5998"/>
                </a:solidFill>
              </a:defRPr>
            </a:pPr>
            <a:r>
              <a:t>Notepad is a software used to create documents.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43200"/>
            <a:ext cx="1036289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971800"/>
            <a:ext cx="99971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3B5998"/>
                </a:solidFill>
              </a:defRPr>
            </a:pPr>
            <a:r>
              <a:t>Documents contain text, numbers, and images.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FFFFFF"/>
                </a:solidFill>
              </a:defRPr>
            </a:pPr>
            <a:r>
              <a:t>Why use a Computer?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36289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74520"/>
            <a:ext cx="99971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3B5998"/>
                </a:solidFill>
              </a:defRPr>
            </a:pPr>
            <a:r>
              <a:t>Easy to correct mistakes.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43200"/>
            <a:ext cx="1036289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971800"/>
            <a:ext cx="99971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3B5998"/>
                </a:solidFill>
              </a:defRPr>
            </a:pPr>
            <a:r>
              <a:t>Writing looks tidy and clean.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840480"/>
            <a:ext cx="1036289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069080"/>
            <a:ext cx="99971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3B5998"/>
                </a:solidFill>
              </a:defRPr>
            </a:pPr>
            <a:r>
              <a:t>Easy to repeat words (Copy &amp; Paste).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937759"/>
            <a:ext cx="1036289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166359"/>
            <a:ext cx="99971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3B5998"/>
                </a:solidFill>
              </a:defRPr>
            </a:pPr>
            <a:r>
              <a:t>Share documents with the world!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FFFFFF"/>
                </a:solidFill>
              </a:defRPr>
            </a:pPr>
            <a:r>
              <a:t>How to Open Notepad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36289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74520"/>
            <a:ext cx="99971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3B5998"/>
                </a:solidFill>
              </a:defRPr>
            </a:pPr>
            <a:r>
              <a:t>1. Click on the Search Bar.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43200"/>
            <a:ext cx="1036289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971800"/>
            <a:ext cx="99971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3B5998"/>
                </a:solidFill>
              </a:defRPr>
            </a:pPr>
            <a:r>
              <a:t>2. Type 'Notepad' using keyboard.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840480"/>
            <a:ext cx="1036289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069080"/>
            <a:ext cx="99971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3B5998"/>
                </a:solidFill>
              </a:defRPr>
            </a:pPr>
            <a:r>
              <a:t>3. Click on 'Open'.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FFFFFF"/>
                </a:solidFill>
              </a:defRPr>
            </a:pPr>
            <a:r>
              <a:t>Cool Keys to Use!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36289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74520"/>
            <a:ext cx="99971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3B5998"/>
                </a:solidFill>
              </a:defRPr>
            </a:pPr>
            <a:r>
              <a:t>CapsLock: For CAPITAL letters.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43200"/>
            <a:ext cx="1036289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971800"/>
            <a:ext cx="99971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3B5998"/>
                </a:solidFill>
              </a:defRPr>
            </a:pPr>
            <a:r>
              <a:t>Spacebar: Put gaps between words.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840480"/>
            <a:ext cx="1036289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069080"/>
            <a:ext cx="99971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3B5998"/>
                </a:solidFill>
              </a:defRPr>
            </a:pPr>
            <a:r>
              <a:t>Enter Key: Move to a NEW 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FFFFFF"/>
                </a:solidFill>
              </a:defRPr>
            </a:pPr>
            <a:r>
              <a:t>Magic Tricks (Edit)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36289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74520"/>
            <a:ext cx="99971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3B5998"/>
                </a:solidFill>
              </a:defRPr>
            </a:pPr>
            <a:r>
              <a:t>To repeat words: Use COPY.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43200"/>
            <a:ext cx="1036289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971800"/>
            <a:ext cx="99971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3B5998"/>
                </a:solidFill>
              </a:defRPr>
            </a:pPr>
            <a:r>
              <a:t>To put them back: Use PASTE.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840480"/>
            <a:ext cx="1036289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069080"/>
            <a:ext cx="99971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3B5998"/>
                </a:solidFill>
              </a:defRPr>
            </a:pPr>
            <a:r>
              <a:t>Both are in the EDIT menu!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FFFFFF"/>
                </a:solidFill>
              </a:defRPr>
            </a:pPr>
            <a:r>
              <a:t>Saving Your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36289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74520"/>
            <a:ext cx="99971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3B5998"/>
                </a:solidFill>
              </a:defRPr>
            </a:pPr>
            <a:r>
              <a:t>Click 'File' menu.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43200"/>
            <a:ext cx="1036289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971800"/>
            <a:ext cx="99971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3B5998"/>
                </a:solidFill>
              </a:defRPr>
            </a:pPr>
            <a:r>
              <a:t>Click 'Save'.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840480"/>
            <a:ext cx="1036289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069080"/>
            <a:ext cx="99971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3B5998"/>
                </a:solidFill>
              </a:defRPr>
            </a:pPr>
            <a:r>
              <a:t>Pick a folder to keep things organized!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FFFFFF"/>
                </a:solidFill>
              </a:defRPr>
            </a:pPr>
            <a:r>
              <a:t>Tech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36289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74520"/>
            <a:ext cx="99971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3B5998"/>
                </a:solidFill>
              </a:defRPr>
            </a:pPr>
            <a:r>
              <a:t>Document: A file with info.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43200"/>
            <a:ext cx="1036289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971800"/>
            <a:ext cx="99971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3B5998"/>
                </a:solidFill>
              </a:defRPr>
            </a:pPr>
            <a:r>
              <a:t>Notepad: Our writing software.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840480"/>
            <a:ext cx="1036289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069080"/>
            <a:ext cx="99971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3B5998"/>
                </a:solidFill>
              </a:defRPr>
            </a:pPr>
            <a:r>
              <a:t>Folder: Where we keep our files.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