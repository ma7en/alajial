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DM Sans Medium"/>
      <p:regular r:id="rId17"/>
    </p:embeddedFont>
    <p:embeddedFont>
      <p:font typeface="DM Sans Medium"/>
      <p:regular r:id="rId18"/>
    </p:embeddedFont>
    <p:embeddedFont>
      <p:font typeface="DM Sans Medium"/>
      <p:regular r:id="rId19"/>
    </p:embeddedFont>
    <p:embeddedFont>
      <p:font typeface="DM Sans Medium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2787491"/>
            <a:ext cx="1400651" cy="426244"/>
          </a:xfrm>
          <a:prstGeom prst="roundRect">
            <a:avLst>
              <a:gd name="adj" fmla="val 6386"/>
            </a:avLst>
          </a:prstGeom>
          <a:solidFill>
            <a:srgbClr val="110745"/>
          </a:solidFill>
          <a:ln/>
        </p:spPr>
      </p:sp>
      <p:sp>
        <p:nvSpPr>
          <p:cNvPr id="4" name="Text 1"/>
          <p:cNvSpPr/>
          <p:nvPr/>
        </p:nvSpPr>
        <p:spPr>
          <a:xfrm>
            <a:off x="6416278" y="2855476"/>
            <a:ext cx="112847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CHAPTER 08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33044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Files and Folders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280190" y="435340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Computers help us do many things! We need to keep our work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organised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we can find it easily. That's where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come in!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🎒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💻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is a File? 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📄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09491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saves information on a computer. It can be of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type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Every picture you draw, every song you hear, every story you write — they are all files!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179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Types of Files 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🗂️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442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are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main types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files you will find on a computer:</a:t>
            </a:r>
            <a:endParaRPr lang="en-US" sz="1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762256"/>
            <a:ext cx="1341120" cy="1341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38686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Document 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📝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884902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and writing files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3762256"/>
            <a:ext cx="1341120" cy="1341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25278" y="538686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Image 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🖼️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125278" y="5884902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Photos and pictures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3762256"/>
            <a:ext cx="1341120" cy="13411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56884" y="538686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Music 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🎵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456884" y="5884902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Songs and sounds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3762256"/>
            <a:ext cx="1341120" cy="13411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788491" y="5386864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Video 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🎬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0788491" y="5884902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Movies and clips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16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What is a Folder? 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📁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183" y="3405783"/>
            <a:ext cx="1333500" cy="1485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40198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are like our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notebooks and books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We keep books in a school bag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🎒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just like that, we keep many files together in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AC9E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 A folder is like a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 box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files on a computer.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5739"/>
            <a:ext cx="63135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Empty vs. Full Folder 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👀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5389126" y="3154680"/>
            <a:ext cx="8610838" cy="2969062"/>
          </a:xfrm>
          <a:prstGeom prst="roundRect">
            <a:avLst>
              <a:gd name="adj" fmla="val 1146"/>
            </a:avLst>
          </a:prstGeom>
          <a:solidFill>
            <a:srgbClr val="AC9EF5"/>
          </a:solidFill>
          <a:ln/>
        </p:spPr>
      </p:sp>
      <p:sp>
        <p:nvSpPr>
          <p:cNvPr id="4" name="Text 2"/>
          <p:cNvSpPr/>
          <p:nvPr/>
        </p:nvSpPr>
        <p:spPr>
          <a:xfrm>
            <a:off x="5615940" y="33814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Empty Folder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8775" y="3990975"/>
            <a:ext cx="891540" cy="131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15940" y="5556766"/>
            <a:ext cx="81572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files inside yet!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86289" y="33814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Folder with Files</a:t>
            </a:r>
            <a:endParaRPr lang="en-US" sz="2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593" y="3990975"/>
            <a:ext cx="868680" cy="1310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289" y="5556766"/>
            <a:ext cx="420516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 files stored inside!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753" y="539591"/>
            <a:ext cx="6013609" cy="613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How to Create a Folder </a:t>
            </a:r>
            <a:pPr algn="l"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🖱️</a:t>
            </a:r>
            <a:endParaRPr lang="en-US" sz="3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753" y="1492210"/>
            <a:ext cx="13256895" cy="58151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04359" y="5789633"/>
            <a:ext cx="2003580" cy="35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New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4704359" y="6250418"/>
            <a:ext cx="2003580" cy="53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New menu option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1069258" y="5789633"/>
            <a:ext cx="2003580" cy="35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Name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1069258" y="6250418"/>
            <a:ext cx="2003580" cy="534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the folder name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92064" y="2014858"/>
            <a:ext cx="2003580" cy="35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Right-click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592064" y="2475644"/>
            <a:ext cx="2003580" cy="534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your desktop background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31453" y="2014858"/>
            <a:ext cx="2003580" cy="35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Folder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7931453" y="2475644"/>
            <a:ext cx="2003580" cy="534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8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Folder from the list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6753" y="7498199"/>
            <a:ext cx="13256895" cy="292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 these simple steps on your computer to make a brand new folder anytime you need one!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7322" y="675561"/>
            <a:ext cx="5078135" cy="634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Step by Step </a:t>
            </a:r>
            <a:pPr algn="l" indent="0" marL="0">
              <a:lnSpc>
                <a:spcPts val="4950"/>
              </a:lnSpc>
              <a:buNone/>
            </a:pPr>
            <a:r>
              <a:rPr lang="en-US" sz="39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🖥️</a:t>
            </a:r>
            <a:endParaRPr lang="en-US" sz="3950" dirty="0"/>
          </a:p>
        </p:txBody>
      </p:sp>
      <p:sp>
        <p:nvSpPr>
          <p:cNvPr id="4" name="Text 1"/>
          <p:cNvSpPr/>
          <p:nvPr/>
        </p:nvSpPr>
        <p:spPr>
          <a:xfrm>
            <a:off x="6197322" y="1583055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197322" y="1905357"/>
            <a:ext cx="7722156" cy="2286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6" name="Text 3"/>
          <p:cNvSpPr/>
          <p:nvPr/>
        </p:nvSpPr>
        <p:spPr>
          <a:xfrm>
            <a:off x="6197322" y="2052638"/>
            <a:ext cx="320171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Right-click on the Desktop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197322" y="2479119"/>
            <a:ext cx="77221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menu box will appear on screen.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197322" y="3121223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97322" y="3443526"/>
            <a:ext cx="7722156" cy="2286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0" name="Text 7"/>
          <p:cNvSpPr/>
          <p:nvPr/>
        </p:nvSpPr>
        <p:spPr>
          <a:xfrm>
            <a:off x="6197322" y="3590806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Click "New"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6197322" y="4017288"/>
            <a:ext cx="77221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for the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option in the menu.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197322" y="4659392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97322" y="4981694"/>
            <a:ext cx="7722156" cy="2286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4" name="Text 11"/>
          <p:cNvSpPr/>
          <p:nvPr/>
        </p:nvSpPr>
        <p:spPr>
          <a:xfrm>
            <a:off x="6197322" y="5128974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Click "Folder"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6197322" y="5555456"/>
            <a:ext cx="77221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folder will appear on the desktop.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6197322" y="6197560"/>
            <a:ext cx="203121" cy="253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197322" y="6519863"/>
            <a:ext cx="7722156" cy="2286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8" name="Text 15"/>
          <p:cNvSpPr/>
          <p:nvPr/>
        </p:nvSpPr>
        <p:spPr>
          <a:xfrm>
            <a:off x="6197322" y="6667143"/>
            <a:ext cx="2539008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Type a Name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6197322" y="7093625"/>
            <a:ext cx="7722156" cy="308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your folder a helpful name, like </a:t>
            </a:r>
            <a:pPr algn="l" indent="0" marL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"My Photos"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!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3269933"/>
            <a:ext cx="7556421" cy="1689616"/>
          </a:xfrm>
          <a:prstGeom prst="roundRect">
            <a:avLst>
              <a:gd name="adj" fmla="val 2014"/>
            </a:avLst>
          </a:prstGeom>
          <a:solidFill>
            <a:srgbClr val="110745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6308" y="3614023"/>
            <a:ext cx="283488" cy="2268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07004" y="3553420"/>
            <a:ext cx="659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Give your folder a name that tells you what's inside. Example: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"My Photos"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 folder with pictures. This helps you find files easily!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626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Let's Remember! 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🌟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311598"/>
            <a:ext cx="7556421" cy="2214205"/>
          </a:xfrm>
          <a:prstGeom prst="roundRect">
            <a:avLst>
              <a:gd name="adj" fmla="val 1537"/>
            </a:avLst>
          </a:prstGeom>
          <a:solidFill>
            <a:srgbClr val="4C5052"/>
          </a:solidFill>
          <a:ln/>
        </p:spPr>
      </p:sp>
      <p:sp>
        <p:nvSpPr>
          <p:cNvPr id="5" name="Shape 2"/>
          <p:cNvSpPr/>
          <p:nvPr/>
        </p:nvSpPr>
        <p:spPr>
          <a:xfrm>
            <a:off x="1020604" y="253841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2725460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34456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File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393608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type of information stored on a computer.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93790" y="4752618"/>
            <a:ext cx="7556421" cy="2214205"/>
          </a:xfrm>
          <a:prstGeom prst="roundRect">
            <a:avLst>
              <a:gd name="adj" fmla="val 1537"/>
            </a:avLst>
          </a:prstGeom>
          <a:solidFill>
            <a:srgbClr val="4C5052"/>
          </a:solidFill>
          <a:ln/>
        </p:spPr>
      </p:sp>
      <p:sp>
        <p:nvSpPr>
          <p:cNvPr id="10" name="Shape 6"/>
          <p:cNvSpPr/>
          <p:nvPr/>
        </p:nvSpPr>
        <p:spPr>
          <a:xfrm>
            <a:off x="1020604" y="497943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AC9EF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5166479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0604" y="58866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Folder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20604" y="637710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and organises files of different types.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253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Exercise Time! </a:t>
            </a:r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✏️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87767"/>
            <a:ext cx="4196358" cy="3216354"/>
          </a:xfrm>
          <a:prstGeom prst="roundRect">
            <a:avLst>
              <a:gd name="adj" fmla="val 1058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3118247"/>
            <a:ext cx="4135398" cy="680442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32457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4025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True or False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515922"/>
            <a:ext cx="3681770" cy="153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are of different types. ______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folder can save different types of files. ______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87767"/>
            <a:ext cx="4196358" cy="3216354"/>
          </a:xfrm>
          <a:prstGeom prst="roundRect">
            <a:avLst>
              <a:gd name="adj" fmla="val 1058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47442" y="3118247"/>
            <a:ext cx="4135398" cy="680442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7145060" y="32457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474256" y="4025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Match the Pairs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74256" y="451592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each file type —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Document, Image, Video, Music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to its correct icon!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087767"/>
            <a:ext cx="4196358" cy="3216354"/>
          </a:xfrm>
          <a:prstGeom prst="roundRect">
            <a:avLst>
              <a:gd name="adj" fmla="val 1058"/>
            </a:avLst>
          </a:prstGeom>
          <a:solidFill>
            <a:srgbClr val="2D3133"/>
          </a:solidFill>
          <a:ln w="30480">
            <a:solidFill>
              <a:srgbClr val="6569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70613" y="3118247"/>
            <a:ext cx="4135398" cy="680442"/>
          </a:xfrm>
          <a:prstGeom prst="rect">
            <a:avLst/>
          </a:prstGeom>
          <a:solidFill>
            <a:srgbClr val="4C5052"/>
          </a:solidFill>
          <a:ln/>
        </p:spPr>
      </p:sp>
      <p:sp>
        <p:nvSpPr>
          <p:cNvPr id="15" name="Text 13"/>
          <p:cNvSpPr/>
          <p:nvPr/>
        </p:nvSpPr>
        <p:spPr>
          <a:xfrm>
            <a:off x="11568232" y="324576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9897427" y="40255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Circle the Answer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97427" y="451592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menu option do you click to create a new folder? Find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"New"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context menu!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2026-03-28T18:46:39Z</dcterms:created>
  <dcterms:modified xsi:type="dcterms:W3CDTF">2026-03-28T18:46:39Z</dcterms:modified>
</cp:coreProperties>
</file>