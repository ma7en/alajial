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1546752794624:5d8047f3aa6caaf252769c3dad40f23b:0:0/c8075ca0-7731-4cd6-a710-79e7577bad16/2018761546752794624:5d8047f3aa6caaf252769c3dad40f23b:0:0_page_1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63980" y="2695575"/>
            <a:ext cx="9806940" cy="99521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7837"/>
              </a:lnSpc>
              <a:buNone/>
            </a:pPr>
            <a:r>
              <a:rPr lang="en-US" sz="6075" b="1" dirty="0">
                <a:ln w="13335">
                  <a:solidFill>
                    <a:srgbClr val="FFFFFF"/>
                  </a:solidFill>
                </a:ln>
                <a:solidFill>
                  <a:srgbClr val="214F8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Files and Folders</a:t>
            </a:r>
            <a:endParaRPr lang="en-US" sz="6075" dirty="0"/>
          </a:p>
        </p:txBody>
      </p:sp>
      <p:sp>
        <p:nvSpPr>
          <p:cNvPr id="4" name="Text 1"/>
          <p:cNvSpPr/>
          <p:nvPr/>
        </p:nvSpPr>
        <p:spPr>
          <a:xfrm>
            <a:off x="2376398" y="4010025"/>
            <a:ext cx="8059222" cy="63534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003"/>
              </a:lnSpc>
              <a:buNone/>
            </a:pPr>
            <a:r>
              <a:rPr lang="en-US" sz="3450" b="1" dirty="0">
                <a:solidFill>
                  <a:srgbClr val="4CAF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First Grade Students</a:t>
            </a:r>
            <a:endParaRPr lang="en-US" sz="3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1546752794624:5d8047f3aa6caaf252769c3dad40f23b:0:0/864d21da-f536-4492-9a9b-906ca48f7b4c/2018761546752794624:5d8047f3aa6caaf252769c3dad40f23b:0:0_page_2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3286" y="4594771"/>
            <a:ext cx="1255663" cy="164589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894" y="3127177"/>
            <a:ext cx="1670298" cy="117946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063" y="1364605"/>
            <a:ext cx="1341090" cy="147444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7365" y="4622155"/>
            <a:ext cx="2999184" cy="2036713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949997" y="552450"/>
            <a:ext cx="6776740" cy="84236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6633"/>
              </a:lnSpc>
              <a:buNone/>
            </a:pPr>
            <a:r>
              <a:rPr lang="en-US" sz="5025" b="1" dirty="0">
                <a:solidFill>
                  <a:srgbClr val="409F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are Files?</a:t>
            </a:r>
            <a:endParaRPr lang="en-US" sz="5025" dirty="0"/>
          </a:p>
        </p:txBody>
      </p:sp>
      <p:sp>
        <p:nvSpPr>
          <p:cNvPr id="8" name="Text 1"/>
          <p:cNvSpPr/>
          <p:nvPr/>
        </p:nvSpPr>
        <p:spPr>
          <a:xfrm>
            <a:off x="2009775" y="1905000"/>
            <a:ext cx="7250311" cy="139660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499"/>
              </a:lnSpc>
              <a:buNone/>
            </a:pPr>
            <a:r>
              <a:rPr lang="en-US" sz="3525" dirty="0">
                <a:solidFill>
                  <a:srgbClr val="2222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file saves information in the</a:t>
            </a:r>
            <a:pPr algn="ctr" indent="0" marL="0">
              <a:lnSpc>
                <a:spcPts val="5499"/>
              </a:lnSpc>
              <a:buNone/>
            </a:pPr>
            <a:r>
              <a:rPr lang="en-US" sz="3525" dirty="0">
                <a:solidFill>
                  <a:srgbClr val="2222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ctr" indent="0" marL="0">
              <a:lnSpc>
                <a:spcPts val="5499"/>
              </a:lnSpc>
              <a:buNone/>
            </a:pPr>
            <a:r>
              <a:rPr lang="en-US" sz="3525" dirty="0">
                <a:solidFill>
                  <a:srgbClr val="2222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computer</a:t>
            </a:r>
            <a:endParaRPr lang="en-US" sz="3525" dirty="0"/>
          </a:p>
        </p:txBody>
      </p:sp>
      <p:sp>
        <p:nvSpPr>
          <p:cNvPr id="9" name="Text 2"/>
          <p:cNvSpPr/>
          <p:nvPr/>
        </p:nvSpPr>
        <p:spPr>
          <a:xfrm>
            <a:off x="1643732" y="3552825"/>
            <a:ext cx="7707213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796"/>
              </a:lnSpc>
              <a:buNone/>
            </a:pPr>
            <a:r>
              <a:rPr lang="en-US" sz="3450" dirty="0">
                <a:solidFill>
                  <a:srgbClr val="2222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Files can be different types</a:t>
            </a:r>
            <a:endParaRPr lang="en-US" sz="3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1546752794624:5d8047f3aa6caaf252769c3dad40f23b:0:0/ce17d6a9-a42c-442d-9ed8-534f4c501c2c/2018761546752794624:5d8047f3aa6caaf252769c3dad40f23b:0:0_page_3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553" y="4491930"/>
            <a:ext cx="1743373" cy="130299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686" y="4224486"/>
            <a:ext cx="1475184" cy="182418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8573" y="1913334"/>
            <a:ext cx="1633686" cy="144006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3686" y="1769269"/>
            <a:ext cx="1414165" cy="1796653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206288" y="485775"/>
            <a:ext cx="8386048" cy="65097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126"/>
              </a:lnSpc>
              <a:buNone/>
            </a:pPr>
            <a:r>
              <a:rPr lang="en-US" sz="3825" b="1" dirty="0">
                <a:solidFill>
                  <a:srgbClr val="377D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Different Types of Files</a:t>
            </a:r>
            <a:endParaRPr lang="en-US" sz="3825" dirty="0"/>
          </a:p>
        </p:txBody>
      </p:sp>
      <p:sp>
        <p:nvSpPr>
          <p:cNvPr id="8" name="Text 1"/>
          <p:cNvSpPr/>
          <p:nvPr/>
        </p:nvSpPr>
        <p:spPr>
          <a:xfrm>
            <a:off x="3154204" y="2447925"/>
            <a:ext cx="2954655" cy="48994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857"/>
              </a:lnSpc>
              <a:buNone/>
            </a:pPr>
            <a:r>
              <a:rPr lang="en-US" sz="277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Documents</a:t>
            </a:r>
            <a:endParaRPr lang="en-US" sz="2775" dirty="0"/>
          </a:p>
        </p:txBody>
      </p:sp>
      <p:sp>
        <p:nvSpPr>
          <p:cNvPr id="9" name="Text 2"/>
          <p:cNvSpPr/>
          <p:nvPr/>
        </p:nvSpPr>
        <p:spPr>
          <a:xfrm>
            <a:off x="6776189" y="2447925"/>
            <a:ext cx="2124730" cy="47669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75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Pictures</a:t>
            </a:r>
            <a:endParaRPr lang="en-US" sz="2700" dirty="0"/>
          </a:p>
        </p:txBody>
      </p:sp>
      <p:sp>
        <p:nvSpPr>
          <p:cNvPr id="10" name="Text 3"/>
          <p:cNvSpPr/>
          <p:nvPr/>
        </p:nvSpPr>
        <p:spPr>
          <a:xfrm>
            <a:off x="3836670" y="4914900"/>
            <a:ext cx="1508760" cy="48994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857"/>
              </a:lnSpc>
              <a:buNone/>
            </a:pPr>
            <a:r>
              <a:rPr lang="en-US" sz="277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Music</a:t>
            </a:r>
            <a:endParaRPr lang="en-US" sz="2775" dirty="0"/>
          </a:p>
        </p:txBody>
      </p:sp>
      <p:sp>
        <p:nvSpPr>
          <p:cNvPr id="11" name="Text 4"/>
          <p:cNvSpPr/>
          <p:nvPr/>
        </p:nvSpPr>
        <p:spPr>
          <a:xfrm>
            <a:off x="6932488" y="4914900"/>
            <a:ext cx="1735038" cy="47669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75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Videos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1546752794624:5d8047f3aa6caaf252769c3dad40f23b:0:0/39ce009e-b4e4-4e62-bdfc-e6d8c910d547/2018761546752794624:5d8047f3aa6caaf252769c3dad40f23b:0:0_page_4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388" y="1707505"/>
            <a:ext cx="6388596" cy="23590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951038" y="638175"/>
            <a:ext cx="6764238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641"/>
              </a:lnSpc>
              <a:buNone/>
            </a:pPr>
            <a:r>
              <a:rPr lang="en-US" sz="3900" b="1" dirty="0">
                <a:solidFill>
                  <a:srgbClr val="2335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are Folders?</a:t>
            </a:r>
            <a:endParaRPr lang="en-US" sz="3900" dirty="0"/>
          </a:p>
        </p:txBody>
      </p:sp>
      <p:sp>
        <p:nvSpPr>
          <p:cNvPr id="5" name="Text 1"/>
          <p:cNvSpPr/>
          <p:nvPr/>
        </p:nvSpPr>
        <p:spPr>
          <a:xfrm>
            <a:off x="1317888" y="4371975"/>
            <a:ext cx="10360045" cy="57804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552"/>
              </a:lnSpc>
              <a:buNone/>
            </a:pPr>
            <a:r>
              <a:rPr lang="en-US" sz="3825" b="1" dirty="0">
                <a:solidFill>
                  <a:srgbClr val="2335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Folders are like a school bag</a:t>
            </a:r>
            <a:endParaRPr lang="en-US" sz="3825" dirty="0"/>
          </a:p>
        </p:txBody>
      </p:sp>
      <p:sp>
        <p:nvSpPr>
          <p:cNvPr id="6" name="Text 2"/>
          <p:cNvSpPr/>
          <p:nvPr/>
        </p:nvSpPr>
        <p:spPr>
          <a:xfrm>
            <a:off x="868873" y="5200650"/>
            <a:ext cx="11290518" cy="54277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274"/>
              </a:lnSpc>
              <a:buNone/>
            </a:pPr>
            <a:r>
              <a:rPr lang="en-US" sz="3075" dirty="0">
                <a:solidFill>
                  <a:srgbClr val="2335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They keep files together and organize work</a:t>
            </a:r>
            <a:endParaRPr lang="en-US" sz="30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1546752794624:5d8047f3aa6caaf252769c3dad40f23b:0:0/4667ab99-34c6-4a76-93ea-07f9aa68f14b/2018761546752794624:5d8047f3aa6caaf252769c3dad40f23b:0:0_page_5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667" y="2352229"/>
            <a:ext cx="2596753" cy="22904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353" y="2715667"/>
            <a:ext cx="1389757" cy="181049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282" y="2235696"/>
            <a:ext cx="707082" cy="61719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9357" y="2599134"/>
            <a:ext cx="2438400" cy="204355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68873" y="466725"/>
            <a:ext cx="11290518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463"/>
              </a:lnSpc>
              <a:buNone/>
            </a:pPr>
            <a:r>
              <a:rPr lang="en-US" sz="3750" b="1" dirty="0">
                <a:solidFill>
                  <a:srgbClr val="306E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Folders Look on Computer</a:t>
            </a:r>
            <a:endParaRPr lang="en-US" sz="3750" dirty="0"/>
          </a:p>
        </p:txBody>
      </p:sp>
      <p:sp>
        <p:nvSpPr>
          <p:cNvPr id="8" name="Text 1"/>
          <p:cNvSpPr/>
          <p:nvPr/>
        </p:nvSpPr>
        <p:spPr>
          <a:xfrm>
            <a:off x="1935004" y="4705350"/>
            <a:ext cx="2954655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2B36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Empty Folder</a:t>
            </a:r>
            <a:endParaRPr lang="en-US" sz="2325" dirty="0"/>
          </a:p>
        </p:txBody>
      </p:sp>
      <p:sp>
        <p:nvSpPr>
          <p:cNvPr id="9" name="Text 2"/>
          <p:cNvSpPr/>
          <p:nvPr/>
        </p:nvSpPr>
        <p:spPr>
          <a:xfrm>
            <a:off x="7236812" y="4705350"/>
            <a:ext cx="3683853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2B36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Folder with Files</a:t>
            </a:r>
            <a:endParaRPr lang="en-US" sz="2325" dirty="0"/>
          </a:p>
        </p:txBody>
      </p:sp>
      <p:sp>
        <p:nvSpPr>
          <p:cNvPr id="10" name="Text 3"/>
          <p:cNvSpPr/>
          <p:nvPr/>
        </p:nvSpPr>
        <p:spPr>
          <a:xfrm>
            <a:off x="3401095" y="1352550"/>
            <a:ext cx="5821263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2B36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Folders have yellow icons</a:t>
            </a:r>
            <a:endParaRPr lang="en-US" sz="2325" dirty="0"/>
          </a:p>
        </p:txBody>
      </p:sp>
      <p:sp>
        <p:nvSpPr>
          <p:cNvPr id="11" name="Text 4"/>
          <p:cNvSpPr/>
          <p:nvPr/>
        </p:nvSpPr>
        <p:spPr>
          <a:xfrm>
            <a:off x="2377440" y="6153150"/>
            <a:ext cx="8046720" cy="33173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612"/>
              </a:lnSpc>
              <a:buNone/>
            </a:pPr>
            <a:r>
              <a:rPr lang="en-US" sz="2025" b="1" dirty="0">
                <a:solidFill>
                  <a:srgbClr val="118A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 for yellow icon cards to find folders!</a:t>
            </a:r>
            <a:endParaRPr lang="en-US" sz="2025" dirty="0"/>
          </a:p>
        </p:txBody>
      </p:sp>
      <p:sp>
        <p:nvSpPr>
          <p:cNvPr id="12" name="Text 5"/>
          <p:cNvSpPr/>
          <p:nvPr/>
        </p:nvSpPr>
        <p:spPr>
          <a:xfrm>
            <a:off x="2447359" y="5372100"/>
            <a:ext cx="1835587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231"/>
              </a:lnSpc>
              <a:buNone/>
            </a:pPr>
            <a:r>
              <a:rPr lang="en-US" sz="1875" dirty="0">
                <a:solidFill>
                  <a:srgbClr val="2B36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 no files</a:t>
            </a:r>
            <a:endParaRPr lang="en-US" sz="1875" dirty="0"/>
          </a:p>
        </p:txBody>
      </p:sp>
      <p:sp>
        <p:nvSpPr>
          <p:cNvPr id="13" name="Text 6"/>
          <p:cNvSpPr/>
          <p:nvPr/>
        </p:nvSpPr>
        <p:spPr>
          <a:xfrm>
            <a:off x="7676302" y="5372100"/>
            <a:ext cx="2753380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231"/>
              </a:lnSpc>
              <a:buNone/>
            </a:pPr>
            <a:r>
              <a:rPr lang="en-US" sz="1875" dirty="0">
                <a:solidFill>
                  <a:srgbClr val="2B36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 different files</a:t>
            </a:r>
            <a:endParaRPr lang="en-US" sz="1875" dirty="0"/>
          </a:p>
        </p:txBody>
      </p:sp>
      <p:sp>
        <p:nvSpPr>
          <p:cNvPr id="14" name="Text 7"/>
          <p:cNvSpPr/>
          <p:nvPr/>
        </p:nvSpPr>
        <p:spPr>
          <a:xfrm>
            <a:off x="5029200" y="2914650"/>
            <a:ext cx="712440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390"/>
              </a:lnSpc>
              <a:buNone/>
            </a:pPr>
            <a:r>
              <a:rPr lang="en-US" sz="1275" dirty="0">
                <a:solidFill>
                  <a:srgbClr val="2B36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Nothing</a:t>
            </a:r>
            <a:pPr algn="ctr" indent="0" marL="0">
              <a:lnSpc>
                <a:spcPts val="1390"/>
              </a:lnSpc>
              <a:buNone/>
            </a:pPr>
            <a:r>
              <a:rPr lang="en-US" sz="1275" dirty="0">
                <a:solidFill>
                  <a:srgbClr val="2B36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1390"/>
              </a:lnSpc>
              <a:buNone/>
            </a:pPr>
            <a:r>
              <a:rPr lang="en-US" sz="1275" dirty="0">
                <a:solidFill>
                  <a:srgbClr val="2B36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inside!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1546752794624:5d8047f3aa6caaf252769c3dad40f23b:1:0/bf48c329-8ece-48ce-92f0-269911baac76/2018761546752794624:5d8047f3aa6caaf252769c3dad40f23b:1:0_page_6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353" y="5129659"/>
            <a:ext cx="2718792" cy="172819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173" y="2215009"/>
            <a:ext cx="3828157" cy="245506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686" y="2290465"/>
            <a:ext cx="3206353" cy="259913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55" y="2660898"/>
            <a:ext cx="3413671" cy="200932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82558" y="409575"/>
            <a:ext cx="11868805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531"/>
              </a:lnSpc>
              <a:buNone/>
            </a:pPr>
            <a:r>
              <a:rPr lang="en-US" sz="4425" b="1" dirty="0">
                <a:solidFill>
                  <a:srgbClr val="316FF0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How to Create a New Folder</a:t>
            </a:r>
            <a:endParaRPr lang="en-US" sz="4425" dirty="0"/>
          </a:p>
        </p:txBody>
      </p:sp>
      <p:sp>
        <p:nvSpPr>
          <p:cNvPr id="8" name="Text 1"/>
          <p:cNvSpPr/>
          <p:nvPr/>
        </p:nvSpPr>
        <p:spPr>
          <a:xfrm>
            <a:off x="771525" y="1733550"/>
            <a:ext cx="3394621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2025" b="1" dirty="0">
                <a:solidFill>
                  <a:srgbClr val="283747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Step 1: Right-click on</a:t>
            </a:r>
            <a:pPr algn="ctr" indent="0" marL="0">
              <a:lnSpc>
                <a:spcPts val="2633"/>
              </a:lnSpc>
              <a:buNone/>
            </a:pPr>
            <a:r>
              <a:rPr lang="en-US" sz="2025" b="1" dirty="0">
                <a:solidFill>
                  <a:srgbClr val="283747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
</a:t>
            </a:r>
            <a:pPr algn="ctr" indent="0" marL="0">
              <a:lnSpc>
                <a:spcPts val="2633"/>
              </a:lnSpc>
              <a:buNone/>
            </a:pPr>
            <a:r>
              <a:rPr lang="en-US" sz="2025" b="1" dirty="0">
                <a:solidFill>
                  <a:srgbClr val="283747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desktop</a:t>
            </a:r>
            <a:endParaRPr lang="en-US" sz="2025" dirty="0"/>
          </a:p>
        </p:txBody>
      </p:sp>
      <p:sp>
        <p:nvSpPr>
          <p:cNvPr id="9" name="Text 2"/>
          <p:cNvSpPr/>
          <p:nvPr/>
        </p:nvSpPr>
        <p:spPr>
          <a:xfrm>
            <a:off x="4231481" y="1733550"/>
            <a:ext cx="40862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875" b="1" dirty="0">
                <a:solidFill>
                  <a:srgbClr val="283747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Step 2: Choose “New”</a:t>
            </a:r>
            <a:endParaRPr lang="en-US" sz="1875" dirty="0"/>
          </a:p>
        </p:txBody>
      </p:sp>
      <p:sp>
        <p:nvSpPr>
          <p:cNvPr id="10" name="Text 3"/>
          <p:cNvSpPr/>
          <p:nvPr/>
        </p:nvSpPr>
        <p:spPr>
          <a:xfrm>
            <a:off x="7908429" y="1733550"/>
            <a:ext cx="4425553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875" b="1" dirty="0">
                <a:solidFill>
                  <a:srgbClr val="283747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Step 3: Choose “Folder”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1546752794624:5d8047f3aa6caaf252769c3dad40f23b:1:0/b2bd2e92-1eac-4cc9-85a2-96b71bf1cc91/2018761546752794624:5d8047f3aa6caaf252769c3dad40f23b:1:0_page_7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777" y="4203948"/>
            <a:ext cx="2462659" cy="172819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886" y="1364605"/>
            <a:ext cx="2608957" cy="169381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903095" y="485775"/>
            <a:ext cx="9052560" cy="91053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7169"/>
              </a:lnSpc>
              <a:buNone/>
            </a:pPr>
            <a:r>
              <a:rPr lang="en-US" sz="5925" b="1" dirty="0">
                <a:solidFill>
                  <a:srgbClr val="196F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Naming the Folder</a:t>
            </a:r>
            <a:endParaRPr lang="en-US" sz="5925" dirty="0"/>
          </a:p>
        </p:txBody>
      </p:sp>
      <p:sp>
        <p:nvSpPr>
          <p:cNvPr id="6" name="Text 1"/>
          <p:cNvSpPr/>
          <p:nvPr/>
        </p:nvSpPr>
        <p:spPr>
          <a:xfrm>
            <a:off x="762000" y="2828925"/>
            <a:ext cx="8633371" cy="133737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265"/>
              </a:lnSpc>
              <a:buNone/>
            </a:pPr>
            <a:r>
              <a:rPr lang="en-US" sz="3375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It’s important to give good names to</a:t>
            </a:r>
            <a:pPr algn="ctr" indent="0" marL="0">
              <a:lnSpc>
                <a:spcPts val="5265"/>
              </a:lnSpc>
              <a:buNone/>
            </a:pPr>
            <a:r>
              <a:rPr lang="en-US" sz="3375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ctr" indent="0" marL="0">
              <a:lnSpc>
                <a:spcPts val="5265"/>
              </a:lnSpc>
              <a:buNone/>
            </a:pPr>
            <a:r>
              <a:rPr lang="en-US" sz="3375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folders so we know what’s inside easily.</a:t>
            </a:r>
            <a:endParaRPr lang="en-US" sz="3375" dirty="0"/>
          </a:p>
        </p:txBody>
      </p:sp>
      <p:sp>
        <p:nvSpPr>
          <p:cNvPr id="7" name="Text 2"/>
          <p:cNvSpPr/>
          <p:nvPr/>
        </p:nvSpPr>
        <p:spPr>
          <a:xfrm>
            <a:off x="1933575" y="5200650"/>
            <a:ext cx="6118771" cy="103643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080"/>
              </a:lnSpc>
              <a:buNone/>
            </a:pPr>
            <a:r>
              <a:rPr lang="en-US" sz="3000" b="1" dirty="0">
                <a:solidFill>
                  <a:srgbClr val="C039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Choose a name that tells you</a:t>
            </a:r>
            <a:pPr algn="ctr" indent="0" marL="0">
              <a:lnSpc>
                <a:spcPts val="4080"/>
              </a:lnSpc>
              <a:buNone/>
            </a:pPr>
            <a:r>
              <a:rPr lang="en-US" sz="3000" b="1" dirty="0">
                <a:solidFill>
                  <a:srgbClr val="C039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ctr" indent="0" marL="0">
              <a:lnSpc>
                <a:spcPts val="4080"/>
              </a:lnSpc>
              <a:buNone/>
            </a:pPr>
            <a:r>
              <a:rPr lang="en-US" sz="3000" b="1" dirty="0">
                <a:solidFill>
                  <a:srgbClr val="C039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about the folder's content!</a:t>
            </a:r>
            <a:endParaRPr lang="en-US" sz="3000" dirty="0"/>
          </a:p>
        </p:txBody>
      </p:sp>
      <p:sp>
        <p:nvSpPr>
          <p:cNvPr id="8" name="Text 3"/>
          <p:cNvSpPr/>
          <p:nvPr/>
        </p:nvSpPr>
        <p:spPr>
          <a:xfrm>
            <a:off x="9247450" y="3171825"/>
            <a:ext cx="2187595" cy="42579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353"/>
              </a:lnSpc>
              <a:buNone/>
            </a:pPr>
            <a:r>
              <a:rPr lang="en-US" sz="225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My Pictures</a:t>
            </a:r>
            <a:endParaRPr lang="en-US" sz="2250" dirty="0"/>
          </a:p>
        </p:txBody>
      </p:sp>
      <p:sp>
        <p:nvSpPr>
          <p:cNvPr id="9" name="Text 4"/>
          <p:cNvSpPr/>
          <p:nvPr/>
        </p:nvSpPr>
        <p:spPr>
          <a:xfrm>
            <a:off x="9060567" y="6000750"/>
            <a:ext cx="2715697" cy="42579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353"/>
              </a:lnSpc>
              <a:buNone/>
            </a:pPr>
            <a:r>
              <a:rPr lang="en-US" sz="225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My Homework</a:t>
            </a:r>
            <a:endParaRPr lang="en-US" sz="2250" dirty="0"/>
          </a:p>
        </p:txBody>
      </p:sp>
      <p:sp>
        <p:nvSpPr>
          <p:cNvPr id="10" name="Text 5"/>
          <p:cNvSpPr/>
          <p:nvPr/>
        </p:nvSpPr>
        <p:spPr>
          <a:xfrm>
            <a:off x="10610850" y="3657600"/>
            <a:ext cx="1835587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456"/>
              </a:lnSpc>
              <a:buNone/>
            </a:pPr>
            <a:r>
              <a:rPr lang="en-US" sz="2400" b="1" dirty="0">
                <a:solidFill>
                  <a:srgbClr val="27AE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Example: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1546752794624:5d8047f3aa6caaf252769c3dad40f23b:1:0/518b3569-20b5-421d-98f6-bfddc20e7ee8/2018761546752794624:5d8047f3aa6caaf252769c3dad40f23b:1:0_page_8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098" y="2345382"/>
            <a:ext cx="3742879" cy="326439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886" y="2345382"/>
            <a:ext cx="3425875" cy="326439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" y="1803648"/>
            <a:ext cx="3755082" cy="412164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658428" y="533400"/>
            <a:ext cx="7418070" cy="55542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373"/>
              </a:lnSpc>
              <a:buNone/>
            </a:pPr>
            <a:r>
              <a:rPr lang="en-US" sz="3675" b="1" dirty="0">
                <a:solidFill>
                  <a:srgbClr val="3062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 Exercises</a:t>
            </a:r>
            <a:endParaRPr lang="en-US" sz="3675" dirty="0"/>
          </a:p>
        </p:txBody>
      </p:sp>
      <p:sp>
        <p:nvSpPr>
          <p:cNvPr id="7" name="Text 1"/>
          <p:cNvSpPr/>
          <p:nvPr/>
        </p:nvSpPr>
        <p:spPr>
          <a:xfrm>
            <a:off x="868873" y="6124575"/>
            <a:ext cx="11290518" cy="38010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992"/>
              </a:lnSpc>
              <a:buNone/>
            </a:pPr>
            <a:r>
              <a:rPr lang="en-US" sz="2250" b="1" dirty="0">
                <a:solidFill>
                  <a:srgbClr val="1B9A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Well done! You learned a lot about files and folders</a:t>
            </a:r>
            <a:endParaRPr lang="en-US" sz="2250" dirty="0"/>
          </a:p>
        </p:txBody>
      </p:sp>
      <p:sp>
        <p:nvSpPr>
          <p:cNvPr id="8" name="Text 2"/>
          <p:cNvSpPr/>
          <p:nvPr/>
        </p:nvSpPr>
        <p:spPr>
          <a:xfrm>
            <a:off x="2066836" y="1390650"/>
            <a:ext cx="8687872" cy="37876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982"/>
              </a:lnSpc>
              <a:buNone/>
            </a:pPr>
            <a:r>
              <a:rPr lang="en-US" sz="2100" b="1" dirty="0">
                <a:solidFill>
                  <a:srgbClr val="1B9A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Fun activities to practice what we learned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2026-02-03T19:03:05Z</dcterms:created>
  <dcterms:modified xsi:type="dcterms:W3CDTF">2026-02-03T19:03:05Z</dcterms:modified>
</cp:coreProperties>
</file>