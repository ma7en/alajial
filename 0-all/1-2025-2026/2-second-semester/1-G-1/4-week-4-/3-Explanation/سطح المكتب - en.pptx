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0:0/bd747fd5-9c70-4110-818a-a8060081b579/2018976477842448384:58ed4eed4a615ad0ab64970a9e4c726b:0:0_page_1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93706" y="638175"/>
            <a:ext cx="5167432" cy="9830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7740"/>
              </a:lnSpc>
              <a:buNone/>
            </a:pPr>
            <a:r>
              <a:rPr lang="en-US" sz="6450" b="1" spc="60" kern="0" dirty="0">
                <a:ln w="13335">
                  <a:solidFill>
                    <a:srgbClr val="2C3E50"/>
                  </a:solidFill>
                </a:ln>
                <a:solidFill>
                  <a:srgbClr val="6DD5ED"/>
                </a:solidFill>
                <a:latin typeface="Lilita One" pitchFamily="34" charset="0"/>
                <a:ea typeface="Lilita One" pitchFamily="34" charset="-122"/>
                <a:cs typeface="Lilita One" pitchFamily="34" charset="-120"/>
              </a:rPr>
              <a:t>Desktop</a:t>
            </a:r>
            <a:endParaRPr lang="en-US" sz="6450" dirty="0"/>
          </a:p>
        </p:txBody>
      </p:sp>
      <p:sp>
        <p:nvSpPr>
          <p:cNvPr id="4" name="Text 1"/>
          <p:cNvSpPr/>
          <p:nvPr/>
        </p:nvSpPr>
        <p:spPr>
          <a:xfrm>
            <a:off x="4566478" y="1771650"/>
            <a:ext cx="3495258" cy="53250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93"/>
              </a:lnSpc>
              <a:buNone/>
            </a:pPr>
            <a:r>
              <a:rPr lang="en-US" sz="3225" b="1" dirty="0">
                <a:solidFill>
                  <a:srgbClr val="2C3E50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First Grade</a:t>
            </a:r>
            <a:endParaRPr lang="en-US" sz="32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0:0/f8b4e9fb-1549-4991-8b1c-19fcd3806f1d/2018976477842448384:58ed4eed4a615ad0ab64970a9e4c726b:0:0_page_2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875" y="2660898"/>
            <a:ext cx="3060055" cy="27774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196" y="4519315"/>
            <a:ext cx="792361" cy="7679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992" y="3483769"/>
            <a:ext cx="816769" cy="8091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796" y="4066729"/>
            <a:ext cx="780157" cy="82287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573" y="2914650"/>
            <a:ext cx="889992" cy="80917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1459" y="5356027"/>
            <a:ext cx="2462659" cy="5348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996" y="2619673"/>
            <a:ext cx="4559796" cy="283234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785938" y="581025"/>
            <a:ext cx="9429750" cy="73669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801"/>
              </a:lnSpc>
              <a:buNone/>
            </a:pPr>
            <a:r>
              <a:rPr lang="en-US" sz="4875" b="1" dirty="0">
                <a:ln w="11430">
                  <a:solidFill>
                    <a:srgbClr val="FFFFFF"/>
                  </a:solidFill>
                </a:ln>
                <a:solidFill>
                  <a:srgbClr val="3A7BD5"/>
                </a:solidFill>
                <a:latin typeface="Lilita One" pitchFamily="34" charset="0"/>
                <a:ea typeface="Lilita One" pitchFamily="34" charset="-122"/>
                <a:cs typeface="Lilita One" pitchFamily="34" charset="-120"/>
              </a:rPr>
              <a:t>What is the Desktop?</a:t>
            </a:r>
            <a:endParaRPr lang="en-US" sz="4875" dirty="0"/>
          </a:p>
        </p:txBody>
      </p:sp>
      <p:sp>
        <p:nvSpPr>
          <p:cNvPr id="11" name="Text 1"/>
          <p:cNvSpPr/>
          <p:nvPr/>
        </p:nvSpPr>
        <p:spPr>
          <a:xfrm>
            <a:off x="8668226" y="5667375"/>
            <a:ext cx="1823085" cy="4914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870"/>
              </a:lnSpc>
              <a:buNone/>
            </a:pPr>
            <a:r>
              <a:rPr lang="en-US" sz="3000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This PC</a:t>
            </a:r>
            <a:endParaRPr lang="en-US" sz="3000" dirty="0"/>
          </a:p>
        </p:txBody>
      </p:sp>
      <p:sp>
        <p:nvSpPr>
          <p:cNvPr id="12" name="Text 2"/>
          <p:cNvSpPr/>
          <p:nvPr/>
        </p:nvSpPr>
        <p:spPr>
          <a:xfrm>
            <a:off x="1323975" y="1800225"/>
            <a:ext cx="11745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desktop is the computer screen where all icons are arranged like books</a:t>
            </a:r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 in a library.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0:0/8fa3552d-5e0d-4db0-b67f-81f077b0d4cc/2018976477842448384:58ed4eed4a615ad0ab64970a9e4c726b:0:0_page_3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655" y="2866579"/>
            <a:ext cx="3450282" cy="252367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459" y="2866579"/>
            <a:ext cx="3523357" cy="25236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86" y="2866579"/>
            <a:ext cx="3450282" cy="2530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377" y="356592"/>
            <a:ext cx="487561" cy="46627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060555" y="419100"/>
            <a:ext cx="876323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6300"/>
              </a:lnSpc>
              <a:buNone/>
            </a:pPr>
            <a:r>
              <a:rPr lang="en-US" sz="5250" b="1" spc="60" kern="0" dirty="0">
                <a:ln w="13335">
                  <a:solidFill>
                    <a:srgbClr val="FFFFFF"/>
                  </a:solidFill>
                </a:ln>
                <a:solidFill>
                  <a:srgbClr val="00FF7F"/>
                </a:solidFill>
                <a:latin typeface="Lilita One" pitchFamily="34" charset="0"/>
                <a:ea typeface="Lilita One" pitchFamily="34" charset="-122"/>
                <a:cs typeface="Lilita One" pitchFamily="34" charset="-120"/>
              </a:rPr>
              <a:t>Screen Background</a:t>
            </a:r>
            <a:endParaRPr lang="en-US" sz="5250" dirty="0"/>
          </a:p>
        </p:txBody>
      </p:sp>
      <p:sp>
        <p:nvSpPr>
          <p:cNvPr id="8" name="Text 1"/>
          <p:cNvSpPr/>
          <p:nvPr/>
        </p:nvSpPr>
        <p:spPr>
          <a:xfrm>
            <a:off x="868873" y="1514475"/>
            <a:ext cx="1129051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The background picture of the desktop is called screen background and you can change it and use your own drawings.</a:t>
            </a:r>
            <a:endParaRPr lang="en-US" sz="1050" dirty="0"/>
          </a:p>
        </p:txBody>
      </p:sp>
      <p:sp>
        <p:nvSpPr>
          <p:cNvPr id="9" name="Text 2"/>
          <p:cNvSpPr/>
          <p:nvPr/>
        </p:nvSpPr>
        <p:spPr>
          <a:xfrm>
            <a:off x="1142717" y="6019800"/>
            <a:ext cx="21750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/>
                </a:solidFill>
                <a:latin typeface="ComicSansMS-Bold" pitchFamily="34" charset="0"/>
                <a:ea typeface="ComicSansMS-Bold" pitchFamily="34" charset="-122"/>
                <a:cs typeface="ComicSansMS-Bold" pitchFamily="34" charset="-120"/>
              </a:rPr>
              <a:t>Nature Scenes</a:t>
            </a:r>
            <a:endParaRPr lang="en-US" sz="1575" dirty="0"/>
          </a:p>
        </p:txBody>
      </p:sp>
      <p:sp>
        <p:nvSpPr>
          <p:cNvPr id="10" name="Text 3"/>
          <p:cNvSpPr/>
          <p:nvPr/>
        </p:nvSpPr>
        <p:spPr>
          <a:xfrm>
            <a:off x="5181124" y="6019800"/>
            <a:ext cx="19488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/>
                </a:solidFill>
                <a:latin typeface="ComicSansMS-Bold" pitchFamily="34" charset="0"/>
                <a:ea typeface="ComicSansMS-Bold" pitchFamily="34" charset="-122"/>
                <a:cs typeface="ComicSansMS-Bold" pitchFamily="34" charset="-120"/>
              </a:rPr>
              <a:t>Cute Animals</a:t>
            </a:r>
            <a:endParaRPr lang="en-US" sz="1575" dirty="0"/>
          </a:p>
        </p:txBody>
      </p:sp>
      <p:sp>
        <p:nvSpPr>
          <p:cNvPr id="11" name="Text 4"/>
          <p:cNvSpPr/>
          <p:nvPr/>
        </p:nvSpPr>
        <p:spPr>
          <a:xfrm>
            <a:off x="9574441" y="6019800"/>
            <a:ext cx="8926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/>
                </a:solidFill>
                <a:latin typeface="ComicSansMS-Bold" pitchFamily="34" charset="0"/>
                <a:ea typeface="ComicSansMS-Bold" pitchFamily="34" charset="-122"/>
                <a:cs typeface="ComicSansMS-Bold" pitchFamily="34" charset="-120"/>
              </a:rPr>
              <a:t>Space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0:0/022f509a-cdc8-4d07-94d8-dbcc329f4827/2018976477842448384:58ed4eed4a615ad0ab64970a9e4c726b:0:0_page_4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388" y="5164038"/>
            <a:ext cx="1036290" cy="100801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690" y="5164038"/>
            <a:ext cx="914400" cy="100116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157" y="5232648"/>
            <a:ext cx="1024086" cy="8914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9" y="5211961"/>
            <a:ext cx="1097161" cy="9120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882" y="5177730"/>
            <a:ext cx="1036290" cy="9874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4682" y="5198269"/>
            <a:ext cx="1133773" cy="92571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886" y="5143500"/>
            <a:ext cx="889992" cy="109031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577" y="5129659"/>
            <a:ext cx="926455" cy="111085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129659"/>
            <a:ext cx="987475" cy="1104007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610680" y="485775"/>
            <a:ext cx="3193435" cy="108808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8568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Lilita One" pitchFamily="34" charset="0"/>
                <a:ea typeface="Lilita One" pitchFamily="34" charset="-122"/>
                <a:cs typeface="Lilita One" pitchFamily="34" charset="-120"/>
              </a:rPr>
              <a:t>Icons</a:t>
            </a:r>
            <a:endParaRPr lang="en-US" sz="7200" dirty="0"/>
          </a:p>
        </p:txBody>
      </p:sp>
      <p:sp>
        <p:nvSpPr>
          <p:cNvPr id="13" name="Text 1"/>
          <p:cNvSpPr/>
          <p:nvPr/>
        </p:nvSpPr>
        <p:spPr>
          <a:xfrm>
            <a:off x="491966" y="2171700"/>
            <a:ext cx="12384405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7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small things on the screen are called icons</a:t>
            </a:r>
            <a:endParaRPr lang="en-US" sz="3000" dirty="0"/>
          </a:p>
        </p:txBody>
      </p:sp>
      <p:sp>
        <p:nvSpPr>
          <p:cNvPr id="14" name="Text 2"/>
          <p:cNvSpPr/>
          <p:nvPr/>
        </p:nvSpPr>
        <p:spPr>
          <a:xfrm>
            <a:off x="1880056" y="3133725"/>
            <a:ext cx="9329023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7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they are files or folders or apps.</a:t>
            </a:r>
            <a:endParaRPr lang="en-US" sz="3000" dirty="0"/>
          </a:p>
        </p:txBody>
      </p:sp>
      <p:sp>
        <p:nvSpPr>
          <p:cNvPr id="15" name="Text 3"/>
          <p:cNvSpPr/>
          <p:nvPr/>
        </p:nvSpPr>
        <p:spPr>
          <a:xfrm>
            <a:off x="1676311" y="4457700"/>
            <a:ext cx="1144072" cy="51628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066"/>
              </a:lnSpc>
              <a:buNone/>
            </a:pPr>
            <a:r>
              <a:rPr lang="en-US" sz="29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</a:t>
            </a:r>
            <a:endParaRPr lang="en-US" sz="2925" dirty="0"/>
          </a:p>
        </p:txBody>
      </p:sp>
      <p:sp>
        <p:nvSpPr>
          <p:cNvPr id="16" name="Text 4"/>
          <p:cNvSpPr/>
          <p:nvPr/>
        </p:nvSpPr>
        <p:spPr>
          <a:xfrm>
            <a:off x="5253038" y="4457700"/>
            <a:ext cx="1885950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7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Folders</a:t>
            </a:r>
            <a:endParaRPr lang="en-US" sz="3000" dirty="0"/>
          </a:p>
        </p:txBody>
      </p:sp>
      <p:sp>
        <p:nvSpPr>
          <p:cNvPr id="17" name="Text 5"/>
          <p:cNvSpPr/>
          <p:nvPr/>
        </p:nvSpPr>
        <p:spPr>
          <a:xfrm>
            <a:off x="9410700" y="4457700"/>
            <a:ext cx="1257300" cy="48994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857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Apps</a:t>
            </a:r>
            <a:endParaRPr lang="en-US" sz="27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0:0/47d53bfe-22a9-4dc4-be8d-612adc951b82/2018976477842448384:58ed4eed4a615ad0ab64970a9e4c726b:0:0_page_5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780" y="4032498"/>
            <a:ext cx="5827663" cy="282535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267" y="1261765"/>
            <a:ext cx="1219200" cy="152920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753" y="3957042"/>
            <a:ext cx="4364682" cy="256475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584" y="1364605"/>
            <a:ext cx="1706761" cy="144690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667" y="1508671"/>
            <a:ext cx="365671" cy="31536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65" y="1543050"/>
            <a:ext cx="329059" cy="3016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576968" y="466725"/>
            <a:ext cx="1010858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219"/>
              </a:lnSpc>
              <a:buNone/>
            </a:pPr>
            <a:r>
              <a:rPr lang="en-US" sz="3375" b="1" dirty="0">
                <a:solidFill>
                  <a:srgbClr val="0025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Computer Icon and Recycle Bin</a:t>
            </a:r>
            <a:endParaRPr lang="en-US" sz="3375" dirty="0"/>
          </a:p>
        </p:txBody>
      </p:sp>
      <p:sp>
        <p:nvSpPr>
          <p:cNvPr id="10" name="Text 1"/>
          <p:cNvSpPr/>
          <p:nvPr/>
        </p:nvSpPr>
        <p:spPr>
          <a:xfrm>
            <a:off x="2583567" y="2886075"/>
            <a:ext cx="1458397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53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This PC</a:t>
            </a:r>
            <a:endParaRPr lang="en-US" sz="2025" dirty="0"/>
          </a:p>
        </p:txBody>
      </p:sp>
      <p:sp>
        <p:nvSpPr>
          <p:cNvPr id="11" name="Text 2"/>
          <p:cNvSpPr/>
          <p:nvPr/>
        </p:nvSpPr>
        <p:spPr>
          <a:xfrm>
            <a:off x="962025" y="3228975"/>
            <a:ext cx="5270153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93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computer icon shows what's inside the</a:t>
            </a:r>
            <a:pPr algn="ctr" indent="0" marL="0">
              <a:lnSpc>
                <a:spcPts val="193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193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computer when you click it twice.</a:t>
            </a:r>
            <a:endParaRPr lang="en-US" sz="1725" dirty="0"/>
          </a:p>
        </p:txBody>
      </p:sp>
      <p:sp>
        <p:nvSpPr>
          <p:cNvPr id="12" name="Text 3"/>
          <p:cNvSpPr/>
          <p:nvPr/>
        </p:nvSpPr>
        <p:spPr>
          <a:xfrm>
            <a:off x="6810375" y="3228975"/>
            <a:ext cx="4735711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93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recycle bin keeps deleted files for</a:t>
            </a:r>
            <a:pPr algn="ctr" indent="0" marL="0">
              <a:lnSpc>
                <a:spcPts val="193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193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 while and you can get them back.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1:0/1b6beaca-da90-47eb-ac57-f9522e5b1424/2018976477842448384:58ed4eed4a615ad0ab64970a9e4c726b:1:0_page_6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365" y="3607296"/>
            <a:ext cx="8619679" cy="293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12583" y="638175"/>
            <a:ext cx="9681210" cy="6460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087"/>
              </a:lnSpc>
              <a:buNone/>
            </a:pPr>
            <a:r>
              <a:rPr lang="en-US" sz="4275" b="1" dirty="0">
                <a:solidFill>
                  <a:srgbClr val="1C48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Taskbar and Search Bar</a:t>
            </a:r>
            <a:endParaRPr lang="en-US" sz="4275" dirty="0"/>
          </a:p>
        </p:txBody>
      </p:sp>
      <p:sp>
        <p:nvSpPr>
          <p:cNvPr id="5" name="Text 1"/>
          <p:cNvSpPr/>
          <p:nvPr/>
        </p:nvSpPr>
        <p:spPr>
          <a:xfrm>
            <a:off x="1200150" y="2038350"/>
            <a:ext cx="10749855" cy="106025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74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taskbar at the bottom of the screen has the apps you</a:t>
            </a:r>
            <a:pPr algn="ctr" indent="0" marL="0">
              <a:lnSpc>
                <a:spcPts val="4174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4174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and the search bar to search in the computer.</a:t>
            </a:r>
            <a:endParaRPr lang="en-US" sz="26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1:0/f8b34951-55cf-4246-8662-7f756b41f327/2018976477842448384:58ed4eed4a615ad0ab64970a9e4c726b:1:0_page_7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463" y="4725144"/>
            <a:ext cx="5986165" cy="21327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10738" y="523875"/>
            <a:ext cx="7304842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7020"/>
              </a:lnSpc>
              <a:buNone/>
            </a:pPr>
            <a:r>
              <a:rPr lang="en-US" sz="5850" b="1" spc="60" kern="0" dirty="0">
                <a:ln w="13335">
                  <a:solidFill>
                    <a:srgbClr val="20124D"/>
                  </a:solidFill>
                </a:ln>
                <a:solidFill>
                  <a:srgbClr val="FF69B4"/>
                </a:solidFill>
                <a:latin typeface="Lilita One" pitchFamily="34" charset="0"/>
                <a:ea typeface="Lilita One" pitchFamily="34" charset="-122"/>
                <a:cs typeface="Lilita One" pitchFamily="34" charset="-120"/>
              </a:rPr>
              <a:t>Start Button</a:t>
            </a:r>
            <a:endParaRPr lang="en-US" sz="5850" dirty="0"/>
          </a:p>
        </p:txBody>
      </p:sp>
      <p:sp>
        <p:nvSpPr>
          <p:cNvPr id="5" name="Text 1"/>
          <p:cNvSpPr/>
          <p:nvPr/>
        </p:nvSpPr>
        <p:spPr>
          <a:xfrm>
            <a:off x="1990725" y="2552700"/>
            <a:ext cx="5521523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725"/>
              </a:lnSpc>
              <a:buNone/>
            </a:pPr>
            <a:r>
              <a:rPr lang="en-US" sz="3375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Sniglet" pitchFamily="34" charset="0"/>
                <a:ea typeface="Sniglet" pitchFamily="34" charset="-122"/>
                <a:cs typeface="Sniglet" pitchFamily="34" charset="-120"/>
              </a:rPr>
              <a:t>The square button in-</a:t>
            </a:r>
            <a:pPr algn="ctr" indent="0" marL="0">
              <a:lnSpc>
                <a:spcPts val="4725"/>
              </a:lnSpc>
              <a:buNone/>
            </a:pPr>
            <a:r>
              <a:rPr lang="en-US" sz="3375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Sniglet" pitchFamily="34" charset="0"/>
                <a:ea typeface="Sniglet" pitchFamily="34" charset="-122"/>
                <a:cs typeface="Sniglet" pitchFamily="34" charset="-120"/>
              </a:rPr>
              <a:t>
</a:t>
            </a:r>
            <a:pPr algn="ctr" indent="0" marL="0">
              <a:lnSpc>
                <a:spcPts val="4725"/>
              </a:lnSpc>
              <a:buNone/>
            </a:pPr>
            <a:r>
              <a:rPr lang="en-US" sz="3375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Sniglet" pitchFamily="34" charset="0"/>
                <a:ea typeface="Sniglet" pitchFamily="34" charset="-122"/>
                <a:cs typeface="Sniglet" pitchFamily="34" charset="-120"/>
              </a:rPr>
              <a:t>the left corner lets</a:t>
            </a:r>
            <a:pPr algn="ctr" indent="0" marL="0">
              <a:lnSpc>
                <a:spcPts val="4725"/>
              </a:lnSpc>
              <a:buNone/>
            </a:pPr>
            <a:r>
              <a:rPr lang="en-US" sz="3375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Sniglet" pitchFamily="34" charset="0"/>
                <a:ea typeface="Sniglet" pitchFamily="34" charset="-122"/>
                <a:cs typeface="Sniglet" pitchFamily="34" charset="-120"/>
              </a:rPr>
              <a:t>
</a:t>
            </a:r>
            <a:pPr algn="ctr" indent="0" marL="0">
              <a:lnSpc>
                <a:spcPts val="4725"/>
              </a:lnSpc>
              <a:buNone/>
            </a:pPr>
            <a:r>
              <a:rPr lang="en-US" sz="3375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Sniglet" pitchFamily="34" charset="0"/>
                <a:ea typeface="Sniglet" pitchFamily="34" charset="-122"/>
                <a:cs typeface="Sniglet" pitchFamily="34" charset="-120"/>
              </a:rPr>
              <a:t>you reach all apps in</a:t>
            </a:r>
            <a:pPr algn="ctr" indent="0" marL="0">
              <a:lnSpc>
                <a:spcPts val="4725"/>
              </a:lnSpc>
              <a:buNone/>
            </a:pPr>
            <a:r>
              <a:rPr lang="en-US" sz="3375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Sniglet" pitchFamily="34" charset="0"/>
                <a:ea typeface="Sniglet" pitchFamily="34" charset="-122"/>
                <a:cs typeface="Sniglet" pitchFamily="34" charset="-120"/>
              </a:rPr>
              <a:t>
</a:t>
            </a:r>
            <a:pPr algn="ctr" indent="0" marL="0">
              <a:lnSpc>
                <a:spcPts val="4725"/>
              </a:lnSpc>
              <a:buNone/>
            </a:pPr>
            <a:r>
              <a:rPr lang="en-US" sz="3375" b="1" dirty="0">
                <a:ln w="9525">
                  <a:solidFill>
                    <a:srgbClr val="FFFFFF"/>
                  </a:solidFill>
                </a:ln>
                <a:solidFill>
                  <a:srgbClr val="000000"/>
                </a:solidFill>
                <a:latin typeface="Sniglet" pitchFamily="34" charset="0"/>
                <a:ea typeface="Sniglet" pitchFamily="34" charset="-122"/>
                <a:cs typeface="Sniglet" pitchFamily="34" charset="-120"/>
              </a:rPr>
              <a:t>the computer.</a:t>
            </a:r>
            <a:endParaRPr lang="en-US" sz="33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76477842448384:58ed4eed4a615ad0ab64970a9e4c726b:1:0/13bed447-586f-41cb-91d0-14821846ce2a/2018976477842448384:58ed4eed4a615ad0ab64970a9e4c726b:1:0_page_8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773" y="3908971"/>
            <a:ext cx="3108871" cy="23041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463" y="1673275"/>
            <a:ext cx="2035969" cy="211901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90550" y="466725"/>
            <a:ext cx="14433768" cy="8777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6912"/>
              </a:lnSpc>
              <a:buNone/>
            </a:pPr>
            <a:r>
              <a:rPr lang="en-US" sz="4800" b="1" dirty="0">
                <a:solidFill>
                  <a:srgbClr val="000080"/>
                </a:solidFill>
                <a:latin typeface="Lilita One" pitchFamily="34" charset="0"/>
                <a:ea typeface="Lilita One" pitchFamily="34" charset="-122"/>
                <a:cs typeface="Lilita One" pitchFamily="34" charset="-120"/>
              </a:rPr>
              <a:t>How to Change Screen Background</a:t>
            </a:r>
            <a:endParaRPr lang="en-US" sz="4800" dirty="0"/>
          </a:p>
        </p:txBody>
      </p:sp>
      <p:sp>
        <p:nvSpPr>
          <p:cNvPr id="6" name="Text 1"/>
          <p:cNvSpPr/>
          <p:nvPr/>
        </p:nvSpPr>
        <p:spPr>
          <a:xfrm>
            <a:off x="4739357" y="1905000"/>
            <a:ext cx="1420713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02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Steps:</a:t>
            </a:r>
            <a:endParaRPr lang="en-US" sz="2550" dirty="0"/>
          </a:p>
        </p:txBody>
      </p:sp>
      <p:sp>
        <p:nvSpPr>
          <p:cNvPr id="7" name="Text 2"/>
          <p:cNvSpPr/>
          <p:nvPr/>
        </p:nvSpPr>
        <p:spPr>
          <a:xfrm>
            <a:off x="1447800" y="2867025"/>
            <a:ext cx="5733217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31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Right-click on the desktop</a:t>
            </a:r>
            <a:endParaRPr lang="en-US" sz="2175" dirty="0"/>
          </a:p>
        </p:txBody>
      </p:sp>
      <p:sp>
        <p:nvSpPr>
          <p:cNvPr id="8" name="Text 3"/>
          <p:cNvSpPr/>
          <p:nvPr/>
        </p:nvSpPr>
        <p:spPr>
          <a:xfrm>
            <a:off x="1076325" y="3752850"/>
            <a:ext cx="6424732" cy="39737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29"/>
              </a:lnSpc>
              <a:buNone/>
            </a:pPr>
            <a:r>
              <a:rPr lang="en-US" sz="2100" dirty="0">
                <a:solidFill>
                  <a:srgbClr val="0031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Choose "Personalize" from the menu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447800" y="4705350"/>
            <a:ext cx="6110407" cy="38323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17"/>
              </a:lnSpc>
              <a:buNone/>
            </a:pPr>
            <a:r>
              <a:rPr lang="en-US" sz="2025" dirty="0">
                <a:solidFill>
                  <a:srgbClr val="0031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Choose your favorite background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2026-02-04T09:16:41Z</dcterms:created>
  <dcterms:modified xsi:type="dcterms:W3CDTF">2026-02-04T09:16:41Z</dcterms:modified>
</cp:coreProperties>
</file>