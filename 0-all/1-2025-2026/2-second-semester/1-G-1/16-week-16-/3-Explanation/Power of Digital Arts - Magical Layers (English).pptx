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ZCOOL KuaiLe" charset="-122" pitchFamily="34"/>
      <p:regular r:id="rId16"/>
    </p:embeddedFont>
    <p:embeddedFont>
      <p:font typeface="LXGW Bright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5000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" r="6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638800" y="838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711696" y="21788"/>
                </a:moveTo>
                <a:lnTo>
                  <a:pt x="554176" y="179308"/>
                </a:lnTo>
                <a:lnTo>
                  <a:pt x="735092" y="360224"/>
                </a:lnTo>
                <a:lnTo>
                  <a:pt x="892612" y="202704"/>
                </a:lnTo>
                <a:cubicBezTo>
                  <a:pt x="906542" y="188595"/>
                  <a:pt x="914400" y="169664"/>
                  <a:pt x="914400" y="150019"/>
                </a:cubicBezTo>
                <a:cubicBezTo>
                  <a:pt x="914400" y="130373"/>
                  <a:pt x="906542" y="111443"/>
                  <a:pt x="892612" y="97334"/>
                </a:cubicBezTo>
                <a:lnTo>
                  <a:pt x="817066" y="21788"/>
                </a:lnTo>
                <a:cubicBezTo>
                  <a:pt x="802958" y="7858"/>
                  <a:pt x="784027" y="0"/>
                  <a:pt x="764381" y="0"/>
                </a:cubicBezTo>
                <a:cubicBezTo>
                  <a:pt x="744736" y="0"/>
                  <a:pt x="725805" y="7858"/>
                  <a:pt x="711696" y="21788"/>
                </a:cubicBezTo>
                <a:close/>
                <a:moveTo>
                  <a:pt x="493633" y="239851"/>
                </a:moveTo>
                <a:lnTo>
                  <a:pt x="21788" y="711696"/>
                </a:lnTo>
                <a:cubicBezTo>
                  <a:pt x="7858" y="725805"/>
                  <a:pt x="0" y="744736"/>
                  <a:pt x="0" y="764381"/>
                </a:cubicBezTo>
                <a:cubicBezTo>
                  <a:pt x="0" y="784027"/>
                  <a:pt x="7858" y="802958"/>
                  <a:pt x="21788" y="817066"/>
                </a:cubicBezTo>
                <a:lnTo>
                  <a:pt x="97334" y="892612"/>
                </a:lnTo>
                <a:cubicBezTo>
                  <a:pt x="111443" y="906542"/>
                  <a:pt x="130373" y="914400"/>
                  <a:pt x="150019" y="914400"/>
                </a:cubicBezTo>
                <a:cubicBezTo>
                  <a:pt x="169664" y="914400"/>
                  <a:pt x="188595" y="906542"/>
                  <a:pt x="202704" y="892612"/>
                </a:cubicBezTo>
                <a:lnTo>
                  <a:pt x="674549" y="420767"/>
                </a:lnTo>
                <a:lnTo>
                  <a:pt x="493633" y="2398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2326035" y="2209800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Power of Digital Arts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37620" y="3124200"/>
            <a:ext cx="5514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Magical Layers! ✨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72868" y="4000500"/>
            <a:ext cx="3448050" cy="800100"/>
          </a:xfrm>
          <a:custGeom>
            <a:avLst/>
            <a:gdLst/>
            <a:ahLst/>
            <a:cxnLst/>
            <a:rect l="l" t="t" r="r" b="b"/>
            <a:pathLst>
              <a:path w="3448050" h="800100">
                <a:moveTo>
                  <a:pt x="228597" y="0"/>
                </a:moveTo>
                <a:lnTo>
                  <a:pt x="3219453" y="0"/>
                </a:lnTo>
                <a:cubicBezTo>
                  <a:pt x="3345704" y="0"/>
                  <a:pt x="3448050" y="102346"/>
                  <a:pt x="3448050" y="228597"/>
                </a:cubicBezTo>
                <a:lnTo>
                  <a:pt x="3448050" y="571503"/>
                </a:lnTo>
                <a:cubicBezTo>
                  <a:pt x="3448050" y="697754"/>
                  <a:pt x="3345704" y="800100"/>
                  <a:pt x="3219453" y="800100"/>
                </a:cubicBezTo>
                <a:lnTo>
                  <a:pt x="228597" y="800100"/>
                </a:lnTo>
                <a:cubicBezTo>
                  <a:pt x="102346" y="800100"/>
                  <a:pt x="0" y="697754"/>
                  <a:pt x="0" y="571503"/>
                </a:cubicBezTo>
                <a:lnTo>
                  <a:pt x="0" y="228597"/>
                </a:lnTo>
                <a:cubicBezTo>
                  <a:pt x="0" y="102346"/>
                  <a:pt x="102346" y="0"/>
                  <a:pt x="22859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8630" y="4229100"/>
            <a:ext cx="2676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Grade 1 Students 🎨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41663" y="5181600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304800" y="0"/>
                </a:moveTo>
                <a:lnTo>
                  <a:pt x="1219200" y="0"/>
                </a:lnTo>
                <a:cubicBezTo>
                  <a:pt x="1387424" y="0"/>
                  <a:pt x="1524000" y="136576"/>
                  <a:pt x="1524000" y="304800"/>
                </a:cubicBezTo>
                <a:lnTo>
                  <a:pt x="1524000" y="304800"/>
                </a:lnTo>
                <a:cubicBezTo>
                  <a:pt x="1524000" y="473024"/>
                  <a:pt x="1387424" y="609600"/>
                  <a:pt x="12192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89313" y="5343525"/>
            <a:ext cx="10243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🖌️ Learn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89947" y="5181600"/>
            <a:ext cx="1609725" cy="609600"/>
          </a:xfrm>
          <a:custGeom>
            <a:avLst/>
            <a:gdLst/>
            <a:ahLst/>
            <a:cxnLst/>
            <a:rect l="l" t="t" r="r" b="b"/>
            <a:pathLst>
              <a:path w="1609725" h="609600">
                <a:moveTo>
                  <a:pt x="304800" y="0"/>
                </a:moveTo>
                <a:lnTo>
                  <a:pt x="1304925" y="0"/>
                </a:lnTo>
                <a:cubicBezTo>
                  <a:pt x="1473149" y="0"/>
                  <a:pt x="1609725" y="136576"/>
                  <a:pt x="1609725" y="304800"/>
                </a:cubicBezTo>
                <a:lnTo>
                  <a:pt x="1609725" y="304800"/>
                </a:lnTo>
                <a:cubicBezTo>
                  <a:pt x="1609725" y="473024"/>
                  <a:pt x="1473149" y="609600"/>
                  <a:pt x="1304925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37597" y="5343525"/>
            <a:ext cx="11181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🎨 Create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31993" y="5181600"/>
            <a:ext cx="1514475" cy="609600"/>
          </a:xfrm>
          <a:custGeom>
            <a:avLst/>
            <a:gdLst/>
            <a:ahLst/>
            <a:cxnLst/>
            <a:rect l="l" t="t" r="r" b="b"/>
            <a:pathLst>
              <a:path w="1514475" h="609600">
                <a:moveTo>
                  <a:pt x="304800" y="0"/>
                </a:moveTo>
                <a:lnTo>
                  <a:pt x="1209675" y="0"/>
                </a:lnTo>
                <a:cubicBezTo>
                  <a:pt x="1377899" y="0"/>
                  <a:pt x="1514475" y="136576"/>
                  <a:pt x="1514475" y="304800"/>
                </a:cubicBezTo>
                <a:lnTo>
                  <a:pt x="1514475" y="304800"/>
                </a:lnTo>
                <a:cubicBezTo>
                  <a:pt x="1514475" y="473024"/>
                  <a:pt x="1377899" y="609600"/>
                  <a:pt x="1209675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79643" y="5343525"/>
            <a:ext cx="102304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E66D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✨ Enjoy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8F4F8"/>
              </a:gs>
              <a:gs pos="100000">
                <a:srgbClr val="FFF5E6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395365" y="381000"/>
            <a:ext cx="5400675" cy="762000"/>
          </a:xfrm>
          <a:custGeom>
            <a:avLst/>
            <a:gdLst/>
            <a:ahLst/>
            <a:cxnLst/>
            <a:rect l="l" t="t" r="r" b="b"/>
            <a:pathLst>
              <a:path w="5400675" h="762000">
                <a:moveTo>
                  <a:pt x="381000" y="0"/>
                </a:moveTo>
                <a:lnTo>
                  <a:pt x="5019675" y="0"/>
                </a:lnTo>
                <a:cubicBezTo>
                  <a:pt x="5229955" y="0"/>
                  <a:pt x="5400675" y="170720"/>
                  <a:pt x="5400675" y="381000"/>
                </a:cubicBezTo>
                <a:lnTo>
                  <a:pt x="5400675" y="381000"/>
                </a:lnTo>
                <a:cubicBezTo>
                  <a:pt x="5400675" y="591280"/>
                  <a:pt x="5229955" y="762000"/>
                  <a:pt x="5019675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B64B6"/>
              </a:gs>
              <a:gs pos="100000">
                <a:srgbClr val="AD46FF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62065" y="533400"/>
            <a:ext cx="4867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What are Layers? 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906191"/>
            <a:ext cx="6800850" cy="4038600"/>
          </a:xfrm>
          <a:custGeom>
            <a:avLst/>
            <a:gdLst/>
            <a:ahLst/>
            <a:cxnLst/>
            <a:rect l="l" t="t" r="r" b="b"/>
            <a:pathLst>
              <a:path w="6800850" h="4038600">
                <a:moveTo>
                  <a:pt x="228585" y="0"/>
                </a:moveTo>
                <a:lnTo>
                  <a:pt x="6572265" y="0"/>
                </a:lnTo>
                <a:cubicBezTo>
                  <a:pt x="6698509" y="0"/>
                  <a:pt x="6800850" y="102341"/>
                  <a:pt x="6800850" y="228585"/>
                </a:cubicBezTo>
                <a:lnTo>
                  <a:pt x="6800850" y="3810015"/>
                </a:lnTo>
                <a:cubicBezTo>
                  <a:pt x="6800850" y="3936259"/>
                  <a:pt x="6698509" y="4038600"/>
                  <a:pt x="6572265" y="4038600"/>
                </a:cubicBezTo>
                <a:lnTo>
                  <a:pt x="228585" y="4038600"/>
                </a:lnTo>
                <a:cubicBezTo>
                  <a:pt x="102341" y="4038600"/>
                  <a:pt x="0" y="3936259"/>
                  <a:pt x="0" y="3810015"/>
                </a:cubicBezTo>
                <a:lnTo>
                  <a:pt x="0" y="228585"/>
                </a:lnTo>
                <a:cubicBezTo>
                  <a:pt x="0" y="102425"/>
                  <a:pt x="102425" y="0"/>
                  <a:pt x="228585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DA5D5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3900" y="223004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B64B6"/>
              </a:gs>
              <a:gs pos="100000">
                <a:srgbClr val="E60076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3450" y="243959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5711" y="3483"/>
                </a:moveTo>
                <a:cubicBezTo>
                  <a:pt x="165690" y="-1139"/>
                  <a:pt x="177210" y="-1139"/>
                  <a:pt x="187189" y="3483"/>
                </a:cubicBezTo>
                <a:lnTo>
                  <a:pt x="333591" y="71125"/>
                </a:lnTo>
                <a:cubicBezTo>
                  <a:pt x="339283" y="73737"/>
                  <a:pt x="342900" y="79430"/>
                  <a:pt x="342900" y="85725"/>
                </a:cubicBezTo>
                <a:cubicBezTo>
                  <a:pt x="342900" y="92020"/>
                  <a:pt x="339283" y="97713"/>
                  <a:pt x="333591" y="100325"/>
                </a:cubicBezTo>
                <a:lnTo>
                  <a:pt x="187189" y="167967"/>
                </a:lnTo>
                <a:cubicBezTo>
                  <a:pt x="177210" y="172589"/>
                  <a:pt x="165690" y="172589"/>
                  <a:pt x="155711" y="167967"/>
                </a:cubicBezTo>
                <a:lnTo>
                  <a:pt x="9309" y="100325"/>
                </a:lnTo>
                <a:cubicBezTo>
                  <a:pt x="3617" y="97646"/>
                  <a:pt x="0" y="91953"/>
                  <a:pt x="0" y="85725"/>
                </a:cubicBezTo>
                <a:cubicBezTo>
                  <a:pt x="0" y="79497"/>
                  <a:pt x="3617" y="73737"/>
                  <a:pt x="9309" y="71125"/>
                </a:cubicBezTo>
                <a:lnTo>
                  <a:pt x="155711" y="3483"/>
                </a:lnTo>
                <a:close/>
                <a:moveTo>
                  <a:pt x="32214" y="146268"/>
                </a:moveTo>
                <a:lnTo>
                  <a:pt x="142250" y="197101"/>
                </a:lnTo>
                <a:cubicBezTo>
                  <a:pt x="160801" y="205673"/>
                  <a:pt x="182166" y="205673"/>
                  <a:pt x="200717" y="197101"/>
                </a:cubicBezTo>
                <a:lnTo>
                  <a:pt x="310753" y="146268"/>
                </a:lnTo>
                <a:lnTo>
                  <a:pt x="333591" y="156850"/>
                </a:lnTo>
                <a:cubicBezTo>
                  <a:pt x="339283" y="159462"/>
                  <a:pt x="342900" y="165155"/>
                  <a:pt x="342900" y="171450"/>
                </a:cubicBezTo>
                <a:cubicBezTo>
                  <a:pt x="342900" y="177745"/>
                  <a:pt x="339283" y="183438"/>
                  <a:pt x="333591" y="186050"/>
                </a:cubicBezTo>
                <a:lnTo>
                  <a:pt x="187189" y="253692"/>
                </a:lnTo>
                <a:cubicBezTo>
                  <a:pt x="177210" y="258314"/>
                  <a:pt x="165690" y="258314"/>
                  <a:pt x="155711" y="253692"/>
                </a:cubicBezTo>
                <a:lnTo>
                  <a:pt x="9309" y="186050"/>
                </a:lnTo>
                <a:cubicBezTo>
                  <a:pt x="3617" y="183371"/>
                  <a:pt x="0" y="177678"/>
                  <a:pt x="0" y="171450"/>
                </a:cubicBezTo>
                <a:cubicBezTo>
                  <a:pt x="0" y="165222"/>
                  <a:pt x="3617" y="159462"/>
                  <a:pt x="9309" y="156850"/>
                </a:cubicBezTo>
                <a:lnTo>
                  <a:pt x="32147" y="146268"/>
                </a:lnTo>
                <a:close/>
                <a:moveTo>
                  <a:pt x="9309" y="242575"/>
                </a:moveTo>
                <a:lnTo>
                  <a:pt x="32147" y="231993"/>
                </a:lnTo>
                <a:lnTo>
                  <a:pt x="142183" y="282826"/>
                </a:lnTo>
                <a:cubicBezTo>
                  <a:pt x="160734" y="291398"/>
                  <a:pt x="182099" y="291398"/>
                  <a:pt x="200650" y="282826"/>
                </a:cubicBezTo>
                <a:lnTo>
                  <a:pt x="310686" y="231993"/>
                </a:lnTo>
                <a:lnTo>
                  <a:pt x="333524" y="242575"/>
                </a:lnTo>
                <a:cubicBezTo>
                  <a:pt x="339217" y="245187"/>
                  <a:pt x="342833" y="250880"/>
                  <a:pt x="342833" y="257175"/>
                </a:cubicBezTo>
                <a:cubicBezTo>
                  <a:pt x="342833" y="263470"/>
                  <a:pt x="339217" y="269163"/>
                  <a:pt x="333524" y="271775"/>
                </a:cubicBezTo>
                <a:lnTo>
                  <a:pt x="187122" y="339417"/>
                </a:lnTo>
                <a:cubicBezTo>
                  <a:pt x="177143" y="344039"/>
                  <a:pt x="165623" y="344039"/>
                  <a:pt x="155644" y="339417"/>
                </a:cubicBezTo>
                <a:lnTo>
                  <a:pt x="9309" y="271775"/>
                </a:lnTo>
                <a:cubicBezTo>
                  <a:pt x="3617" y="269096"/>
                  <a:pt x="0" y="263403"/>
                  <a:pt x="0" y="257175"/>
                </a:cubicBezTo>
                <a:cubicBezTo>
                  <a:pt x="0" y="250947"/>
                  <a:pt x="3617" y="245187"/>
                  <a:pt x="9309" y="2425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38300" y="2420541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B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Imagine with me! 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3220641"/>
            <a:ext cx="6296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Layers are like </a:t>
            </a:r>
            <a:pPr>
              <a:lnSpc>
                <a:spcPct val="140000"/>
              </a:lnSpc>
            </a:pPr>
            <a:r>
              <a:rPr lang="en-US" sz="2250" b="1" dirty="0">
                <a:solidFill>
                  <a:srgbClr val="333333"/>
                </a:solidFill>
                <a:highlight>
                  <a:srgbClr val="FFE66D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transparent glass sheets </a:t>
            </a:r>
            <a:pPr>
              <a:lnSpc>
                <a:spcPct val="140000"/>
              </a:lnSpc>
            </a:pPr>
            <a:r>
              <a:rPr lang="en-US" sz="225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📄✨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3913584"/>
            <a:ext cx="6267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5555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Each layer = a glass sheet you can draw on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separately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55555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3425" y="4523184"/>
            <a:ext cx="6134100" cy="1085850"/>
          </a:xfrm>
          <a:custGeom>
            <a:avLst/>
            <a:gdLst/>
            <a:ahLst/>
            <a:cxnLst/>
            <a:rect l="l" t="t" r="r" b="b"/>
            <a:pathLst>
              <a:path w="6134100" h="1085850">
                <a:moveTo>
                  <a:pt x="152399" y="0"/>
                </a:moveTo>
                <a:lnTo>
                  <a:pt x="5981701" y="0"/>
                </a:lnTo>
                <a:cubicBezTo>
                  <a:pt x="6065869" y="0"/>
                  <a:pt x="6134100" y="68231"/>
                  <a:pt x="6134100" y="152399"/>
                </a:cubicBezTo>
                <a:lnTo>
                  <a:pt x="6134100" y="933451"/>
                </a:lnTo>
                <a:cubicBezTo>
                  <a:pt x="6134100" y="1017619"/>
                  <a:pt x="6065869" y="1085850"/>
                  <a:pt x="5981701" y="1085850"/>
                </a:cubicBezTo>
                <a:lnTo>
                  <a:pt x="152399" y="1085850"/>
                </a:lnTo>
                <a:cubicBezTo>
                  <a:pt x="68231" y="1085850"/>
                  <a:pt x="0" y="1017619"/>
                  <a:pt x="0" y="93345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EFF6FF"/>
              </a:gs>
              <a:gs pos="100000">
                <a:srgbClr val="FAF5FF"/>
              </a:gs>
            </a:gsLst>
            <a:lin ang="0" scaled="1"/>
          </a:gradFill>
          <a:ln w="25400">
            <a:solidFill>
              <a:srgbClr val="BED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" y="478988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3" name="Text 11"/>
          <p:cNvSpPr/>
          <p:nvPr/>
        </p:nvSpPr>
        <p:spPr>
          <a:xfrm>
            <a:off x="1343025" y="4761309"/>
            <a:ext cx="54006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B5B9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Example: If you draw a sun on one layer, and mountains on another, you can move them easily! 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-180000">
            <a:off x="7498881" y="1927440"/>
            <a:ext cx="4248150" cy="1790700"/>
          </a:xfrm>
          <a:custGeom>
            <a:avLst/>
            <a:gdLst/>
            <a:ahLst/>
            <a:cxnLst/>
            <a:rect l="l" t="t" r="r" b="b"/>
            <a:pathLst>
              <a:path w="4248150" h="1790700">
                <a:moveTo>
                  <a:pt x="228601" y="0"/>
                </a:moveTo>
                <a:lnTo>
                  <a:pt x="4019549" y="0"/>
                </a:lnTo>
                <a:cubicBezTo>
                  <a:pt x="4145802" y="0"/>
                  <a:pt x="4248150" y="102348"/>
                  <a:pt x="4248150" y="228601"/>
                </a:cubicBezTo>
                <a:lnTo>
                  <a:pt x="4248150" y="1562099"/>
                </a:lnTo>
                <a:cubicBezTo>
                  <a:pt x="4248150" y="1688352"/>
                  <a:pt x="4145802" y="1790700"/>
                  <a:pt x="4019549" y="1790700"/>
                </a:cubicBezTo>
                <a:lnTo>
                  <a:pt x="228601" y="1790700"/>
                </a:lnTo>
                <a:cubicBezTo>
                  <a:pt x="102348" y="1790700"/>
                  <a:pt x="0" y="1688352"/>
                  <a:pt x="0" y="15620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FFDF20">
              <a:alpha val="50196"/>
            </a:srgbClr>
          </a:solidFill>
          <a:ln w="50800">
            <a:solidFill>
              <a:srgbClr val="FDC700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 rot="-180000">
            <a:off x="7531523" y="2188683"/>
            <a:ext cx="4210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☀️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 rot="-180000">
            <a:off x="7754817" y="3177926"/>
            <a:ext cx="3867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8C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Sun Layer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120000">
            <a:off x="7513193" y="3945313"/>
            <a:ext cx="4248150" cy="1790700"/>
          </a:xfrm>
          <a:custGeom>
            <a:avLst/>
            <a:gdLst/>
            <a:ahLst/>
            <a:cxnLst/>
            <a:rect l="l" t="t" r="r" b="b"/>
            <a:pathLst>
              <a:path w="4248150" h="1790700">
                <a:moveTo>
                  <a:pt x="228601" y="0"/>
                </a:moveTo>
                <a:lnTo>
                  <a:pt x="4019549" y="0"/>
                </a:lnTo>
                <a:cubicBezTo>
                  <a:pt x="4145802" y="0"/>
                  <a:pt x="4248150" y="102348"/>
                  <a:pt x="4248150" y="228601"/>
                </a:cubicBezTo>
                <a:lnTo>
                  <a:pt x="4248150" y="1562099"/>
                </a:lnTo>
                <a:cubicBezTo>
                  <a:pt x="4248150" y="1688352"/>
                  <a:pt x="4145802" y="1790700"/>
                  <a:pt x="4019549" y="1790700"/>
                </a:cubicBezTo>
                <a:lnTo>
                  <a:pt x="228601" y="1790700"/>
                </a:lnTo>
                <a:cubicBezTo>
                  <a:pt x="102348" y="1790700"/>
                  <a:pt x="0" y="1688352"/>
                  <a:pt x="0" y="15620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05DF72">
              <a:alpha val="50196"/>
            </a:srgbClr>
          </a:solidFill>
          <a:ln w="50800">
            <a:solidFill>
              <a:srgbClr val="00C950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 rot="120000">
            <a:off x="7554685" y="4202109"/>
            <a:ext cx="4210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⛰️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 rot="120000">
            <a:off x="7712839" y="5192105"/>
            <a:ext cx="3867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28B2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Mountains Layer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3538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B2C3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572875" y="2057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2350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B7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91425" y="5562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95816" y="7769"/>
                </a:moveTo>
                <a:cubicBezTo>
                  <a:pt x="90234" y="2188"/>
                  <a:pt x="81171" y="2188"/>
                  <a:pt x="75590" y="7769"/>
                </a:cubicBezTo>
                <a:lnTo>
                  <a:pt x="4152" y="79206"/>
                </a:lnTo>
                <a:cubicBezTo>
                  <a:pt x="-1429" y="84787"/>
                  <a:pt x="-1429" y="93851"/>
                  <a:pt x="4152" y="99432"/>
                </a:cubicBezTo>
                <a:cubicBezTo>
                  <a:pt x="9733" y="105013"/>
                  <a:pt x="18797" y="105013"/>
                  <a:pt x="24378" y="99432"/>
                </a:cubicBezTo>
                <a:lnTo>
                  <a:pt x="71438" y="52373"/>
                </a:lnTo>
                <a:lnTo>
                  <a:pt x="71438" y="217884"/>
                </a:lnTo>
                <a:cubicBezTo>
                  <a:pt x="71438" y="225787"/>
                  <a:pt x="77822" y="232172"/>
                  <a:pt x="85725" y="232172"/>
                </a:cubicBezTo>
                <a:cubicBezTo>
                  <a:pt x="93628" y="232172"/>
                  <a:pt x="100013" y="225787"/>
                  <a:pt x="100013" y="217884"/>
                </a:cubicBezTo>
                <a:lnTo>
                  <a:pt x="100013" y="52373"/>
                </a:lnTo>
                <a:lnTo>
                  <a:pt x="147072" y="99432"/>
                </a:lnTo>
                <a:cubicBezTo>
                  <a:pt x="152653" y="105013"/>
                  <a:pt x="161717" y="105013"/>
                  <a:pt x="167298" y="99432"/>
                </a:cubicBezTo>
                <a:cubicBezTo>
                  <a:pt x="172879" y="93851"/>
                  <a:pt x="172879" y="84787"/>
                  <a:pt x="167298" y="79206"/>
                </a:cubicBezTo>
                <a:lnTo>
                  <a:pt x="95860" y="7769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E5B4"/>
              </a:gs>
              <a:gs pos="100000">
                <a:srgbClr val="E0F7FA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535859" y="381000"/>
            <a:ext cx="5124450" cy="762000"/>
          </a:xfrm>
          <a:custGeom>
            <a:avLst/>
            <a:gdLst/>
            <a:ahLst/>
            <a:cxnLst/>
            <a:rect l="l" t="t" r="r" b="b"/>
            <a:pathLst>
              <a:path w="5124450" h="762000">
                <a:moveTo>
                  <a:pt x="381000" y="0"/>
                </a:moveTo>
                <a:lnTo>
                  <a:pt x="4743450" y="0"/>
                </a:lnTo>
                <a:cubicBezTo>
                  <a:pt x="4953730" y="0"/>
                  <a:pt x="5124450" y="170720"/>
                  <a:pt x="5124450" y="381000"/>
                </a:cubicBezTo>
                <a:lnTo>
                  <a:pt x="5124450" y="381000"/>
                </a:lnTo>
                <a:cubicBezTo>
                  <a:pt x="5124450" y="591280"/>
                  <a:pt x="4953730" y="762000"/>
                  <a:pt x="474345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8904"/>
              </a:gs>
              <a:gs pos="100000">
                <a:srgbClr val="FB2C36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02559" y="533400"/>
            <a:ext cx="459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Why Use Layers? 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90650"/>
            <a:ext cx="5562600" cy="2057400"/>
          </a:xfrm>
          <a:custGeom>
            <a:avLst/>
            <a:gdLst/>
            <a:ahLst/>
            <a:cxnLst/>
            <a:rect l="l" t="t" r="r" b="b"/>
            <a:pathLst>
              <a:path w="5562600" h="2057400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1828802"/>
                </a:lnTo>
                <a:cubicBezTo>
                  <a:pt x="5562600" y="1955053"/>
                  <a:pt x="5460253" y="2057400"/>
                  <a:pt x="5334002" y="2057400"/>
                </a:cubicBezTo>
                <a:lnTo>
                  <a:pt x="228598" y="2057400"/>
                </a:lnTo>
                <a:cubicBezTo>
                  <a:pt x="102347" y="2057400"/>
                  <a:pt x="0" y="1955053"/>
                  <a:pt x="0" y="18288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EC5FF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7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1A2FF"/>
              </a:gs>
              <a:gs pos="100000">
                <a:srgbClr val="155DFC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7054" y="1752600"/>
            <a:ext cx="63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09700" y="1771650"/>
            <a:ext cx="2352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196F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Organize Your 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400300"/>
            <a:ext cx="5162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5555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Put far things in the back, and close things in the front! Like playing with order 🎭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390650"/>
            <a:ext cx="5562600" cy="2057400"/>
          </a:xfrm>
          <a:custGeom>
            <a:avLst/>
            <a:gdLst/>
            <a:ahLst/>
            <a:cxnLst/>
            <a:rect l="l" t="t" r="r" b="b"/>
            <a:pathLst>
              <a:path w="5562600" h="2057400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1828802"/>
                </a:lnTo>
                <a:cubicBezTo>
                  <a:pt x="5562600" y="1955053"/>
                  <a:pt x="5460253" y="2057400"/>
                  <a:pt x="5334002" y="2057400"/>
                </a:cubicBezTo>
                <a:lnTo>
                  <a:pt x="228598" y="2057400"/>
                </a:lnTo>
                <a:cubicBezTo>
                  <a:pt x="102347" y="2057400"/>
                  <a:pt x="0" y="1955053"/>
                  <a:pt x="0" y="18288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7BF1A8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70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5DF72"/>
              </a:gs>
              <a:gs pos="100000">
                <a:srgbClr val="00A63E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6354" y="1752600"/>
            <a:ext cx="63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✏️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9000" y="1771650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AF5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Easy to Edit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0" y="2400300"/>
            <a:ext cx="5162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5555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Made a mistake? No problem! Delete the layer and redraw without ruining the rest! 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714750"/>
            <a:ext cx="5562600" cy="2057400"/>
          </a:xfrm>
          <a:custGeom>
            <a:avLst/>
            <a:gdLst/>
            <a:ahLst/>
            <a:cxnLst/>
            <a:rect l="l" t="t" r="r" b="b"/>
            <a:pathLst>
              <a:path w="5562600" h="2057400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1828802"/>
                </a:lnTo>
                <a:cubicBezTo>
                  <a:pt x="5562600" y="1955053"/>
                  <a:pt x="5460253" y="2057400"/>
                  <a:pt x="5334002" y="2057400"/>
                </a:cubicBezTo>
                <a:lnTo>
                  <a:pt x="228598" y="2057400"/>
                </a:lnTo>
                <a:cubicBezTo>
                  <a:pt x="102347" y="2057400"/>
                  <a:pt x="0" y="1955053"/>
                  <a:pt x="0" y="18288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DAB2FF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700" y="396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27AFF"/>
              </a:gs>
              <a:gs pos="100000">
                <a:srgbClr val="9810FA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054" y="4076700"/>
            <a:ext cx="63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👁️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09700" y="40957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C27B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Hide &amp; Show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4724400"/>
            <a:ext cx="5162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5555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You can remove a layer like it disappeared! Or bring it back again! Real magic! 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9350" y="3714750"/>
            <a:ext cx="5562600" cy="2057400"/>
          </a:xfrm>
          <a:custGeom>
            <a:avLst/>
            <a:gdLst/>
            <a:ahLst/>
            <a:cxnLst/>
            <a:rect l="l" t="t" r="r" b="b"/>
            <a:pathLst>
              <a:path w="5562600" h="2057400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1828802"/>
                </a:lnTo>
                <a:cubicBezTo>
                  <a:pt x="5562600" y="1955053"/>
                  <a:pt x="5460253" y="2057400"/>
                  <a:pt x="5334002" y="2057400"/>
                </a:cubicBezTo>
                <a:lnTo>
                  <a:pt x="228598" y="2057400"/>
                </a:lnTo>
                <a:cubicBezTo>
                  <a:pt x="102347" y="2057400"/>
                  <a:pt x="0" y="1955053"/>
                  <a:pt x="0" y="18288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F20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7000" y="396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DC700"/>
              </a:gs>
              <a:gs pos="100000">
                <a:srgbClr val="FF6900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46354" y="4076700"/>
            <a:ext cx="63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39000" y="4095750"/>
            <a:ext cx="1400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98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Try Colors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7000" y="4724400"/>
            <a:ext cx="5162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5555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Try different colors in each layer! Red, Blue, Green - play with colors! 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4117" y="5943600"/>
            <a:ext cx="5362575" cy="533400"/>
          </a:xfrm>
          <a:custGeom>
            <a:avLst/>
            <a:gdLst/>
            <a:ahLst/>
            <a:cxnLst/>
            <a:rect l="l" t="t" r="r" b="b"/>
            <a:pathLst>
              <a:path w="5362575" h="533400">
                <a:moveTo>
                  <a:pt x="266700" y="0"/>
                </a:moveTo>
                <a:lnTo>
                  <a:pt x="5095875" y="0"/>
                </a:lnTo>
                <a:cubicBezTo>
                  <a:pt x="5243071" y="0"/>
                  <a:pt x="5362575" y="119504"/>
                  <a:pt x="5362575" y="266700"/>
                </a:cubicBezTo>
                <a:lnTo>
                  <a:pt x="5362575" y="266700"/>
                </a:lnTo>
                <a:cubicBezTo>
                  <a:pt x="5362575" y="413896"/>
                  <a:pt x="5243071" y="533400"/>
                  <a:pt x="50958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B64B6"/>
              </a:gs>
              <a:gs pos="100000">
                <a:srgbClr val="AD46FF"/>
              </a:gs>
            </a:gsLst>
            <a:lin ang="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33205" y="60864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DF20"/>
          </a:solidFill>
          <a:ln/>
        </p:spPr>
      </p:sp>
      <p:sp>
        <p:nvSpPr>
          <p:cNvPr id="27" name="Text 25"/>
          <p:cNvSpPr/>
          <p:nvPr/>
        </p:nvSpPr>
        <p:spPr>
          <a:xfrm>
            <a:off x="4004667" y="605790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Layers make drawing easier and more fun! 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7CEEB"/>
              </a:gs>
              <a:gs pos="50000">
                <a:srgbClr val="FFE4B5"/>
              </a:gs>
              <a:gs pos="100000">
                <a:srgbClr val="98D8C8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446586" y="381000"/>
            <a:ext cx="7296150" cy="762000"/>
          </a:xfrm>
          <a:custGeom>
            <a:avLst/>
            <a:gdLst/>
            <a:ahLst/>
            <a:cxnLst/>
            <a:rect l="l" t="t" r="r" b="b"/>
            <a:pathLst>
              <a:path w="7296150" h="762000">
                <a:moveTo>
                  <a:pt x="381000" y="0"/>
                </a:moveTo>
                <a:lnTo>
                  <a:pt x="6915150" y="0"/>
                </a:lnTo>
                <a:cubicBezTo>
                  <a:pt x="7125430" y="0"/>
                  <a:pt x="7296150" y="170720"/>
                  <a:pt x="7296150" y="381000"/>
                </a:cubicBezTo>
                <a:lnTo>
                  <a:pt x="7296150" y="381000"/>
                </a:lnTo>
                <a:cubicBezTo>
                  <a:pt x="7296150" y="591280"/>
                  <a:pt x="7125430" y="762000"/>
                  <a:pt x="691515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DC700"/>
              </a:gs>
              <a:gs pos="100000">
                <a:srgbClr val="FF6900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13286" y="533400"/>
            <a:ext cx="676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Story of Sun &amp; Mountains 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14450"/>
            <a:ext cx="7277100" cy="5381625"/>
          </a:xfrm>
          <a:custGeom>
            <a:avLst/>
            <a:gdLst/>
            <a:ahLst/>
            <a:cxnLst/>
            <a:rect l="l" t="t" r="r" b="b"/>
            <a:pathLst>
              <a:path w="7277100" h="5381625">
                <a:moveTo>
                  <a:pt x="228611" y="0"/>
                </a:moveTo>
                <a:lnTo>
                  <a:pt x="7048489" y="0"/>
                </a:lnTo>
                <a:cubicBezTo>
                  <a:pt x="7174747" y="0"/>
                  <a:pt x="7277100" y="102353"/>
                  <a:pt x="7277100" y="228611"/>
                </a:cubicBezTo>
                <a:lnTo>
                  <a:pt x="7277100" y="5153014"/>
                </a:lnTo>
                <a:cubicBezTo>
                  <a:pt x="7277100" y="5279272"/>
                  <a:pt x="7174747" y="5381625"/>
                  <a:pt x="7048489" y="5381625"/>
                </a:cubicBezTo>
                <a:lnTo>
                  <a:pt x="228611" y="5381625"/>
                </a:lnTo>
                <a:cubicBezTo>
                  <a:pt x="102353" y="5381625"/>
                  <a:pt x="0" y="5279272"/>
                  <a:pt x="0" y="5153014"/>
                </a:cubicBezTo>
                <a:lnTo>
                  <a:pt x="0" y="228611"/>
                </a:lnTo>
                <a:cubicBezTo>
                  <a:pt x="0" y="102353"/>
                  <a:pt x="102353" y="0"/>
                  <a:pt x="228611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 w="50800">
            <a:solidFill>
              <a:srgbClr val="FFB86A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3900" y="1638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DC700"/>
              </a:gs>
              <a:gs pos="100000">
                <a:srgbClr val="FF6900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0398" y="1790700"/>
            <a:ext cx="83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8300" y="1847850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Ahmed asks: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3425" y="2562225"/>
            <a:ext cx="6610350" cy="2705100"/>
          </a:xfrm>
          <a:custGeom>
            <a:avLst/>
            <a:gdLst/>
            <a:ahLst/>
            <a:cxnLst/>
            <a:rect l="l" t="t" r="r" b="b"/>
            <a:pathLst>
              <a:path w="6610350" h="2705100">
                <a:moveTo>
                  <a:pt x="152405" y="0"/>
                </a:moveTo>
                <a:lnTo>
                  <a:pt x="6457945" y="0"/>
                </a:lnTo>
                <a:cubicBezTo>
                  <a:pt x="6542116" y="0"/>
                  <a:pt x="6610350" y="68234"/>
                  <a:pt x="6610350" y="152405"/>
                </a:cubicBezTo>
                <a:lnTo>
                  <a:pt x="6610350" y="2552695"/>
                </a:lnTo>
                <a:cubicBezTo>
                  <a:pt x="6610350" y="2636866"/>
                  <a:pt x="6542116" y="2705100"/>
                  <a:pt x="6457945" y="2705100"/>
                </a:cubicBezTo>
                <a:lnTo>
                  <a:pt x="152405" y="2705100"/>
                </a:lnTo>
                <a:cubicBezTo>
                  <a:pt x="68234" y="2705100"/>
                  <a:pt x="0" y="2636866"/>
                  <a:pt x="0" y="25526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EFF6FF"/>
          </a:solidFill>
          <a:ln w="25400">
            <a:solidFill>
              <a:srgbClr val="BE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" y="2800350"/>
            <a:ext cx="6248400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976D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"I drew a beautiful sun in yellow and orange! ☀️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976D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Now I want to draw mountains and hide the sun behind them! 🏔️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976D2"/>
                </a:solidFill>
                <a:highlight>
                  <a:srgbClr val="FFE66D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How can I do that?"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900" y="55578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5DF72"/>
              </a:gs>
              <a:gs pos="100000">
                <a:srgbClr val="00BBA7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1021" y="5710238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👩‍🏫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47825" y="5514975"/>
            <a:ext cx="5695950" cy="847725"/>
          </a:xfrm>
          <a:custGeom>
            <a:avLst/>
            <a:gdLst/>
            <a:ahLst/>
            <a:cxnLst/>
            <a:rect l="l" t="t" r="r" b="b"/>
            <a:pathLst>
              <a:path w="5695950" h="847725">
                <a:moveTo>
                  <a:pt x="152404" y="0"/>
                </a:moveTo>
                <a:lnTo>
                  <a:pt x="5543546" y="0"/>
                </a:lnTo>
                <a:cubicBezTo>
                  <a:pt x="5627660" y="0"/>
                  <a:pt x="5695950" y="68290"/>
                  <a:pt x="5695950" y="152404"/>
                </a:cubicBezTo>
                <a:lnTo>
                  <a:pt x="5695950" y="695321"/>
                </a:lnTo>
                <a:cubicBezTo>
                  <a:pt x="5695950" y="779435"/>
                  <a:pt x="5627660" y="847725"/>
                  <a:pt x="5543546" y="847725"/>
                </a:cubicBezTo>
                <a:lnTo>
                  <a:pt x="152404" y="847725"/>
                </a:lnTo>
                <a:cubicBezTo>
                  <a:pt x="68290" y="847725"/>
                  <a:pt x="0" y="779435"/>
                  <a:pt x="0" y="69532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F0FDF4"/>
          </a:solidFill>
          <a:ln w="25400">
            <a:solidFill>
              <a:srgbClr val="B9F8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4525" y="5819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5" name="Text 13"/>
          <p:cNvSpPr/>
          <p:nvPr/>
        </p:nvSpPr>
        <p:spPr>
          <a:xfrm>
            <a:off x="2228850" y="5753100"/>
            <a:ext cx="4991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88E3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"Yes! You can do that using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highlight>
                  <a:srgbClr val="81C784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layers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88E3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!"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24900" y="1662113"/>
            <a:ext cx="2362200" cy="2362200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1181100" y="0"/>
                </a:moveTo>
                <a:lnTo>
                  <a:pt x="1181100" y="0"/>
                </a:lnTo>
                <a:cubicBezTo>
                  <a:pt x="1832967" y="0"/>
                  <a:pt x="2362200" y="529233"/>
                  <a:pt x="2362200" y="1181100"/>
                </a:cubicBezTo>
                <a:lnTo>
                  <a:pt x="2362200" y="1181100"/>
                </a:lnTo>
                <a:cubicBezTo>
                  <a:pt x="2362200" y="1832967"/>
                  <a:pt x="1832967" y="2362200"/>
                  <a:pt x="1181100" y="2362200"/>
                </a:cubicBezTo>
                <a:lnTo>
                  <a:pt x="1181100" y="2362200"/>
                </a:lnTo>
                <a:cubicBezTo>
                  <a:pt x="529233" y="2362200"/>
                  <a:pt x="0" y="1832967"/>
                  <a:pt x="0" y="1181100"/>
                </a:cubicBezTo>
                <a:lnTo>
                  <a:pt x="0" y="1181100"/>
                </a:lnTo>
                <a:cubicBezTo>
                  <a:pt x="0" y="529233"/>
                  <a:pt x="529233" y="0"/>
                  <a:pt x="1181100" y="0"/>
                </a:cubicBezTo>
                <a:close/>
              </a:path>
            </a:pathLst>
          </a:custGeom>
          <a:solidFill>
            <a:srgbClr val="FFDF20"/>
          </a:solidFill>
          <a:ln w="101600">
            <a:solidFill>
              <a:srgbClr val="FF8904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68991" y="2233613"/>
            <a:ext cx="2286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☀️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001000" y="4005262"/>
            <a:ext cx="3810000" cy="2381250"/>
          </a:xfrm>
          <a:prstGeom prst="roundRect">
            <a:avLst>
              <a:gd name="adj" fmla="val 0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8972550" y="3605213"/>
            <a:ext cx="1866900" cy="800100"/>
          </a:xfrm>
          <a:custGeom>
            <a:avLst/>
            <a:gdLst/>
            <a:ahLst/>
            <a:cxnLst/>
            <a:rect l="l" t="t" r="r" b="b"/>
            <a:pathLst>
              <a:path w="1866900" h="800100">
                <a:moveTo>
                  <a:pt x="400050" y="0"/>
                </a:moveTo>
                <a:lnTo>
                  <a:pt x="1466850" y="0"/>
                </a:lnTo>
                <a:cubicBezTo>
                  <a:pt x="1687644" y="0"/>
                  <a:pt x="1866900" y="179256"/>
                  <a:pt x="1866900" y="400050"/>
                </a:cubicBezTo>
                <a:lnTo>
                  <a:pt x="1866900" y="400050"/>
                </a:lnTo>
                <a:cubicBezTo>
                  <a:pt x="1866900" y="620844"/>
                  <a:pt x="1687644" y="800100"/>
                  <a:pt x="1466850" y="800100"/>
                </a:cubicBezTo>
                <a:lnTo>
                  <a:pt x="400050" y="800100"/>
                </a:lnTo>
                <a:cubicBezTo>
                  <a:pt x="179256" y="800100"/>
                  <a:pt x="0" y="620844"/>
                  <a:pt x="0" y="400050"/>
                </a:cubicBezTo>
                <a:lnTo>
                  <a:pt x="0" y="400050"/>
                </a:lnTo>
                <a:cubicBezTo>
                  <a:pt x="0" y="179256"/>
                  <a:pt x="179256" y="0"/>
                  <a:pt x="40005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50800">
            <a:solidFill>
              <a:srgbClr val="C27AFF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220200" y="3738563"/>
            <a:ext cx="1466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B5B9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How do we do it? 🤔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9C4"/>
              </a:gs>
              <a:gs pos="100000">
                <a:srgbClr val="FFECB3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606427" y="381000"/>
            <a:ext cx="6981825" cy="914400"/>
          </a:xfrm>
          <a:custGeom>
            <a:avLst/>
            <a:gdLst/>
            <a:ahLst/>
            <a:cxnLst/>
            <a:rect l="l" t="t" r="r" b="b"/>
            <a:pathLst>
              <a:path w="6981825" h="914400">
                <a:moveTo>
                  <a:pt x="457200" y="0"/>
                </a:moveTo>
                <a:lnTo>
                  <a:pt x="6524625" y="0"/>
                </a:lnTo>
                <a:cubicBezTo>
                  <a:pt x="6776961" y="0"/>
                  <a:pt x="6981825" y="204864"/>
                  <a:pt x="6981825" y="457200"/>
                </a:cubicBezTo>
                <a:lnTo>
                  <a:pt x="6981825" y="457200"/>
                </a:lnTo>
                <a:cubicBezTo>
                  <a:pt x="6981825" y="709536"/>
                  <a:pt x="6776961" y="914400"/>
                  <a:pt x="6524625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DC700"/>
              </a:gs>
              <a:gs pos="100000">
                <a:srgbClr val="FF6900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987427" y="53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17800" y="647700"/>
            <a:ext cx="352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98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35127" y="609600"/>
            <a:ext cx="5686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Step 1: Draw the Sun ☀️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76400"/>
            <a:ext cx="6800850" cy="4762500"/>
          </a:xfrm>
          <a:custGeom>
            <a:avLst/>
            <a:gdLst/>
            <a:ahLst/>
            <a:cxnLst/>
            <a:rect l="l" t="t" r="r" b="b"/>
            <a:pathLst>
              <a:path w="6800850" h="4762500">
                <a:moveTo>
                  <a:pt x="228600" y="0"/>
                </a:moveTo>
                <a:lnTo>
                  <a:pt x="6572250" y="0"/>
                </a:lnTo>
                <a:cubicBezTo>
                  <a:pt x="6698418" y="0"/>
                  <a:pt x="6800850" y="102432"/>
                  <a:pt x="6800850" y="228600"/>
                </a:cubicBezTo>
                <a:lnTo>
                  <a:pt x="6800850" y="4533900"/>
                </a:lnTo>
                <a:cubicBezTo>
                  <a:pt x="6800850" y="4660068"/>
                  <a:pt x="6698418" y="4762500"/>
                  <a:pt x="6572250" y="4762500"/>
                </a:cubicBezTo>
                <a:lnTo>
                  <a:pt x="228600" y="4762500"/>
                </a:lnTo>
                <a:cubicBezTo>
                  <a:pt x="102432" y="4762500"/>
                  <a:pt x="0" y="4660068"/>
                  <a:pt x="0" y="45339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DC700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3900" y="2000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DC700"/>
              </a:gs>
              <a:gs pos="100000">
                <a:srgbClr val="FF6900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2019" y="220980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19345" y="-6764"/>
                </a:moveTo>
                <a:cubicBezTo>
                  <a:pt x="124301" y="-8840"/>
                  <a:pt x="129927" y="-8238"/>
                  <a:pt x="134414" y="-5291"/>
                </a:cubicBezTo>
                <a:lnTo>
                  <a:pt x="193216" y="33687"/>
                </a:lnTo>
                <a:lnTo>
                  <a:pt x="252018" y="-5291"/>
                </a:lnTo>
                <a:cubicBezTo>
                  <a:pt x="256505" y="-8238"/>
                  <a:pt x="262131" y="-8773"/>
                  <a:pt x="267087" y="-6764"/>
                </a:cubicBezTo>
                <a:cubicBezTo>
                  <a:pt x="272043" y="-4755"/>
                  <a:pt x="275526" y="-335"/>
                  <a:pt x="276597" y="4889"/>
                </a:cubicBezTo>
                <a:lnTo>
                  <a:pt x="290594" y="74005"/>
                </a:lnTo>
                <a:lnTo>
                  <a:pt x="359710" y="88002"/>
                </a:lnTo>
                <a:cubicBezTo>
                  <a:pt x="364934" y="89074"/>
                  <a:pt x="369354" y="92690"/>
                  <a:pt x="371363" y="97579"/>
                </a:cubicBezTo>
                <a:cubicBezTo>
                  <a:pt x="373373" y="102468"/>
                  <a:pt x="372837" y="108161"/>
                  <a:pt x="369890" y="112648"/>
                </a:cubicBezTo>
                <a:lnTo>
                  <a:pt x="330912" y="171450"/>
                </a:lnTo>
                <a:lnTo>
                  <a:pt x="369890" y="230252"/>
                </a:lnTo>
                <a:cubicBezTo>
                  <a:pt x="372837" y="234739"/>
                  <a:pt x="373373" y="240365"/>
                  <a:pt x="371363" y="245321"/>
                </a:cubicBezTo>
                <a:cubicBezTo>
                  <a:pt x="369354" y="250277"/>
                  <a:pt x="364934" y="253893"/>
                  <a:pt x="359710" y="254898"/>
                </a:cubicBezTo>
                <a:lnTo>
                  <a:pt x="290527" y="268828"/>
                </a:lnTo>
                <a:lnTo>
                  <a:pt x="276597" y="338011"/>
                </a:lnTo>
                <a:cubicBezTo>
                  <a:pt x="275526" y="343235"/>
                  <a:pt x="271909" y="347655"/>
                  <a:pt x="267020" y="349664"/>
                </a:cubicBezTo>
                <a:cubicBezTo>
                  <a:pt x="262131" y="351673"/>
                  <a:pt x="256438" y="351138"/>
                  <a:pt x="251951" y="348191"/>
                </a:cubicBezTo>
                <a:lnTo>
                  <a:pt x="193149" y="309213"/>
                </a:lnTo>
                <a:lnTo>
                  <a:pt x="134347" y="348191"/>
                </a:lnTo>
                <a:cubicBezTo>
                  <a:pt x="129860" y="351138"/>
                  <a:pt x="124234" y="351673"/>
                  <a:pt x="119278" y="349664"/>
                </a:cubicBezTo>
                <a:cubicBezTo>
                  <a:pt x="114322" y="347655"/>
                  <a:pt x="110706" y="343235"/>
                  <a:pt x="109701" y="338011"/>
                </a:cubicBezTo>
                <a:lnTo>
                  <a:pt x="95771" y="268828"/>
                </a:lnTo>
                <a:lnTo>
                  <a:pt x="26588" y="254831"/>
                </a:lnTo>
                <a:cubicBezTo>
                  <a:pt x="21364" y="253759"/>
                  <a:pt x="16944" y="250143"/>
                  <a:pt x="14935" y="245254"/>
                </a:cubicBezTo>
                <a:cubicBezTo>
                  <a:pt x="12926" y="240365"/>
                  <a:pt x="13462" y="234672"/>
                  <a:pt x="16408" y="230185"/>
                </a:cubicBezTo>
                <a:lnTo>
                  <a:pt x="55386" y="171450"/>
                </a:lnTo>
                <a:lnTo>
                  <a:pt x="16408" y="112648"/>
                </a:lnTo>
                <a:cubicBezTo>
                  <a:pt x="13462" y="108161"/>
                  <a:pt x="12926" y="102535"/>
                  <a:pt x="14935" y="97579"/>
                </a:cubicBezTo>
                <a:cubicBezTo>
                  <a:pt x="16944" y="92623"/>
                  <a:pt x="21364" y="89007"/>
                  <a:pt x="26588" y="88002"/>
                </a:cubicBezTo>
                <a:lnTo>
                  <a:pt x="95771" y="74072"/>
                </a:lnTo>
                <a:lnTo>
                  <a:pt x="109768" y="4889"/>
                </a:lnTo>
                <a:cubicBezTo>
                  <a:pt x="110840" y="-335"/>
                  <a:pt x="114456" y="-4755"/>
                  <a:pt x="119345" y="-6764"/>
                </a:cubicBezTo>
                <a:close/>
                <a:moveTo>
                  <a:pt x="139035" y="171450"/>
                </a:moveTo>
                <a:cubicBezTo>
                  <a:pt x="139035" y="152213"/>
                  <a:pt x="149298" y="134437"/>
                  <a:pt x="165958" y="124818"/>
                </a:cubicBezTo>
                <a:cubicBezTo>
                  <a:pt x="182618" y="115199"/>
                  <a:pt x="203144" y="115199"/>
                  <a:pt x="219804" y="124818"/>
                </a:cubicBezTo>
                <a:cubicBezTo>
                  <a:pt x="236464" y="134437"/>
                  <a:pt x="246727" y="152213"/>
                  <a:pt x="246727" y="171450"/>
                </a:cubicBezTo>
                <a:cubicBezTo>
                  <a:pt x="246727" y="201168"/>
                  <a:pt x="222600" y="225296"/>
                  <a:pt x="192881" y="225296"/>
                </a:cubicBezTo>
                <a:cubicBezTo>
                  <a:pt x="163163" y="225296"/>
                  <a:pt x="139035" y="201168"/>
                  <a:pt x="139035" y="171450"/>
                </a:cubicBezTo>
                <a:close/>
                <a:moveTo>
                  <a:pt x="278874" y="171450"/>
                </a:moveTo>
                <a:cubicBezTo>
                  <a:pt x="278874" y="123989"/>
                  <a:pt x="240342" y="85457"/>
                  <a:pt x="192881" y="85457"/>
                </a:cubicBezTo>
                <a:cubicBezTo>
                  <a:pt x="145420" y="85457"/>
                  <a:pt x="106888" y="123989"/>
                  <a:pt x="106888" y="171450"/>
                </a:cubicBezTo>
                <a:cubicBezTo>
                  <a:pt x="106888" y="202172"/>
                  <a:pt x="123279" y="230561"/>
                  <a:pt x="149885" y="245922"/>
                </a:cubicBezTo>
                <a:cubicBezTo>
                  <a:pt x="176491" y="261283"/>
                  <a:pt x="209271" y="261283"/>
                  <a:pt x="235878" y="245922"/>
                </a:cubicBezTo>
                <a:cubicBezTo>
                  <a:pt x="262484" y="230561"/>
                  <a:pt x="278874" y="202172"/>
                  <a:pt x="278874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38300" y="2190750"/>
            <a:ext cx="3629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98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Let's Start Drawing! 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900" y="2990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B7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3266" y="30670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3500" y="2990850"/>
            <a:ext cx="4152900" cy="44767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Open your drawing app on your device 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3900" y="3600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C95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3266" y="36766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600450"/>
            <a:ext cx="4257675" cy="44767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Create 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976D2"/>
                </a:solidFill>
                <a:highlight>
                  <a:srgbClr val="E3F2FD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new layer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and name it "Sun" 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900" y="4210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90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3266" y="42862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" y="4210050"/>
            <a:ext cx="3886200" cy="44767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Choose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98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yellow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and orange colors 🟡🟠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3900" y="4819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B2C3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3266" y="48958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819650"/>
            <a:ext cx="3048000" cy="44767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Draw a big beautiful circle! 🌞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425" y="5514975"/>
            <a:ext cx="6134100" cy="590550"/>
          </a:xfrm>
          <a:custGeom>
            <a:avLst/>
            <a:gdLst/>
            <a:ahLst/>
            <a:cxnLst/>
            <a:rect l="l" t="t" r="r" b="b"/>
            <a:pathLst>
              <a:path w="6134100" h="590550">
                <a:moveTo>
                  <a:pt x="152397" y="0"/>
                </a:moveTo>
                <a:lnTo>
                  <a:pt x="5981703" y="0"/>
                </a:lnTo>
                <a:cubicBezTo>
                  <a:pt x="6065869" y="0"/>
                  <a:pt x="6134100" y="68231"/>
                  <a:pt x="6134100" y="152397"/>
                </a:cubicBezTo>
                <a:lnTo>
                  <a:pt x="6134100" y="438153"/>
                </a:lnTo>
                <a:cubicBezTo>
                  <a:pt x="6134100" y="522319"/>
                  <a:pt x="6065869" y="590550"/>
                  <a:pt x="5981703" y="590550"/>
                </a:cubicBezTo>
                <a:lnTo>
                  <a:pt x="152397" y="590550"/>
                </a:lnTo>
                <a:cubicBezTo>
                  <a:pt x="68231" y="590550"/>
                  <a:pt x="0" y="522319"/>
                  <a:pt x="0" y="438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EFCE8"/>
          </a:solidFill>
          <a:ln w="25400">
            <a:solidFill>
              <a:srgbClr val="FFDF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81399" y="5705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676900"/>
            <a:ext cx="561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7C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Great! The sun is ready now! 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62850" y="1562100"/>
            <a:ext cx="4210050" cy="4991100"/>
          </a:xfrm>
          <a:custGeom>
            <a:avLst/>
            <a:gdLst/>
            <a:ahLst/>
            <a:cxnLst/>
            <a:rect l="l" t="t" r="r" b="b"/>
            <a:pathLst>
              <a:path w="4210050" h="4991100">
                <a:moveTo>
                  <a:pt x="228606" y="0"/>
                </a:moveTo>
                <a:lnTo>
                  <a:pt x="3981444" y="0"/>
                </a:lnTo>
                <a:cubicBezTo>
                  <a:pt x="4107615" y="0"/>
                  <a:pt x="4210050" y="102435"/>
                  <a:pt x="4210050" y="228606"/>
                </a:cubicBezTo>
                <a:lnTo>
                  <a:pt x="4210050" y="4762494"/>
                </a:lnTo>
                <a:cubicBezTo>
                  <a:pt x="4210050" y="4888665"/>
                  <a:pt x="4107615" y="4991100"/>
                  <a:pt x="3981444" y="4991100"/>
                </a:cubicBezTo>
                <a:lnTo>
                  <a:pt x="228606" y="4991100"/>
                </a:lnTo>
                <a:cubicBezTo>
                  <a:pt x="102435" y="4991100"/>
                  <a:pt x="0" y="4888665"/>
                  <a:pt x="0" y="4762494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F20"/>
              </a:gs>
              <a:gs pos="100000">
                <a:srgbClr val="FF8904"/>
              </a:gs>
            </a:gsLst>
            <a:lin ang="2700000" scaled="1"/>
          </a:gradFill>
          <a:ln w="101600">
            <a:solidFill>
              <a:srgbClr val="FFFFFF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68234" y="1905000"/>
            <a:ext cx="1400175" cy="457200"/>
          </a:xfrm>
          <a:custGeom>
            <a:avLst/>
            <a:gdLst/>
            <a:ahLst/>
            <a:cxnLst/>
            <a:rect l="l" t="t" r="r" b="b"/>
            <a:pathLst>
              <a:path w="1400175" h="457200">
                <a:moveTo>
                  <a:pt x="228600" y="0"/>
                </a:moveTo>
                <a:lnTo>
                  <a:pt x="1171575" y="0"/>
                </a:lnTo>
                <a:cubicBezTo>
                  <a:pt x="1297743" y="0"/>
                  <a:pt x="1400175" y="102432"/>
                  <a:pt x="1400175" y="228600"/>
                </a:cubicBezTo>
                <a:lnTo>
                  <a:pt x="1400175" y="228600"/>
                </a:lnTo>
                <a:cubicBezTo>
                  <a:pt x="1400175" y="354768"/>
                  <a:pt x="1297743" y="457200"/>
                  <a:pt x="1171575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39684" y="1981200"/>
            <a:ext cx="1057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98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Sun Layer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86775" y="2552700"/>
            <a:ext cx="2362200" cy="2362200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1181100" y="0"/>
                </a:moveTo>
                <a:lnTo>
                  <a:pt x="1181100" y="0"/>
                </a:lnTo>
                <a:cubicBezTo>
                  <a:pt x="1832967" y="0"/>
                  <a:pt x="2362200" y="529233"/>
                  <a:pt x="2362200" y="1181100"/>
                </a:cubicBezTo>
                <a:lnTo>
                  <a:pt x="2362200" y="1181100"/>
                </a:lnTo>
                <a:cubicBezTo>
                  <a:pt x="2362200" y="1832967"/>
                  <a:pt x="1832967" y="2362200"/>
                  <a:pt x="1181100" y="2362200"/>
                </a:cubicBezTo>
                <a:lnTo>
                  <a:pt x="1181100" y="2362200"/>
                </a:lnTo>
                <a:cubicBezTo>
                  <a:pt x="529233" y="2362200"/>
                  <a:pt x="0" y="1832967"/>
                  <a:pt x="0" y="1181100"/>
                </a:cubicBezTo>
                <a:lnTo>
                  <a:pt x="0" y="1181100"/>
                </a:lnTo>
                <a:cubicBezTo>
                  <a:pt x="0" y="529233"/>
                  <a:pt x="529233" y="0"/>
                  <a:pt x="1181100" y="0"/>
                </a:cubicBezTo>
                <a:close/>
              </a:path>
            </a:pathLst>
          </a:custGeom>
          <a:solidFill>
            <a:srgbClr val="FFF085"/>
          </a:solidFill>
          <a:ln w="101600">
            <a:solidFill>
              <a:srgbClr val="FF8904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30866" y="3124200"/>
            <a:ext cx="2286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☀️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20125" y="52006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DC700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382125" y="52006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8904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144125" y="52006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6467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58125" y="5943600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Colors Used 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7430"/>
          </a:xfrm>
          <a:custGeom>
            <a:avLst/>
            <a:gdLst/>
            <a:ahLst/>
            <a:cxnLst/>
            <a:rect l="l" t="t" r="r" b="b"/>
            <a:pathLst>
              <a:path w="12192000" h="6857430">
                <a:moveTo>
                  <a:pt x="0" y="0"/>
                </a:moveTo>
                <a:lnTo>
                  <a:pt x="12192000" y="0"/>
                </a:lnTo>
                <a:lnTo>
                  <a:pt x="12192000" y="6857430"/>
                </a:lnTo>
                <a:lnTo>
                  <a:pt x="0" y="685743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3F2FD"/>
              </a:gs>
              <a:gs pos="100000">
                <a:srgbClr val="BBDEFB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564127" y="364757"/>
            <a:ext cx="7067165" cy="875417"/>
          </a:xfrm>
          <a:custGeom>
            <a:avLst/>
            <a:gdLst/>
            <a:ahLst/>
            <a:cxnLst/>
            <a:rect l="l" t="t" r="r" b="b"/>
            <a:pathLst>
              <a:path w="7067165" h="875417">
                <a:moveTo>
                  <a:pt x="437708" y="0"/>
                </a:moveTo>
                <a:lnTo>
                  <a:pt x="6629457" y="0"/>
                </a:lnTo>
                <a:cubicBezTo>
                  <a:pt x="6871197" y="0"/>
                  <a:pt x="7067165" y="195969"/>
                  <a:pt x="7067165" y="437708"/>
                </a:cubicBezTo>
                <a:lnTo>
                  <a:pt x="7067165" y="437708"/>
                </a:lnTo>
                <a:cubicBezTo>
                  <a:pt x="7067165" y="679448"/>
                  <a:pt x="6871197" y="875417"/>
                  <a:pt x="6629457" y="875417"/>
                </a:cubicBezTo>
                <a:lnTo>
                  <a:pt x="437708" y="875417"/>
                </a:lnTo>
                <a:cubicBezTo>
                  <a:pt x="195969" y="875417"/>
                  <a:pt x="0" y="679448"/>
                  <a:pt x="0" y="437708"/>
                </a:cubicBezTo>
                <a:lnTo>
                  <a:pt x="0" y="437708"/>
                </a:lnTo>
                <a:cubicBezTo>
                  <a:pt x="0" y="195969"/>
                  <a:pt x="195969" y="0"/>
                  <a:pt x="437708" y="0"/>
                </a:cubicBezTo>
                <a:close/>
              </a:path>
            </a:pathLst>
          </a:custGeom>
          <a:gradFill rotWithShape="1" flip="none">
            <a:gsLst>
              <a:gs pos="0">
                <a:srgbClr val="51A2FF"/>
              </a:gs>
              <a:gs pos="100000">
                <a:srgbClr val="615FFF"/>
              </a:gs>
            </a:gsLst>
            <a:lin ang="0" scaled="1"/>
          </a:gradFill>
          <a:ln/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928884" y="510660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291806" y="0"/>
                </a:moveTo>
                <a:lnTo>
                  <a:pt x="291806" y="0"/>
                </a:lnTo>
                <a:cubicBezTo>
                  <a:pt x="452965" y="0"/>
                  <a:pt x="583611" y="130646"/>
                  <a:pt x="583611" y="291806"/>
                </a:cubicBezTo>
                <a:lnTo>
                  <a:pt x="583611" y="291806"/>
                </a:lnTo>
                <a:cubicBezTo>
                  <a:pt x="583611" y="452965"/>
                  <a:pt x="452965" y="583611"/>
                  <a:pt x="291806" y="583611"/>
                </a:cubicBezTo>
                <a:lnTo>
                  <a:pt x="291806" y="583611"/>
                </a:lnTo>
                <a:cubicBezTo>
                  <a:pt x="130646" y="583611"/>
                  <a:pt x="0" y="452965"/>
                  <a:pt x="0" y="291806"/>
                </a:cubicBezTo>
                <a:lnTo>
                  <a:pt x="0" y="291806"/>
                </a:lnTo>
                <a:cubicBezTo>
                  <a:pt x="0" y="130646"/>
                  <a:pt x="130646" y="0"/>
                  <a:pt x="291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53699" y="620087"/>
            <a:ext cx="337400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85" b="1" dirty="0">
                <a:solidFill>
                  <a:srgbClr val="1976D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48971" y="583611"/>
            <a:ext cx="5826992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7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Step 2: Add New Layer 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2995" y="1477266"/>
            <a:ext cx="7030690" cy="5006289"/>
          </a:xfrm>
          <a:custGeom>
            <a:avLst/>
            <a:gdLst/>
            <a:ahLst/>
            <a:cxnLst/>
            <a:rect l="l" t="t" r="r" b="b"/>
            <a:pathLst>
              <a:path w="7030690" h="5006289">
                <a:moveTo>
                  <a:pt x="218875" y="0"/>
                </a:moveTo>
                <a:lnTo>
                  <a:pt x="6811815" y="0"/>
                </a:lnTo>
                <a:cubicBezTo>
                  <a:pt x="6932696" y="0"/>
                  <a:pt x="7030690" y="97994"/>
                  <a:pt x="7030690" y="218875"/>
                </a:cubicBezTo>
                <a:lnTo>
                  <a:pt x="7030690" y="4787414"/>
                </a:lnTo>
                <a:cubicBezTo>
                  <a:pt x="7030690" y="4908295"/>
                  <a:pt x="6932696" y="5006289"/>
                  <a:pt x="6811815" y="5006289"/>
                </a:cubicBezTo>
                <a:lnTo>
                  <a:pt x="218875" y="5006289"/>
                </a:lnTo>
                <a:cubicBezTo>
                  <a:pt x="97994" y="5006289"/>
                  <a:pt x="0" y="4908295"/>
                  <a:pt x="0" y="4787414"/>
                </a:cubicBezTo>
                <a:lnTo>
                  <a:pt x="0" y="218875"/>
                </a:lnTo>
                <a:cubicBezTo>
                  <a:pt x="0" y="98075"/>
                  <a:pt x="98075" y="0"/>
                  <a:pt x="218875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51A2FF"/>
            </a:solidFill>
            <a:prstDash val="solid"/>
          </a:ln>
          <a:effectLst>
            <a:outerShdw sx="100000" sy="100000" kx="0" ky="0" algn="bl" rotWithShape="0" blurRad="455946" dist="227973" dir="5400000">
              <a:srgbClr val="000000">
                <a:alpha val="2509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3038" y="1787309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57" y="0"/>
                </a:moveTo>
                <a:lnTo>
                  <a:pt x="364757" y="0"/>
                </a:lnTo>
                <a:cubicBezTo>
                  <a:pt x="566072" y="0"/>
                  <a:pt x="729514" y="163442"/>
                  <a:pt x="729514" y="364757"/>
                </a:cubicBezTo>
                <a:lnTo>
                  <a:pt x="729514" y="364757"/>
                </a:lnTo>
                <a:cubicBezTo>
                  <a:pt x="729514" y="566072"/>
                  <a:pt x="566072" y="729514"/>
                  <a:pt x="364757" y="729514"/>
                </a:cubicBezTo>
                <a:lnTo>
                  <a:pt x="364757" y="729514"/>
                </a:lnTo>
                <a:cubicBezTo>
                  <a:pt x="163442" y="729514"/>
                  <a:pt x="0" y="566072"/>
                  <a:pt x="0" y="364757"/>
                </a:cubicBezTo>
                <a:lnTo>
                  <a:pt x="0" y="364757"/>
                </a:lnTo>
                <a:cubicBezTo>
                  <a:pt x="0" y="163442"/>
                  <a:pt x="163442" y="0"/>
                  <a:pt x="364757" y="0"/>
                </a:cubicBezTo>
                <a:close/>
              </a:path>
            </a:pathLst>
          </a:custGeom>
          <a:gradFill rotWithShape="1" flip="none">
            <a:gsLst>
              <a:gs pos="0">
                <a:srgbClr val="51A2FF"/>
              </a:gs>
              <a:gs pos="100000">
                <a:srgbClr val="615FFF"/>
              </a:gs>
            </a:gsLst>
            <a:lin ang="2700000" scaled="1"/>
          </a:gra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3654" y="1987925"/>
            <a:ext cx="328281" cy="328281"/>
          </a:xfrm>
          <a:custGeom>
            <a:avLst/>
            <a:gdLst/>
            <a:ahLst/>
            <a:cxnLst/>
            <a:rect l="l" t="t" r="r" b="b"/>
            <a:pathLst>
              <a:path w="328281" h="328281">
                <a:moveTo>
                  <a:pt x="164141" y="328281"/>
                </a:moveTo>
                <a:cubicBezTo>
                  <a:pt x="254732" y="328281"/>
                  <a:pt x="328281" y="254732"/>
                  <a:pt x="328281" y="164141"/>
                </a:cubicBezTo>
                <a:cubicBezTo>
                  <a:pt x="328281" y="73549"/>
                  <a:pt x="254732" y="0"/>
                  <a:pt x="164141" y="0"/>
                </a:cubicBezTo>
                <a:cubicBezTo>
                  <a:pt x="73549" y="0"/>
                  <a:pt x="0" y="73549"/>
                  <a:pt x="0" y="164141"/>
                </a:cubicBezTo>
                <a:cubicBezTo>
                  <a:pt x="0" y="254732"/>
                  <a:pt x="73549" y="328281"/>
                  <a:pt x="164141" y="328281"/>
                </a:cubicBezTo>
                <a:close/>
                <a:moveTo>
                  <a:pt x="148752" y="220564"/>
                </a:moveTo>
                <a:lnTo>
                  <a:pt x="148752" y="179529"/>
                </a:lnTo>
                <a:lnTo>
                  <a:pt x="107717" y="179529"/>
                </a:lnTo>
                <a:cubicBezTo>
                  <a:pt x="99190" y="179529"/>
                  <a:pt x="92329" y="172668"/>
                  <a:pt x="92329" y="164141"/>
                </a:cubicBezTo>
                <a:cubicBezTo>
                  <a:pt x="92329" y="155613"/>
                  <a:pt x="99190" y="148752"/>
                  <a:pt x="107717" y="148752"/>
                </a:cubicBezTo>
                <a:lnTo>
                  <a:pt x="148752" y="148752"/>
                </a:lnTo>
                <a:lnTo>
                  <a:pt x="148752" y="107717"/>
                </a:lnTo>
                <a:cubicBezTo>
                  <a:pt x="148752" y="99190"/>
                  <a:pt x="155613" y="92329"/>
                  <a:pt x="164141" y="92329"/>
                </a:cubicBezTo>
                <a:cubicBezTo>
                  <a:pt x="172668" y="92329"/>
                  <a:pt x="179529" y="99190"/>
                  <a:pt x="179529" y="107717"/>
                </a:cubicBezTo>
                <a:lnTo>
                  <a:pt x="179529" y="148752"/>
                </a:lnTo>
                <a:lnTo>
                  <a:pt x="220564" y="148752"/>
                </a:lnTo>
                <a:cubicBezTo>
                  <a:pt x="229092" y="148752"/>
                  <a:pt x="235952" y="155613"/>
                  <a:pt x="235952" y="164141"/>
                </a:cubicBezTo>
                <a:cubicBezTo>
                  <a:pt x="235952" y="172668"/>
                  <a:pt x="229092" y="179529"/>
                  <a:pt x="220564" y="179529"/>
                </a:cubicBezTo>
                <a:lnTo>
                  <a:pt x="179529" y="179529"/>
                </a:lnTo>
                <a:lnTo>
                  <a:pt x="179529" y="220564"/>
                </a:lnTo>
                <a:cubicBezTo>
                  <a:pt x="179529" y="229092"/>
                  <a:pt x="172668" y="235952"/>
                  <a:pt x="164141" y="235952"/>
                </a:cubicBezTo>
                <a:cubicBezTo>
                  <a:pt x="155613" y="235952"/>
                  <a:pt x="148752" y="229092"/>
                  <a:pt x="148752" y="2205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68455" y="1969687"/>
            <a:ext cx="3565499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1976D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How to Add a Layer? 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2157" y="2744796"/>
            <a:ext cx="6392365" cy="738633"/>
          </a:xfrm>
          <a:custGeom>
            <a:avLst/>
            <a:gdLst/>
            <a:ahLst/>
            <a:cxnLst/>
            <a:rect l="l" t="t" r="r" b="b"/>
            <a:pathLst>
              <a:path w="6392365" h="738633">
                <a:moveTo>
                  <a:pt x="145902" y="0"/>
                </a:moveTo>
                <a:lnTo>
                  <a:pt x="6246463" y="0"/>
                </a:lnTo>
                <a:cubicBezTo>
                  <a:pt x="6327042" y="0"/>
                  <a:pt x="6392365" y="65323"/>
                  <a:pt x="6392365" y="145902"/>
                </a:cubicBezTo>
                <a:lnTo>
                  <a:pt x="6392365" y="592731"/>
                </a:lnTo>
                <a:cubicBezTo>
                  <a:pt x="6392365" y="673310"/>
                  <a:pt x="6327042" y="738633"/>
                  <a:pt x="6246463" y="738633"/>
                </a:cubicBezTo>
                <a:lnTo>
                  <a:pt x="145902" y="738633"/>
                </a:lnTo>
                <a:cubicBezTo>
                  <a:pt x="65377" y="738633"/>
                  <a:pt x="0" y="673256"/>
                  <a:pt x="0" y="592731"/>
                </a:cubicBezTo>
                <a:lnTo>
                  <a:pt x="0" y="145902"/>
                </a:lnTo>
                <a:cubicBezTo>
                  <a:pt x="0" y="65323"/>
                  <a:pt x="65323" y="0"/>
                  <a:pt x="145902" y="0"/>
                </a:cubicBezTo>
                <a:close/>
              </a:path>
            </a:pathLst>
          </a:custGeom>
          <a:solidFill>
            <a:srgbClr val="EFF6FF"/>
          </a:solidFill>
          <a:ln w="25400">
            <a:solidFill>
              <a:srgbClr val="BED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7228" y="2977328"/>
            <a:ext cx="239372" cy="273568"/>
          </a:xfrm>
          <a:custGeom>
            <a:avLst/>
            <a:gdLst/>
            <a:ahLst/>
            <a:cxnLst/>
            <a:rect l="l" t="t" r="r" b="b"/>
            <a:pathLst>
              <a:path w="239372" h="273568">
                <a:moveTo>
                  <a:pt x="41302" y="1336"/>
                </a:moveTo>
                <a:cubicBezTo>
                  <a:pt x="45630" y="-855"/>
                  <a:pt x="50866" y="-374"/>
                  <a:pt x="54714" y="2565"/>
                </a:cubicBezTo>
                <a:lnTo>
                  <a:pt x="225693" y="130746"/>
                </a:lnTo>
                <a:cubicBezTo>
                  <a:pt x="230128" y="134059"/>
                  <a:pt x="231891" y="139829"/>
                  <a:pt x="230182" y="145066"/>
                </a:cubicBezTo>
                <a:cubicBezTo>
                  <a:pt x="228472" y="150302"/>
                  <a:pt x="223556" y="153828"/>
                  <a:pt x="217999" y="153828"/>
                </a:cubicBezTo>
                <a:lnTo>
                  <a:pt x="136624" y="153828"/>
                </a:lnTo>
                <a:lnTo>
                  <a:pt x="184124" y="248776"/>
                </a:lnTo>
                <a:cubicBezTo>
                  <a:pt x="188345" y="257218"/>
                  <a:pt x="184925" y="267477"/>
                  <a:pt x="176483" y="271698"/>
                </a:cubicBezTo>
                <a:cubicBezTo>
                  <a:pt x="168041" y="275919"/>
                  <a:pt x="157782" y="272499"/>
                  <a:pt x="153561" y="264057"/>
                </a:cubicBezTo>
                <a:lnTo>
                  <a:pt x="106061" y="169110"/>
                </a:lnTo>
                <a:lnTo>
                  <a:pt x="57278" y="234189"/>
                </a:lnTo>
                <a:cubicBezTo>
                  <a:pt x="53966" y="238624"/>
                  <a:pt x="48195" y="240387"/>
                  <a:pt x="42959" y="238677"/>
                </a:cubicBezTo>
                <a:cubicBezTo>
                  <a:pt x="37722" y="236967"/>
                  <a:pt x="34196" y="232052"/>
                  <a:pt x="34196" y="226548"/>
                </a:cubicBezTo>
                <a:lnTo>
                  <a:pt x="34196" y="12823"/>
                </a:lnTo>
                <a:cubicBezTo>
                  <a:pt x="34196" y="7961"/>
                  <a:pt x="36921" y="3526"/>
                  <a:pt x="41302" y="1336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81517" y="2936293"/>
            <a:ext cx="3720521" cy="355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23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Look for the </a:t>
            </a:r>
            <a:pPr>
              <a:lnSpc>
                <a:spcPct val="140000"/>
              </a:lnSpc>
            </a:pPr>
            <a:r>
              <a:rPr lang="en-US" sz="1723" b="1" dirty="0">
                <a:solidFill>
                  <a:srgbClr val="FFFFFF"/>
                </a:solidFill>
                <a:highlight>
                  <a:srgbClr val="1976D2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"New Layer" </a:t>
            </a:r>
            <a:pPr>
              <a:lnSpc>
                <a:spcPct val="140000"/>
              </a:lnSpc>
            </a:pPr>
            <a:r>
              <a:rPr lang="en-US" sz="1723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button 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2157" y="3647569"/>
            <a:ext cx="6392365" cy="738633"/>
          </a:xfrm>
          <a:custGeom>
            <a:avLst/>
            <a:gdLst/>
            <a:ahLst/>
            <a:cxnLst/>
            <a:rect l="l" t="t" r="r" b="b"/>
            <a:pathLst>
              <a:path w="6392365" h="738633">
                <a:moveTo>
                  <a:pt x="145902" y="0"/>
                </a:moveTo>
                <a:lnTo>
                  <a:pt x="6246463" y="0"/>
                </a:lnTo>
                <a:cubicBezTo>
                  <a:pt x="6327042" y="0"/>
                  <a:pt x="6392365" y="65323"/>
                  <a:pt x="6392365" y="145902"/>
                </a:cubicBezTo>
                <a:lnTo>
                  <a:pt x="6392365" y="592731"/>
                </a:lnTo>
                <a:cubicBezTo>
                  <a:pt x="6392365" y="673310"/>
                  <a:pt x="6327042" y="738633"/>
                  <a:pt x="6246463" y="738633"/>
                </a:cubicBezTo>
                <a:lnTo>
                  <a:pt x="145902" y="738633"/>
                </a:lnTo>
                <a:cubicBezTo>
                  <a:pt x="65377" y="738633"/>
                  <a:pt x="0" y="673256"/>
                  <a:pt x="0" y="592731"/>
                </a:cubicBezTo>
                <a:lnTo>
                  <a:pt x="0" y="145902"/>
                </a:lnTo>
                <a:cubicBezTo>
                  <a:pt x="0" y="65323"/>
                  <a:pt x="65323" y="0"/>
                  <a:pt x="145902" y="0"/>
                </a:cubicBezTo>
                <a:close/>
              </a:path>
            </a:pathLst>
          </a:custGeom>
          <a:solidFill>
            <a:srgbClr val="F0FDF4"/>
          </a:solidFill>
          <a:ln w="25400">
            <a:solidFill>
              <a:srgbClr val="B9F8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228" y="3880102"/>
            <a:ext cx="239372" cy="273568"/>
          </a:xfrm>
          <a:custGeom>
            <a:avLst/>
            <a:gdLst/>
            <a:ahLst/>
            <a:cxnLst/>
            <a:rect l="l" t="t" r="r" b="b"/>
            <a:pathLst>
              <a:path w="239372" h="273568">
                <a:moveTo>
                  <a:pt x="68392" y="21372"/>
                </a:moveTo>
                <a:cubicBezTo>
                  <a:pt x="68392" y="9564"/>
                  <a:pt x="77956" y="0"/>
                  <a:pt x="89764" y="0"/>
                </a:cubicBezTo>
                <a:cubicBezTo>
                  <a:pt x="101573" y="0"/>
                  <a:pt x="111137" y="9564"/>
                  <a:pt x="111137" y="21372"/>
                </a:cubicBezTo>
                <a:lnTo>
                  <a:pt x="111137" y="100557"/>
                </a:lnTo>
                <a:cubicBezTo>
                  <a:pt x="115679" y="96497"/>
                  <a:pt x="121663" y="94039"/>
                  <a:pt x="128235" y="94039"/>
                </a:cubicBezTo>
                <a:cubicBezTo>
                  <a:pt x="139242" y="94039"/>
                  <a:pt x="148646" y="100985"/>
                  <a:pt x="152279" y="110709"/>
                </a:cubicBezTo>
                <a:cubicBezTo>
                  <a:pt x="156981" y="105740"/>
                  <a:pt x="163606" y="102588"/>
                  <a:pt x="170980" y="102588"/>
                </a:cubicBezTo>
                <a:cubicBezTo>
                  <a:pt x="184498" y="102588"/>
                  <a:pt x="195558" y="113007"/>
                  <a:pt x="196573" y="126258"/>
                </a:cubicBezTo>
                <a:cubicBezTo>
                  <a:pt x="201115" y="122144"/>
                  <a:pt x="207153" y="119686"/>
                  <a:pt x="213725" y="119686"/>
                </a:cubicBezTo>
                <a:cubicBezTo>
                  <a:pt x="227884" y="119686"/>
                  <a:pt x="239372" y="131174"/>
                  <a:pt x="239372" y="145333"/>
                </a:cubicBezTo>
                <a:lnTo>
                  <a:pt x="239372" y="205176"/>
                </a:lnTo>
                <a:cubicBezTo>
                  <a:pt x="239372" y="242952"/>
                  <a:pt x="208756" y="273568"/>
                  <a:pt x="170980" y="273568"/>
                </a:cubicBezTo>
                <a:lnTo>
                  <a:pt x="125403" y="273568"/>
                </a:lnTo>
                <a:cubicBezTo>
                  <a:pt x="122731" y="273568"/>
                  <a:pt x="120113" y="273407"/>
                  <a:pt x="117549" y="273033"/>
                </a:cubicBezTo>
                <a:cubicBezTo>
                  <a:pt x="88001" y="270041"/>
                  <a:pt x="60805" y="254867"/>
                  <a:pt x="42745" y="230823"/>
                </a:cubicBezTo>
                <a:lnTo>
                  <a:pt x="4274" y="179529"/>
                </a:lnTo>
                <a:cubicBezTo>
                  <a:pt x="-2832" y="170071"/>
                  <a:pt x="-908" y="156714"/>
                  <a:pt x="8549" y="149607"/>
                </a:cubicBezTo>
                <a:cubicBezTo>
                  <a:pt x="18006" y="142501"/>
                  <a:pt x="31364" y="144425"/>
                  <a:pt x="38470" y="153882"/>
                </a:cubicBezTo>
                <a:lnTo>
                  <a:pt x="68392" y="193795"/>
                </a:lnTo>
                <a:lnTo>
                  <a:pt x="68392" y="21372"/>
                </a:lnTo>
                <a:close/>
                <a:moveTo>
                  <a:pt x="128235" y="162431"/>
                </a:moveTo>
                <a:cubicBezTo>
                  <a:pt x="128235" y="157729"/>
                  <a:pt x="124388" y="153882"/>
                  <a:pt x="119686" y="153882"/>
                </a:cubicBezTo>
                <a:cubicBezTo>
                  <a:pt x="114984" y="153882"/>
                  <a:pt x="111137" y="157729"/>
                  <a:pt x="111137" y="162431"/>
                </a:cubicBezTo>
                <a:lnTo>
                  <a:pt x="111137" y="213725"/>
                </a:lnTo>
                <a:cubicBezTo>
                  <a:pt x="111137" y="218427"/>
                  <a:pt x="114984" y="222274"/>
                  <a:pt x="119686" y="222274"/>
                </a:cubicBezTo>
                <a:cubicBezTo>
                  <a:pt x="124388" y="222274"/>
                  <a:pt x="128235" y="218427"/>
                  <a:pt x="128235" y="213725"/>
                </a:cubicBezTo>
                <a:lnTo>
                  <a:pt x="128235" y="162431"/>
                </a:lnTo>
                <a:close/>
                <a:moveTo>
                  <a:pt x="153882" y="153882"/>
                </a:moveTo>
                <a:cubicBezTo>
                  <a:pt x="149180" y="153882"/>
                  <a:pt x="145333" y="157729"/>
                  <a:pt x="145333" y="162431"/>
                </a:cubicBezTo>
                <a:lnTo>
                  <a:pt x="145333" y="213725"/>
                </a:lnTo>
                <a:cubicBezTo>
                  <a:pt x="145333" y="218427"/>
                  <a:pt x="149180" y="222274"/>
                  <a:pt x="153882" y="222274"/>
                </a:cubicBezTo>
                <a:cubicBezTo>
                  <a:pt x="158584" y="222274"/>
                  <a:pt x="162431" y="218427"/>
                  <a:pt x="162431" y="213725"/>
                </a:cubicBezTo>
                <a:lnTo>
                  <a:pt x="162431" y="162431"/>
                </a:lnTo>
                <a:cubicBezTo>
                  <a:pt x="162431" y="157729"/>
                  <a:pt x="158584" y="153882"/>
                  <a:pt x="153882" y="153882"/>
                </a:cubicBezTo>
                <a:close/>
                <a:moveTo>
                  <a:pt x="196627" y="162431"/>
                </a:moveTo>
                <a:cubicBezTo>
                  <a:pt x="196627" y="157729"/>
                  <a:pt x="192780" y="153882"/>
                  <a:pt x="188078" y="153882"/>
                </a:cubicBezTo>
                <a:cubicBezTo>
                  <a:pt x="183376" y="153882"/>
                  <a:pt x="179529" y="157729"/>
                  <a:pt x="179529" y="162431"/>
                </a:cubicBezTo>
                <a:lnTo>
                  <a:pt x="179529" y="213725"/>
                </a:lnTo>
                <a:cubicBezTo>
                  <a:pt x="179529" y="218427"/>
                  <a:pt x="183376" y="222274"/>
                  <a:pt x="188078" y="222274"/>
                </a:cubicBezTo>
                <a:cubicBezTo>
                  <a:pt x="192780" y="222274"/>
                  <a:pt x="196627" y="218427"/>
                  <a:pt x="196627" y="213725"/>
                </a:cubicBezTo>
                <a:lnTo>
                  <a:pt x="196627" y="162431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6" name="Text 14"/>
          <p:cNvSpPr/>
          <p:nvPr/>
        </p:nvSpPr>
        <p:spPr>
          <a:xfrm>
            <a:off x="1381517" y="3839067"/>
            <a:ext cx="1577574" cy="355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23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Click it once! 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2157" y="4550343"/>
            <a:ext cx="6392365" cy="738633"/>
          </a:xfrm>
          <a:custGeom>
            <a:avLst/>
            <a:gdLst/>
            <a:ahLst/>
            <a:cxnLst/>
            <a:rect l="l" t="t" r="r" b="b"/>
            <a:pathLst>
              <a:path w="6392365" h="738633">
                <a:moveTo>
                  <a:pt x="145902" y="0"/>
                </a:moveTo>
                <a:lnTo>
                  <a:pt x="6246463" y="0"/>
                </a:lnTo>
                <a:cubicBezTo>
                  <a:pt x="6327042" y="0"/>
                  <a:pt x="6392365" y="65323"/>
                  <a:pt x="6392365" y="145902"/>
                </a:cubicBezTo>
                <a:lnTo>
                  <a:pt x="6392365" y="592731"/>
                </a:lnTo>
                <a:cubicBezTo>
                  <a:pt x="6392365" y="673310"/>
                  <a:pt x="6327042" y="738633"/>
                  <a:pt x="6246463" y="738633"/>
                </a:cubicBezTo>
                <a:lnTo>
                  <a:pt x="145902" y="738633"/>
                </a:lnTo>
                <a:cubicBezTo>
                  <a:pt x="65377" y="738633"/>
                  <a:pt x="0" y="673256"/>
                  <a:pt x="0" y="592731"/>
                </a:cubicBezTo>
                <a:lnTo>
                  <a:pt x="0" y="145902"/>
                </a:lnTo>
                <a:cubicBezTo>
                  <a:pt x="0" y="65323"/>
                  <a:pt x="65323" y="0"/>
                  <a:pt x="145902" y="0"/>
                </a:cubicBezTo>
                <a:close/>
              </a:path>
            </a:pathLst>
          </a:custGeom>
          <a:solidFill>
            <a:srgbClr val="FAF5FF"/>
          </a:solidFill>
          <a:ln w="25400">
            <a:solidFill>
              <a:srgbClr val="E9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0130" y="4782875"/>
            <a:ext cx="273568" cy="273568"/>
          </a:xfrm>
          <a:custGeom>
            <a:avLst/>
            <a:gdLst/>
            <a:ahLst/>
            <a:cxnLst/>
            <a:rect l="l" t="t" r="r" b="b"/>
            <a:pathLst>
              <a:path w="273568" h="273568">
                <a:moveTo>
                  <a:pt x="212923" y="6519"/>
                </a:moveTo>
                <a:lnTo>
                  <a:pt x="165797" y="53645"/>
                </a:lnTo>
                <a:lnTo>
                  <a:pt x="219923" y="107771"/>
                </a:lnTo>
                <a:lnTo>
                  <a:pt x="267049" y="60644"/>
                </a:lnTo>
                <a:cubicBezTo>
                  <a:pt x="271217" y="56423"/>
                  <a:pt x="273568" y="50760"/>
                  <a:pt x="273568" y="44882"/>
                </a:cubicBezTo>
                <a:cubicBezTo>
                  <a:pt x="273568" y="39005"/>
                  <a:pt x="271217" y="33341"/>
                  <a:pt x="267049" y="29120"/>
                </a:cubicBezTo>
                <a:lnTo>
                  <a:pt x="244448" y="6519"/>
                </a:lnTo>
                <a:cubicBezTo>
                  <a:pt x="240227" y="2351"/>
                  <a:pt x="234563" y="0"/>
                  <a:pt x="228685" y="0"/>
                </a:cubicBezTo>
                <a:cubicBezTo>
                  <a:pt x="222808" y="0"/>
                  <a:pt x="217144" y="2351"/>
                  <a:pt x="212923" y="6519"/>
                </a:cubicBezTo>
                <a:close/>
                <a:moveTo>
                  <a:pt x="147684" y="71758"/>
                </a:moveTo>
                <a:lnTo>
                  <a:pt x="6519" y="212923"/>
                </a:lnTo>
                <a:cubicBezTo>
                  <a:pt x="2351" y="217144"/>
                  <a:pt x="0" y="222808"/>
                  <a:pt x="0" y="228685"/>
                </a:cubicBezTo>
                <a:cubicBezTo>
                  <a:pt x="0" y="234563"/>
                  <a:pt x="2351" y="240227"/>
                  <a:pt x="6519" y="244448"/>
                </a:cubicBezTo>
                <a:lnTo>
                  <a:pt x="29120" y="267049"/>
                </a:lnTo>
                <a:cubicBezTo>
                  <a:pt x="33341" y="271217"/>
                  <a:pt x="39005" y="273568"/>
                  <a:pt x="44882" y="273568"/>
                </a:cubicBezTo>
                <a:cubicBezTo>
                  <a:pt x="50760" y="273568"/>
                  <a:pt x="56423" y="271217"/>
                  <a:pt x="60644" y="267049"/>
                </a:cubicBezTo>
                <a:lnTo>
                  <a:pt x="201810" y="125884"/>
                </a:lnTo>
                <a:lnTo>
                  <a:pt x="147684" y="71758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1517" y="4741840"/>
            <a:ext cx="5307213" cy="355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23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There it is! A new layer appeared above the sun layer! 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2157" y="5526067"/>
            <a:ext cx="6392365" cy="638325"/>
          </a:xfrm>
          <a:custGeom>
            <a:avLst/>
            <a:gdLst/>
            <a:ahLst/>
            <a:cxnLst/>
            <a:rect l="l" t="t" r="r" b="b"/>
            <a:pathLst>
              <a:path w="6392365" h="638325">
                <a:moveTo>
                  <a:pt x="145902" y="0"/>
                </a:moveTo>
                <a:lnTo>
                  <a:pt x="6246463" y="0"/>
                </a:lnTo>
                <a:cubicBezTo>
                  <a:pt x="6327043" y="0"/>
                  <a:pt x="6392365" y="65322"/>
                  <a:pt x="6392365" y="145902"/>
                </a:cubicBezTo>
                <a:lnTo>
                  <a:pt x="6392365" y="492423"/>
                </a:lnTo>
                <a:cubicBezTo>
                  <a:pt x="6392365" y="573002"/>
                  <a:pt x="6327043" y="638325"/>
                  <a:pt x="6246463" y="638325"/>
                </a:cubicBezTo>
                <a:lnTo>
                  <a:pt x="145902" y="638325"/>
                </a:lnTo>
                <a:cubicBezTo>
                  <a:pt x="65322" y="638325"/>
                  <a:pt x="0" y="573002"/>
                  <a:pt x="0" y="492423"/>
                </a:cubicBezTo>
                <a:lnTo>
                  <a:pt x="0" y="145902"/>
                </a:lnTo>
                <a:cubicBezTo>
                  <a:pt x="0" y="65376"/>
                  <a:pt x="65376" y="0"/>
                  <a:pt x="145902" y="0"/>
                </a:cubicBezTo>
                <a:close/>
              </a:path>
            </a:pathLst>
          </a:custGeom>
          <a:solidFill>
            <a:srgbClr val="FEFCE8"/>
          </a:solidFill>
          <a:ln w="25400">
            <a:solidFill>
              <a:srgbClr val="FFDF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23476" y="5744921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91189" y="0"/>
                </a:moveTo>
                <a:cubicBezTo>
                  <a:pt x="96425" y="0"/>
                  <a:pt x="101234" y="2885"/>
                  <a:pt x="103728" y="7480"/>
                </a:cubicBezTo>
                <a:lnTo>
                  <a:pt x="180669" y="149964"/>
                </a:lnTo>
                <a:cubicBezTo>
                  <a:pt x="183055" y="154381"/>
                  <a:pt x="182948" y="159724"/>
                  <a:pt x="180384" y="164034"/>
                </a:cubicBezTo>
                <a:cubicBezTo>
                  <a:pt x="177819" y="168344"/>
                  <a:pt x="173153" y="170980"/>
                  <a:pt x="168130" y="170980"/>
                </a:cubicBezTo>
                <a:lnTo>
                  <a:pt x="14248" y="170980"/>
                </a:lnTo>
                <a:cubicBezTo>
                  <a:pt x="9226" y="170980"/>
                  <a:pt x="4595" y="168344"/>
                  <a:pt x="1995" y="164034"/>
                </a:cubicBezTo>
                <a:cubicBezTo>
                  <a:pt x="-606" y="159724"/>
                  <a:pt x="-677" y="154381"/>
                  <a:pt x="1710" y="149964"/>
                </a:cubicBezTo>
                <a:lnTo>
                  <a:pt x="78651" y="7480"/>
                </a:lnTo>
                <a:cubicBezTo>
                  <a:pt x="81144" y="2885"/>
                  <a:pt x="85953" y="0"/>
                  <a:pt x="91189" y="0"/>
                </a:cubicBezTo>
                <a:close/>
                <a:moveTo>
                  <a:pt x="91189" y="59843"/>
                </a:moveTo>
                <a:cubicBezTo>
                  <a:pt x="86452" y="59843"/>
                  <a:pt x="82640" y="63654"/>
                  <a:pt x="82640" y="68392"/>
                </a:cubicBezTo>
                <a:lnTo>
                  <a:pt x="82640" y="108287"/>
                </a:lnTo>
                <a:cubicBezTo>
                  <a:pt x="82640" y="113025"/>
                  <a:pt x="86452" y="116836"/>
                  <a:pt x="91189" y="116836"/>
                </a:cubicBezTo>
                <a:cubicBezTo>
                  <a:pt x="95927" y="116836"/>
                  <a:pt x="99738" y="113025"/>
                  <a:pt x="99738" y="108287"/>
                </a:cubicBezTo>
                <a:lnTo>
                  <a:pt x="99738" y="68392"/>
                </a:lnTo>
                <a:cubicBezTo>
                  <a:pt x="99738" y="63654"/>
                  <a:pt x="95927" y="59843"/>
                  <a:pt x="91189" y="59843"/>
                </a:cubicBezTo>
                <a:close/>
                <a:moveTo>
                  <a:pt x="100700" y="136784"/>
                </a:moveTo>
                <a:cubicBezTo>
                  <a:pt x="100916" y="133254"/>
                  <a:pt x="99156" y="129895"/>
                  <a:pt x="96129" y="128064"/>
                </a:cubicBezTo>
                <a:cubicBezTo>
                  <a:pt x="93103" y="126234"/>
                  <a:pt x="89311" y="126234"/>
                  <a:pt x="86285" y="128064"/>
                </a:cubicBezTo>
                <a:cubicBezTo>
                  <a:pt x="83258" y="129895"/>
                  <a:pt x="81498" y="133254"/>
                  <a:pt x="81714" y="136784"/>
                </a:cubicBezTo>
                <a:cubicBezTo>
                  <a:pt x="81498" y="140314"/>
                  <a:pt x="83258" y="143673"/>
                  <a:pt x="86285" y="145503"/>
                </a:cubicBezTo>
                <a:cubicBezTo>
                  <a:pt x="89311" y="147334"/>
                  <a:pt x="93103" y="147334"/>
                  <a:pt x="96129" y="145503"/>
                </a:cubicBezTo>
                <a:cubicBezTo>
                  <a:pt x="99156" y="143673"/>
                  <a:pt x="100916" y="140314"/>
                  <a:pt x="100700" y="136784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28414" y="5717565"/>
            <a:ext cx="582020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6" b="1" dirty="0">
                <a:solidFill>
                  <a:srgbClr val="F57C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Important: The new layer is </a:t>
            </a:r>
            <a:pPr algn="ctr">
              <a:lnSpc>
                <a:spcPct val="120000"/>
              </a:lnSpc>
            </a:pPr>
            <a:r>
              <a:rPr lang="en-US" sz="1436" b="1" dirty="0">
                <a:solidFill>
                  <a:srgbClr val="C62828"/>
                </a:solidFill>
                <a:highlight>
                  <a:srgbClr val="FFCDD2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above </a:t>
            </a:r>
            <a:pPr algn="ctr">
              <a:lnSpc>
                <a:spcPct val="120000"/>
              </a:lnSpc>
            </a:pPr>
            <a:r>
              <a:rPr lang="en-US" sz="1436" b="1" dirty="0">
                <a:solidFill>
                  <a:srgbClr val="F57C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the sun layer! 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40826" y="1750833"/>
            <a:ext cx="4067040" cy="1750833"/>
          </a:xfrm>
          <a:custGeom>
            <a:avLst/>
            <a:gdLst/>
            <a:ahLst/>
            <a:cxnLst/>
            <a:rect l="l" t="t" r="r" b="b"/>
            <a:pathLst>
              <a:path w="4067040" h="1750833">
                <a:moveTo>
                  <a:pt x="218854" y="0"/>
                </a:moveTo>
                <a:lnTo>
                  <a:pt x="3848185" y="0"/>
                </a:lnTo>
                <a:cubicBezTo>
                  <a:pt x="3969055" y="0"/>
                  <a:pt x="4067040" y="97984"/>
                  <a:pt x="4067040" y="218854"/>
                </a:cubicBezTo>
                <a:lnTo>
                  <a:pt x="4067040" y="1531979"/>
                </a:lnTo>
                <a:cubicBezTo>
                  <a:pt x="4067040" y="1652849"/>
                  <a:pt x="3969055" y="1750833"/>
                  <a:pt x="3848185" y="1750833"/>
                </a:cubicBezTo>
                <a:lnTo>
                  <a:pt x="218854" y="1750833"/>
                </a:lnTo>
                <a:cubicBezTo>
                  <a:pt x="98065" y="1750833"/>
                  <a:pt x="0" y="1652768"/>
                  <a:pt x="0" y="1531979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FFF085">
              <a:alpha val="80000"/>
            </a:srgbClr>
          </a:solidFill>
          <a:ln w="50800">
            <a:solidFill>
              <a:srgbClr val="FDC700"/>
            </a:solidFill>
            <a:prstDash val="solid"/>
          </a:ln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13777" y="1987925"/>
            <a:ext cx="3921137" cy="656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7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☀️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23204" y="2717439"/>
            <a:ext cx="370228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FF8C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Sun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36883" y="3009245"/>
            <a:ext cx="367492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2" dirty="0">
                <a:solidFill>
                  <a:srgbClr val="66666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(at the bottom)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41505" y="3684045"/>
            <a:ext cx="665681" cy="592730"/>
          </a:xfrm>
          <a:custGeom>
            <a:avLst/>
            <a:gdLst/>
            <a:ahLst/>
            <a:cxnLst/>
            <a:rect l="l" t="t" r="r" b="b"/>
            <a:pathLst>
              <a:path w="665681" h="592730">
                <a:moveTo>
                  <a:pt x="296365" y="0"/>
                </a:moveTo>
                <a:lnTo>
                  <a:pt x="369316" y="0"/>
                </a:lnTo>
                <a:cubicBezTo>
                  <a:pt x="532885" y="0"/>
                  <a:pt x="665681" y="132797"/>
                  <a:pt x="665681" y="296365"/>
                </a:cubicBezTo>
                <a:lnTo>
                  <a:pt x="665681" y="296365"/>
                </a:lnTo>
                <a:cubicBezTo>
                  <a:pt x="665681" y="459933"/>
                  <a:pt x="532885" y="592730"/>
                  <a:pt x="369316" y="592730"/>
                </a:cubicBezTo>
                <a:lnTo>
                  <a:pt x="296365" y="592730"/>
                </a:lnTo>
                <a:cubicBezTo>
                  <a:pt x="132797" y="592730"/>
                  <a:pt x="0" y="459933"/>
                  <a:pt x="0" y="296365"/>
                </a:cubicBezTo>
                <a:lnTo>
                  <a:pt x="0" y="296365"/>
                </a:lnTo>
                <a:cubicBezTo>
                  <a:pt x="0" y="132797"/>
                  <a:pt x="132797" y="0"/>
                  <a:pt x="296365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00C950"/>
            </a:solidFill>
            <a:prstDash val="solid"/>
          </a:ln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51240" y="3811710"/>
            <a:ext cx="246211" cy="328281"/>
          </a:xfrm>
          <a:custGeom>
            <a:avLst/>
            <a:gdLst/>
            <a:ahLst/>
            <a:cxnLst/>
            <a:rect l="l" t="t" r="r" b="b"/>
            <a:pathLst>
              <a:path w="246211" h="328281">
                <a:moveTo>
                  <a:pt x="137596" y="11156"/>
                </a:moveTo>
                <a:cubicBezTo>
                  <a:pt x="129581" y="3142"/>
                  <a:pt x="116565" y="3142"/>
                  <a:pt x="108551" y="11156"/>
                </a:cubicBezTo>
                <a:lnTo>
                  <a:pt x="5963" y="113744"/>
                </a:lnTo>
                <a:cubicBezTo>
                  <a:pt x="-2052" y="121759"/>
                  <a:pt x="-2052" y="134775"/>
                  <a:pt x="5963" y="142790"/>
                </a:cubicBezTo>
                <a:cubicBezTo>
                  <a:pt x="13978" y="150804"/>
                  <a:pt x="26993" y="150804"/>
                  <a:pt x="35008" y="142790"/>
                </a:cubicBezTo>
                <a:lnTo>
                  <a:pt x="102588" y="75210"/>
                </a:lnTo>
                <a:lnTo>
                  <a:pt x="102588" y="312893"/>
                </a:lnTo>
                <a:cubicBezTo>
                  <a:pt x="102588" y="324242"/>
                  <a:pt x="111757" y="333411"/>
                  <a:pt x="123105" y="333411"/>
                </a:cubicBezTo>
                <a:cubicBezTo>
                  <a:pt x="134454" y="333411"/>
                  <a:pt x="143623" y="324242"/>
                  <a:pt x="143623" y="312893"/>
                </a:cubicBezTo>
                <a:lnTo>
                  <a:pt x="143623" y="75210"/>
                </a:lnTo>
                <a:lnTo>
                  <a:pt x="211203" y="142790"/>
                </a:lnTo>
                <a:cubicBezTo>
                  <a:pt x="219217" y="150804"/>
                  <a:pt x="232233" y="150804"/>
                  <a:pt x="240248" y="142790"/>
                </a:cubicBezTo>
                <a:cubicBezTo>
                  <a:pt x="248263" y="134775"/>
                  <a:pt x="248263" y="121759"/>
                  <a:pt x="240248" y="113744"/>
                </a:cubicBezTo>
                <a:lnTo>
                  <a:pt x="137660" y="11156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9" name="Shape 27"/>
          <p:cNvSpPr/>
          <p:nvPr/>
        </p:nvSpPr>
        <p:spPr>
          <a:xfrm>
            <a:off x="7740826" y="4459153"/>
            <a:ext cx="4067040" cy="1750833"/>
          </a:xfrm>
          <a:custGeom>
            <a:avLst/>
            <a:gdLst/>
            <a:ahLst/>
            <a:cxnLst/>
            <a:rect l="l" t="t" r="r" b="b"/>
            <a:pathLst>
              <a:path w="4067040" h="1750833">
                <a:moveTo>
                  <a:pt x="218854" y="0"/>
                </a:moveTo>
                <a:lnTo>
                  <a:pt x="3848185" y="0"/>
                </a:lnTo>
                <a:cubicBezTo>
                  <a:pt x="3969055" y="0"/>
                  <a:pt x="4067040" y="97984"/>
                  <a:pt x="4067040" y="218854"/>
                </a:cubicBezTo>
                <a:lnTo>
                  <a:pt x="4067040" y="1531979"/>
                </a:lnTo>
                <a:cubicBezTo>
                  <a:pt x="4067040" y="1652849"/>
                  <a:pt x="3969055" y="1750833"/>
                  <a:pt x="3848185" y="1750833"/>
                </a:cubicBezTo>
                <a:lnTo>
                  <a:pt x="218854" y="1750833"/>
                </a:lnTo>
                <a:cubicBezTo>
                  <a:pt x="98065" y="1750833"/>
                  <a:pt x="0" y="1652768"/>
                  <a:pt x="0" y="1531979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BEDBFF">
              <a:alpha val="80000"/>
            </a:srgbClr>
          </a:solidFill>
          <a:ln w="50800">
            <a:solidFill>
              <a:srgbClr val="2B7FFF"/>
            </a:solidFill>
            <a:prstDash val="solid"/>
          </a:ln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13777" y="4696245"/>
            <a:ext cx="3921137" cy="656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7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23204" y="5425759"/>
            <a:ext cx="370228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1976D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New Layer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36883" y="5717565"/>
            <a:ext cx="367492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2" dirty="0">
                <a:solidFill>
                  <a:srgbClr val="66666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(at the top)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338241" y="3542702"/>
            <a:ext cx="638325" cy="583611"/>
          </a:xfrm>
          <a:custGeom>
            <a:avLst/>
            <a:gdLst/>
            <a:ahLst/>
            <a:cxnLst/>
            <a:rect l="l" t="t" r="r" b="b"/>
            <a:pathLst>
              <a:path w="638325" h="583611">
                <a:moveTo>
                  <a:pt x="291806" y="0"/>
                </a:moveTo>
                <a:lnTo>
                  <a:pt x="346519" y="0"/>
                </a:lnTo>
                <a:cubicBezTo>
                  <a:pt x="507679" y="0"/>
                  <a:pt x="638325" y="130646"/>
                  <a:pt x="638325" y="291806"/>
                </a:cubicBezTo>
                <a:lnTo>
                  <a:pt x="638325" y="291806"/>
                </a:lnTo>
                <a:cubicBezTo>
                  <a:pt x="638325" y="452965"/>
                  <a:pt x="507679" y="583611"/>
                  <a:pt x="346519" y="583611"/>
                </a:cubicBezTo>
                <a:lnTo>
                  <a:pt x="291806" y="583611"/>
                </a:lnTo>
                <a:cubicBezTo>
                  <a:pt x="130646" y="583611"/>
                  <a:pt x="0" y="452965"/>
                  <a:pt x="0" y="291806"/>
                </a:cubicBezTo>
                <a:lnTo>
                  <a:pt x="0" y="291806"/>
                </a:lnTo>
                <a:cubicBezTo>
                  <a:pt x="0" y="130646"/>
                  <a:pt x="130646" y="0"/>
                  <a:pt x="291806" y="0"/>
                </a:cubicBezTo>
                <a:close/>
              </a:path>
            </a:pathLst>
          </a:custGeom>
          <a:solidFill>
            <a:srgbClr val="FB2C36"/>
          </a:solidFill>
          <a:ln/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1503521" y="3688604"/>
            <a:ext cx="307764" cy="273568"/>
          </a:xfrm>
          <a:custGeom>
            <a:avLst/>
            <a:gdLst/>
            <a:ahLst/>
            <a:cxnLst/>
            <a:rect l="l" t="t" r="r" b="b"/>
            <a:pathLst>
              <a:path w="307764" h="273568">
                <a:moveTo>
                  <a:pt x="165370" y="-10098"/>
                </a:moveTo>
                <a:cubicBezTo>
                  <a:pt x="163179" y="-14373"/>
                  <a:pt x="158744" y="-17098"/>
                  <a:pt x="153935" y="-17098"/>
                </a:cubicBezTo>
                <a:cubicBezTo>
                  <a:pt x="149126" y="-17098"/>
                  <a:pt x="144692" y="-14373"/>
                  <a:pt x="142501" y="-10098"/>
                </a:cubicBezTo>
                <a:lnTo>
                  <a:pt x="103176" y="66949"/>
                </a:lnTo>
                <a:lnTo>
                  <a:pt x="17739" y="80521"/>
                </a:lnTo>
                <a:cubicBezTo>
                  <a:pt x="12984" y="81269"/>
                  <a:pt x="9030" y="84635"/>
                  <a:pt x="7534" y="89230"/>
                </a:cubicBezTo>
                <a:cubicBezTo>
                  <a:pt x="6038" y="93825"/>
                  <a:pt x="7267" y="98848"/>
                  <a:pt x="10633" y="102267"/>
                </a:cubicBezTo>
                <a:lnTo>
                  <a:pt x="71758" y="163446"/>
                </a:lnTo>
                <a:lnTo>
                  <a:pt x="58293" y="248882"/>
                </a:lnTo>
                <a:cubicBezTo>
                  <a:pt x="57545" y="253638"/>
                  <a:pt x="59522" y="258447"/>
                  <a:pt x="63423" y="261279"/>
                </a:cubicBezTo>
                <a:cubicBezTo>
                  <a:pt x="67323" y="264110"/>
                  <a:pt x="72453" y="264538"/>
                  <a:pt x="76781" y="262347"/>
                </a:cubicBezTo>
                <a:lnTo>
                  <a:pt x="153935" y="223129"/>
                </a:lnTo>
                <a:lnTo>
                  <a:pt x="231036" y="262347"/>
                </a:lnTo>
                <a:cubicBezTo>
                  <a:pt x="235311" y="264538"/>
                  <a:pt x="240494" y="264110"/>
                  <a:pt x="244394" y="261279"/>
                </a:cubicBezTo>
                <a:cubicBezTo>
                  <a:pt x="248295" y="258447"/>
                  <a:pt x="250272" y="253691"/>
                  <a:pt x="249524" y="248882"/>
                </a:cubicBezTo>
                <a:lnTo>
                  <a:pt x="236006" y="163446"/>
                </a:lnTo>
                <a:lnTo>
                  <a:pt x="297131" y="102267"/>
                </a:lnTo>
                <a:cubicBezTo>
                  <a:pt x="300550" y="98848"/>
                  <a:pt x="301726" y="93825"/>
                  <a:pt x="300230" y="89230"/>
                </a:cubicBezTo>
                <a:cubicBezTo>
                  <a:pt x="298734" y="84635"/>
                  <a:pt x="294833" y="81269"/>
                  <a:pt x="290024" y="80521"/>
                </a:cubicBezTo>
                <a:lnTo>
                  <a:pt x="204641" y="66949"/>
                </a:lnTo>
                <a:lnTo>
                  <a:pt x="165370" y="-10098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8F5E9"/>
              </a:gs>
              <a:gs pos="100000">
                <a:srgbClr val="C8E6C9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242393" y="381000"/>
            <a:ext cx="7705725" cy="914400"/>
          </a:xfrm>
          <a:custGeom>
            <a:avLst/>
            <a:gdLst/>
            <a:ahLst/>
            <a:cxnLst/>
            <a:rect l="l" t="t" r="r" b="b"/>
            <a:pathLst>
              <a:path w="7705725" h="914400">
                <a:moveTo>
                  <a:pt x="457200" y="0"/>
                </a:moveTo>
                <a:lnTo>
                  <a:pt x="7248525" y="0"/>
                </a:lnTo>
                <a:cubicBezTo>
                  <a:pt x="7500861" y="0"/>
                  <a:pt x="7705725" y="204864"/>
                  <a:pt x="7705725" y="457200"/>
                </a:cubicBezTo>
                <a:lnTo>
                  <a:pt x="7705725" y="457200"/>
                </a:lnTo>
                <a:cubicBezTo>
                  <a:pt x="7705725" y="709536"/>
                  <a:pt x="7500861" y="914400"/>
                  <a:pt x="7248525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5DF72"/>
              </a:gs>
              <a:gs pos="100000">
                <a:srgbClr val="00BBA7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623393" y="53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53767" y="647700"/>
            <a:ext cx="352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88E3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71093" y="609600"/>
            <a:ext cx="6410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Step 3: Draw Mountains ⛰️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85925"/>
            <a:ext cx="6324600" cy="4629150"/>
          </a:xfrm>
          <a:custGeom>
            <a:avLst/>
            <a:gdLst/>
            <a:ahLst/>
            <a:cxnLst/>
            <a:rect l="l" t="t" r="r" b="b"/>
            <a:pathLst>
              <a:path w="6324600" h="4629150">
                <a:moveTo>
                  <a:pt x="228587" y="0"/>
                </a:moveTo>
                <a:lnTo>
                  <a:pt x="6096013" y="0"/>
                </a:lnTo>
                <a:cubicBezTo>
                  <a:pt x="6222173" y="0"/>
                  <a:pt x="6324600" y="102427"/>
                  <a:pt x="6324600" y="228587"/>
                </a:cubicBezTo>
                <a:lnTo>
                  <a:pt x="6324600" y="4400563"/>
                </a:lnTo>
                <a:cubicBezTo>
                  <a:pt x="6324600" y="4526723"/>
                  <a:pt x="6222173" y="4629150"/>
                  <a:pt x="6096013" y="4629150"/>
                </a:cubicBezTo>
                <a:lnTo>
                  <a:pt x="228587" y="4629150"/>
                </a:lnTo>
                <a:cubicBezTo>
                  <a:pt x="102427" y="4629150"/>
                  <a:pt x="0" y="4526723"/>
                  <a:pt x="0" y="4400563"/>
                </a:cubicBezTo>
                <a:lnTo>
                  <a:pt x="0" y="228587"/>
                </a:lnTo>
                <a:cubicBezTo>
                  <a:pt x="0" y="102427"/>
                  <a:pt x="102427" y="0"/>
                  <a:pt x="22858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05DF72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3900" y="20097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5DF72"/>
              </a:gs>
              <a:gs pos="100000">
                <a:srgbClr val="00BBA7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3450" y="221932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785" y="0"/>
                </a:moveTo>
                <a:cubicBezTo>
                  <a:pt x="181630" y="0"/>
                  <a:pt x="190671" y="5425"/>
                  <a:pt x="195359" y="14064"/>
                </a:cubicBezTo>
                <a:lnTo>
                  <a:pt x="340020" y="281955"/>
                </a:lnTo>
                <a:cubicBezTo>
                  <a:pt x="344507" y="290259"/>
                  <a:pt x="344306" y="300305"/>
                  <a:pt x="339484" y="308409"/>
                </a:cubicBezTo>
                <a:cubicBezTo>
                  <a:pt x="334662" y="316513"/>
                  <a:pt x="325889" y="321469"/>
                  <a:pt x="316513" y="321469"/>
                </a:cubicBezTo>
                <a:lnTo>
                  <a:pt x="27191" y="321469"/>
                </a:lnTo>
                <a:cubicBezTo>
                  <a:pt x="17748" y="321469"/>
                  <a:pt x="9041" y="316513"/>
                  <a:pt x="4219" y="308409"/>
                </a:cubicBezTo>
                <a:cubicBezTo>
                  <a:pt x="-603" y="300305"/>
                  <a:pt x="-804" y="290259"/>
                  <a:pt x="3683" y="281955"/>
                </a:cubicBezTo>
                <a:lnTo>
                  <a:pt x="148344" y="14064"/>
                </a:lnTo>
                <a:lnTo>
                  <a:pt x="150287" y="10984"/>
                </a:lnTo>
                <a:cubicBezTo>
                  <a:pt x="155176" y="4152"/>
                  <a:pt x="163145" y="0"/>
                  <a:pt x="171785" y="0"/>
                </a:cubicBezTo>
                <a:close/>
                <a:moveTo>
                  <a:pt x="114121" y="167365"/>
                </a:moveTo>
                <a:lnTo>
                  <a:pt x="132070" y="185313"/>
                </a:lnTo>
                <a:cubicBezTo>
                  <a:pt x="136222" y="189466"/>
                  <a:pt x="143054" y="189466"/>
                  <a:pt x="147206" y="185313"/>
                </a:cubicBezTo>
                <a:lnTo>
                  <a:pt x="176205" y="156314"/>
                </a:lnTo>
                <a:cubicBezTo>
                  <a:pt x="180223" y="152296"/>
                  <a:pt x="185648" y="150019"/>
                  <a:pt x="191341" y="150019"/>
                </a:cubicBezTo>
                <a:lnTo>
                  <a:pt x="220005" y="150019"/>
                </a:lnTo>
                <a:lnTo>
                  <a:pt x="171718" y="60610"/>
                </a:lnTo>
                <a:lnTo>
                  <a:pt x="114054" y="16736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38300" y="2200275"/>
            <a:ext cx="4010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88E3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Let's Draw Mountains! 🏔️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900" y="3000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B7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3266" y="3076575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3500" y="3000375"/>
            <a:ext cx="3962400" cy="44767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Make sure you're on the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88E3C"/>
                </a:solidFill>
                <a:highlight>
                  <a:srgbClr val="E8F5E9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new layer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3900" y="3609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C95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3266" y="3686175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609975"/>
            <a:ext cx="3543300" cy="44767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Choose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CAF5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green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or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79554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brown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color 🟢🟤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900" y="4219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90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3266" y="4295775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" y="4219575"/>
            <a:ext cx="5181600" cy="81915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Draw tall mountains at the bottom of the picture! 🏔️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3425" y="5276850"/>
            <a:ext cx="5657850" cy="704850"/>
          </a:xfrm>
          <a:custGeom>
            <a:avLst/>
            <a:gdLst/>
            <a:ahLst/>
            <a:cxnLst/>
            <a:rect l="l" t="t" r="r" b="b"/>
            <a:pathLst>
              <a:path w="5657850" h="704850">
                <a:moveTo>
                  <a:pt x="152403" y="0"/>
                </a:moveTo>
                <a:lnTo>
                  <a:pt x="5505447" y="0"/>
                </a:lnTo>
                <a:cubicBezTo>
                  <a:pt x="5589617" y="0"/>
                  <a:pt x="5657850" y="68233"/>
                  <a:pt x="5657850" y="152403"/>
                </a:cubicBezTo>
                <a:lnTo>
                  <a:pt x="5657850" y="552447"/>
                </a:lnTo>
                <a:cubicBezTo>
                  <a:pt x="5657850" y="636617"/>
                  <a:pt x="5589617" y="704850"/>
                  <a:pt x="5505447" y="704850"/>
                </a:cubicBezTo>
                <a:lnTo>
                  <a:pt x="152403" y="704850"/>
                </a:lnTo>
                <a:cubicBezTo>
                  <a:pt x="68233" y="704850"/>
                  <a:pt x="0" y="636617"/>
                  <a:pt x="0" y="55244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0FDF4"/>
          </a:solidFill>
          <a:ln w="25400">
            <a:solidFill>
              <a:srgbClr val="7BF1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9251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5476875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E7D3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Look! The mountains cover part of the sun! 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86600" y="1657350"/>
            <a:ext cx="4686300" cy="4686300"/>
          </a:xfrm>
          <a:custGeom>
            <a:avLst/>
            <a:gdLst/>
            <a:ahLst/>
            <a:cxnLst/>
            <a:rect l="l" t="t" r="r" b="b"/>
            <a:pathLst>
              <a:path w="4686300" h="4686300">
                <a:moveTo>
                  <a:pt x="228598" y="0"/>
                </a:moveTo>
                <a:lnTo>
                  <a:pt x="4457702" y="0"/>
                </a:lnTo>
                <a:cubicBezTo>
                  <a:pt x="4583953" y="0"/>
                  <a:pt x="4686300" y="102347"/>
                  <a:pt x="4686300" y="228598"/>
                </a:cubicBezTo>
                <a:lnTo>
                  <a:pt x="4686300" y="4457702"/>
                </a:lnTo>
                <a:cubicBezTo>
                  <a:pt x="4686300" y="4583953"/>
                  <a:pt x="4583953" y="4686300"/>
                  <a:pt x="4457702" y="4686300"/>
                </a:cubicBezTo>
                <a:lnTo>
                  <a:pt x="228598" y="4686300"/>
                </a:lnTo>
                <a:cubicBezTo>
                  <a:pt x="102347" y="4686300"/>
                  <a:pt x="0" y="4583953"/>
                  <a:pt x="0" y="44577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gradFill rotWithShape="1" flip="none">
            <a:gsLst>
              <a:gs pos="0">
                <a:srgbClr val="BEDBFF"/>
              </a:gs>
              <a:gs pos="100000">
                <a:srgbClr val="DBEAFE"/>
              </a:gs>
            </a:gsLst>
            <a:lin ang="5400000" scaled="1"/>
          </a:gradFill>
          <a:ln w="101600">
            <a:solidFill>
              <a:srgbClr val="FFFFFF"/>
            </a:solidFill>
            <a:prstDash val="solid"/>
          </a:ln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96325" y="2028825"/>
            <a:ext cx="1466850" cy="1466850"/>
          </a:xfrm>
          <a:custGeom>
            <a:avLst/>
            <a:gdLst/>
            <a:ahLst/>
            <a:cxnLst/>
            <a:rect l="l" t="t" r="r" b="b"/>
            <a:pathLst>
              <a:path w="1466850" h="1466850">
                <a:moveTo>
                  <a:pt x="733425" y="0"/>
                </a:moveTo>
                <a:lnTo>
                  <a:pt x="733425" y="0"/>
                </a:lnTo>
                <a:cubicBezTo>
                  <a:pt x="1138213" y="0"/>
                  <a:pt x="1466850" y="328637"/>
                  <a:pt x="1466850" y="733425"/>
                </a:cubicBezTo>
                <a:lnTo>
                  <a:pt x="1466850" y="733425"/>
                </a:lnTo>
                <a:cubicBezTo>
                  <a:pt x="1466850" y="1138213"/>
                  <a:pt x="1138213" y="1466850"/>
                  <a:pt x="733425" y="1466850"/>
                </a:cubicBezTo>
                <a:lnTo>
                  <a:pt x="733425" y="1466850"/>
                </a:lnTo>
                <a:cubicBezTo>
                  <a:pt x="328637" y="1466850"/>
                  <a:pt x="0" y="1138213"/>
                  <a:pt x="0" y="733425"/>
                </a:cubicBezTo>
                <a:lnTo>
                  <a:pt x="0" y="733425"/>
                </a:lnTo>
                <a:cubicBezTo>
                  <a:pt x="0" y="328637"/>
                  <a:pt x="328637" y="0"/>
                  <a:pt x="733425" y="0"/>
                </a:cubicBezTo>
                <a:close/>
              </a:path>
            </a:pathLst>
          </a:custGeom>
          <a:solidFill>
            <a:srgbClr val="FFDF20"/>
          </a:solidFill>
          <a:ln w="76200">
            <a:solidFill>
              <a:srgbClr val="FF890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01993" y="2305050"/>
            <a:ext cx="171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☀️</a:t>
            </a:r>
            <a:endParaRPr lang="en-US" sz="16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00" r="1600" t="0" b="0"/>
          <a:stretch/>
        </p:blipFill>
        <p:spPr>
          <a:xfrm>
            <a:off x="7124700" y="3638550"/>
            <a:ext cx="46101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10042922" y="1857375"/>
            <a:ext cx="1533525" cy="438150"/>
          </a:xfrm>
          <a:custGeom>
            <a:avLst/>
            <a:gdLst/>
            <a:ahLst/>
            <a:cxnLst/>
            <a:rect l="l" t="t" r="r" b="b"/>
            <a:pathLst>
              <a:path w="1533525" h="438150">
                <a:moveTo>
                  <a:pt x="114300" y="0"/>
                </a:moveTo>
                <a:lnTo>
                  <a:pt x="1419225" y="0"/>
                </a:lnTo>
                <a:cubicBezTo>
                  <a:pt x="1482351" y="0"/>
                  <a:pt x="1533525" y="51174"/>
                  <a:pt x="1533525" y="114300"/>
                </a:cubicBezTo>
                <a:lnTo>
                  <a:pt x="1533525" y="323850"/>
                </a:lnTo>
                <a:cubicBezTo>
                  <a:pt x="1533525" y="386976"/>
                  <a:pt x="1482351" y="438150"/>
                  <a:pt x="1419225" y="438150"/>
                </a:cubicBezTo>
                <a:lnTo>
                  <a:pt x="114300" y="438150"/>
                </a:lnTo>
                <a:cubicBezTo>
                  <a:pt x="51174" y="438150"/>
                  <a:pt x="0" y="386976"/>
                  <a:pt x="0" y="3238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25400">
            <a:solidFill>
              <a:srgbClr val="05DF72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204847" y="19431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8E3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Mountains Layer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286625" y="1857375"/>
            <a:ext cx="1028700" cy="438150"/>
          </a:xfrm>
          <a:custGeom>
            <a:avLst/>
            <a:gdLst/>
            <a:ahLst/>
            <a:cxnLst/>
            <a:rect l="l" t="t" r="r" b="b"/>
            <a:pathLst>
              <a:path w="1028700" h="438150">
                <a:moveTo>
                  <a:pt x="114300" y="0"/>
                </a:moveTo>
                <a:lnTo>
                  <a:pt x="914400" y="0"/>
                </a:lnTo>
                <a:cubicBezTo>
                  <a:pt x="977526" y="0"/>
                  <a:pt x="1028700" y="51174"/>
                  <a:pt x="1028700" y="114300"/>
                </a:cubicBezTo>
                <a:lnTo>
                  <a:pt x="1028700" y="323850"/>
                </a:lnTo>
                <a:cubicBezTo>
                  <a:pt x="1028700" y="386976"/>
                  <a:pt x="977526" y="438150"/>
                  <a:pt x="914400" y="438150"/>
                </a:cubicBezTo>
                <a:lnTo>
                  <a:pt x="114300" y="438150"/>
                </a:lnTo>
                <a:cubicBezTo>
                  <a:pt x="51174" y="438150"/>
                  <a:pt x="0" y="386976"/>
                  <a:pt x="0" y="3238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25400">
            <a:solidFill>
              <a:srgbClr val="FDC700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448550" y="194310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980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Sun Layer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002786"/>
          </a:xfrm>
          <a:custGeom>
            <a:avLst/>
            <a:gdLst/>
            <a:ahLst/>
            <a:cxnLst/>
            <a:rect l="l" t="t" r="r" b="b"/>
            <a:pathLst>
              <a:path w="12192000" h="8002786">
                <a:moveTo>
                  <a:pt x="0" y="0"/>
                </a:moveTo>
                <a:lnTo>
                  <a:pt x="12192000" y="0"/>
                </a:lnTo>
                <a:lnTo>
                  <a:pt x="12192000" y="8002786"/>
                </a:lnTo>
                <a:lnTo>
                  <a:pt x="0" y="800278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3E5F5"/>
              </a:gs>
              <a:gs pos="100000">
                <a:srgbClr val="E1BEE7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626169" y="326644"/>
            <a:ext cx="6941192" cy="653289"/>
          </a:xfrm>
          <a:custGeom>
            <a:avLst/>
            <a:gdLst/>
            <a:ahLst/>
            <a:cxnLst/>
            <a:rect l="l" t="t" r="r" b="b"/>
            <a:pathLst>
              <a:path w="6941192" h="653289">
                <a:moveTo>
                  <a:pt x="326644" y="0"/>
                </a:moveTo>
                <a:lnTo>
                  <a:pt x="6614548" y="0"/>
                </a:lnTo>
                <a:cubicBezTo>
                  <a:pt x="6794949" y="0"/>
                  <a:pt x="6941192" y="146244"/>
                  <a:pt x="6941192" y="326644"/>
                </a:cubicBezTo>
                <a:lnTo>
                  <a:pt x="6941192" y="326644"/>
                </a:lnTo>
                <a:cubicBezTo>
                  <a:pt x="6941192" y="507045"/>
                  <a:pt x="6794949" y="653289"/>
                  <a:pt x="6614548" y="653289"/>
                </a:cubicBezTo>
                <a:lnTo>
                  <a:pt x="326644" y="653289"/>
                </a:lnTo>
                <a:cubicBezTo>
                  <a:pt x="146364" y="653289"/>
                  <a:pt x="0" y="506924"/>
                  <a:pt x="0" y="326644"/>
                </a:cubicBezTo>
                <a:lnTo>
                  <a:pt x="0" y="326644"/>
                </a:lnTo>
                <a:cubicBezTo>
                  <a:pt x="0" y="146364"/>
                  <a:pt x="146364" y="0"/>
                  <a:pt x="326644" y="0"/>
                </a:cubicBezTo>
                <a:close/>
              </a:path>
            </a:pathLst>
          </a:custGeom>
          <a:gradFill rotWithShape="1" flip="none">
            <a:gsLst>
              <a:gs pos="0">
                <a:srgbClr val="C27AFF"/>
              </a:gs>
              <a:gs pos="100000">
                <a:srgbClr val="F6339A"/>
              </a:gs>
            </a:gsLst>
            <a:lin ang="0" scaled="1"/>
          </a:gradFill>
          <a:ln/>
          <a:effectLst>
            <a:outerShdw sx="100000" sy="100000" kx="0" ky="0" algn="bl" rotWithShape="0" blurRad="204153" dist="163322" dir="540000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854820" y="457302"/>
            <a:ext cx="6483890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86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Layer Order is Very Important! 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977" y="2004780"/>
            <a:ext cx="7161677" cy="4842502"/>
          </a:xfrm>
          <a:custGeom>
            <a:avLst/>
            <a:gdLst/>
            <a:ahLst/>
            <a:cxnLst/>
            <a:rect l="l" t="t" r="r" b="b"/>
            <a:pathLst>
              <a:path w="7161677" h="4842502">
                <a:moveTo>
                  <a:pt x="195976" y="0"/>
                </a:moveTo>
                <a:lnTo>
                  <a:pt x="6965701" y="0"/>
                </a:lnTo>
                <a:cubicBezTo>
                  <a:pt x="7073936" y="0"/>
                  <a:pt x="7161677" y="87741"/>
                  <a:pt x="7161677" y="195976"/>
                </a:cubicBezTo>
                <a:lnTo>
                  <a:pt x="7161677" y="4646526"/>
                </a:lnTo>
                <a:cubicBezTo>
                  <a:pt x="7161677" y="4754761"/>
                  <a:pt x="7073936" y="4842502"/>
                  <a:pt x="6965701" y="4842502"/>
                </a:cubicBezTo>
                <a:lnTo>
                  <a:pt x="195976" y="4842502"/>
                </a:lnTo>
                <a:cubicBezTo>
                  <a:pt x="87741" y="4842502"/>
                  <a:pt x="0" y="4754761"/>
                  <a:pt x="0" y="4646526"/>
                </a:cubicBezTo>
                <a:lnTo>
                  <a:pt x="0" y="195976"/>
                </a:lnTo>
                <a:cubicBezTo>
                  <a:pt x="0" y="87814"/>
                  <a:pt x="87814" y="0"/>
                  <a:pt x="19597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C27AFF"/>
            </a:solidFill>
            <a:prstDash val="solid"/>
          </a:ln>
          <a:effectLst>
            <a:outerShdw sx="100000" sy="100000" kx="0" ky="0" algn="bl" rotWithShape="0" blurRad="408305" dist="204153" dir="5400000">
              <a:srgbClr val="000000">
                <a:alpha val="2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0624" y="2282427"/>
            <a:ext cx="653289" cy="653289"/>
          </a:xfrm>
          <a:custGeom>
            <a:avLst/>
            <a:gdLst/>
            <a:ahLst/>
            <a:cxnLst/>
            <a:rect l="l" t="t" r="r" b="b"/>
            <a:pathLst>
              <a:path w="653289" h="653289">
                <a:moveTo>
                  <a:pt x="326644" y="0"/>
                </a:moveTo>
                <a:lnTo>
                  <a:pt x="326644" y="0"/>
                </a:lnTo>
                <a:cubicBezTo>
                  <a:pt x="506924" y="0"/>
                  <a:pt x="653289" y="146364"/>
                  <a:pt x="653289" y="326644"/>
                </a:cubicBezTo>
                <a:lnTo>
                  <a:pt x="653289" y="326644"/>
                </a:lnTo>
                <a:cubicBezTo>
                  <a:pt x="653289" y="506924"/>
                  <a:pt x="506924" y="653289"/>
                  <a:pt x="326644" y="653289"/>
                </a:cubicBezTo>
                <a:lnTo>
                  <a:pt x="326644" y="653289"/>
                </a:lnTo>
                <a:cubicBezTo>
                  <a:pt x="146364" y="653289"/>
                  <a:pt x="0" y="506924"/>
                  <a:pt x="0" y="326644"/>
                </a:cubicBezTo>
                <a:lnTo>
                  <a:pt x="0" y="326644"/>
                </a:lnTo>
                <a:cubicBezTo>
                  <a:pt x="0" y="146364"/>
                  <a:pt x="146364" y="0"/>
                  <a:pt x="326644" y="0"/>
                </a:cubicBezTo>
                <a:close/>
              </a:path>
            </a:pathLst>
          </a:custGeom>
          <a:gradFill rotWithShape="1" flip="none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  <a:effectLst>
            <a:outerShdw sx="100000" sy="100000" kx="0" ky="0" algn="bl" rotWithShape="0" blurRad="122492" dist="81661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1905" y="2462082"/>
            <a:ext cx="330727" cy="293980"/>
          </a:xfrm>
          <a:custGeom>
            <a:avLst/>
            <a:gdLst/>
            <a:ahLst/>
            <a:cxnLst/>
            <a:rect l="l" t="t" r="r" b="b"/>
            <a:pathLst>
              <a:path w="330727" h="293980">
                <a:moveTo>
                  <a:pt x="86471" y="23771"/>
                </a:moveTo>
                <a:cubicBezTo>
                  <a:pt x="79294" y="16594"/>
                  <a:pt x="67638" y="16594"/>
                  <a:pt x="60461" y="23771"/>
                </a:cubicBezTo>
                <a:lnTo>
                  <a:pt x="5340" y="78892"/>
                </a:lnTo>
                <a:cubicBezTo>
                  <a:pt x="-1837" y="86070"/>
                  <a:pt x="-1837" y="97725"/>
                  <a:pt x="5340" y="104903"/>
                </a:cubicBezTo>
                <a:cubicBezTo>
                  <a:pt x="12517" y="112080"/>
                  <a:pt x="24173" y="112080"/>
                  <a:pt x="31350" y="104903"/>
                </a:cubicBezTo>
                <a:lnTo>
                  <a:pt x="55121" y="81132"/>
                </a:lnTo>
                <a:lnTo>
                  <a:pt x="55121" y="257232"/>
                </a:lnTo>
                <a:cubicBezTo>
                  <a:pt x="55121" y="267395"/>
                  <a:pt x="63332" y="275606"/>
                  <a:pt x="73495" y="275606"/>
                </a:cubicBezTo>
                <a:cubicBezTo>
                  <a:pt x="83658" y="275606"/>
                  <a:pt x="91869" y="267395"/>
                  <a:pt x="91869" y="257232"/>
                </a:cubicBezTo>
                <a:lnTo>
                  <a:pt x="91869" y="81132"/>
                </a:lnTo>
                <a:lnTo>
                  <a:pt x="115640" y="104903"/>
                </a:lnTo>
                <a:cubicBezTo>
                  <a:pt x="122817" y="112080"/>
                  <a:pt x="134473" y="112080"/>
                  <a:pt x="141650" y="104903"/>
                </a:cubicBezTo>
                <a:cubicBezTo>
                  <a:pt x="148827" y="97725"/>
                  <a:pt x="148827" y="86070"/>
                  <a:pt x="141650" y="78892"/>
                </a:cubicBezTo>
                <a:lnTo>
                  <a:pt x="86529" y="23771"/>
                </a:lnTo>
                <a:close/>
                <a:moveTo>
                  <a:pt x="183737" y="275606"/>
                </a:moveTo>
                <a:lnTo>
                  <a:pt x="202111" y="275606"/>
                </a:lnTo>
                <a:cubicBezTo>
                  <a:pt x="212274" y="275606"/>
                  <a:pt x="220485" y="267395"/>
                  <a:pt x="220485" y="257232"/>
                </a:cubicBezTo>
                <a:cubicBezTo>
                  <a:pt x="220485" y="247069"/>
                  <a:pt x="212274" y="238859"/>
                  <a:pt x="202111" y="238859"/>
                </a:cubicBezTo>
                <a:lnTo>
                  <a:pt x="183737" y="238859"/>
                </a:lnTo>
                <a:cubicBezTo>
                  <a:pt x="173574" y="238859"/>
                  <a:pt x="165364" y="247069"/>
                  <a:pt x="165364" y="257232"/>
                </a:cubicBezTo>
                <a:cubicBezTo>
                  <a:pt x="165364" y="267395"/>
                  <a:pt x="173574" y="275606"/>
                  <a:pt x="183737" y="275606"/>
                </a:cubicBezTo>
                <a:close/>
                <a:moveTo>
                  <a:pt x="183737" y="202111"/>
                </a:moveTo>
                <a:lnTo>
                  <a:pt x="238859" y="202111"/>
                </a:lnTo>
                <a:cubicBezTo>
                  <a:pt x="249022" y="202111"/>
                  <a:pt x="257232" y="193900"/>
                  <a:pt x="257232" y="183737"/>
                </a:cubicBezTo>
                <a:cubicBezTo>
                  <a:pt x="257232" y="173574"/>
                  <a:pt x="249022" y="165364"/>
                  <a:pt x="238859" y="165364"/>
                </a:cubicBezTo>
                <a:lnTo>
                  <a:pt x="183737" y="165364"/>
                </a:lnTo>
                <a:cubicBezTo>
                  <a:pt x="173574" y="165364"/>
                  <a:pt x="165364" y="173574"/>
                  <a:pt x="165364" y="183737"/>
                </a:cubicBezTo>
                <a:cubicBezTo>
                  <a:pt x="165364" y="193900"/>
                  <a:pt x="173574" y="202111"/>
                  <a:pt x="183737" y="202111"/>
                </a:cubicBezTo>
                <a:close/>
                <a:moveTo>
                  <a:pt x="183737" y="128616"/>
                </a:moveTo>
                <a:lnTo>
                  <a:pt x="275606" y="128616"/>
                </a:lnTo>
                <a:cubicBezTo>
                  <a:pt x="285769" y="128616"/>
                  <a:pt x="293980" y="120405"/>
                  <a:pt x="293980" y="110242"/>
                </a:cubicBezTo>
                <a:cubicBezTo>
                  <a:pt x="293980" y="100079"/>
                  <a:pt x="285769" y="91869"/>
                  <a:pt x="275606" y="91869"/>
                </a:cubicBezTo>
                <a:lnTo>
                  <a:pt x="183737" y="91869"/>
                </a:lnTo>
                <a:cubicBezTo>
                  <a:pt x="173574" y="91869"/>
                  <a:pt x="165364" y="100079"/>
                  <a:pt x="165364" y="110242"/>
                </a:cubicBezTo>
                <a:cubicBezTo>
                  <a:pt x="165364" y="120405"/>
                  <a:pt x="173574" y="128616"/>
                  <a:pt x="183737" y="128616"/>
                </a:cubicBezTo>
                <a:close/>
                <a:moveTo>
                  <a:pt x="183737" y="55121"/>
                </a:moveTo>
                <a:lnTo>
                  <a:pt x="312354" y="55121"/>
                </a:lnTo>
                <a:cubicBezTo>
                  <a:pt x="322517" y="55121"/>
                  <a:pt x="330727" y="46910"/>
                  <a:pt x="330727" y="36747"/>
                </a:cubicBezTo>
                <a:cubicBezTo>
                  <a:pt x="330727" y="26585"/>
                  <a:pt x="322517" y="18374"/>
                  <a:pt x="312354" y="18374"/>
                </a:cubicBezTo>
                <a:lnTo>
                  <a:pt x="183737" y="18374"/>
                </a:lnTo>
                <a:cubicBezTo>
                  <a:pt x="173574" y="18374"/>
                  <a:pt x="165364" y="26585"/>
                  <a:pt x="165364" y="36747"/>
                </a:cubicBezTo>
                <a:cubicBezTo>
                  <a:pt x="165364" y="46910"/>
                  <a:pt x="173574" y="55121"/>
                  <a:pt x="183737" y="551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404571" y="2445749"/>
            <a:ext cx="2588656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7B1FA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Important Rule! 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790" y="3139869"/>
            <a:ext cx="6590050" cy="2049693"/>
          </a:xfrm>
          <a:custGeom>
            <a:avLst/>
            <a:gdLst/>
            <a:ahLst/>
            <a:cxnLst/>
            <a:rect l="l" t="t" r="r" b="b"/>
            <a:pathLst>
              <a:path w="6590050" h="2049693">
                <a:moveTo>
                  <a:pt x="130668" y="0"/>
                </a:moveTo>
                <a:lnTo>
                  <a:pt x="6459382" y="0"/>
                </a:lnTo>
                <a:cubicBezTo>
                  <a:pt x="6531548" y="0"/>
                  <a:pt x="6590050" y="58502"/>
                  <a:pt x="6590050" y="130668"/>
                </a:cubicBezTo>
                <a:lnTo>
                  <a:pt x="6590050" y="1919025"/>
                </a:lnTo>
                <a:cubicBezTo>
                  <a:pt x="6590050" y="1991191"/>
                  <a:pt x="6531548" y="2049693"/>
                  <a:pt x="6459382" y="2049693"/>
                </a:cubicBezTo>
                <a:lnTo>
                  <a:pt x="130668" y="2049693"/>
                </a:lnTo>
                <a:cubicBezTo>
                  <a:pt x="58502" y="2049693"/>
                  <a:pt x="0" y="1991191"/>
                  <a:pt x="0" y="1919025"/>
                </a:cubicBezTo>
                <a:lnTo>
                  <a:pt x="0" y="130668"/>
                </a:lnTo>
                <a:cubicBezTo>
                  <a:pt x="0" y="58550"/>
                  <a:pt x="58550" y="0"/>
                  <a:pt x="130668" y="0"/>
                </a:cubicBezTo>
                <a:close/>
              </a:path>
            </a:pathLst>
          </a:custGeom>
          <a:solidFill>
            <a:srgbClr val="FAF5FF"/>
          </a:solidFill>
          <a:ln w="25400">
            <a:solidFill>
              <a:srgbClr val="E9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1697" y="3344021"/>
            <a:ext cx="6304236" cy="164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29" b="1" dirty="0">
                <a:solidFill>
                  <a:srgbClr val="6A1B9A"/>
                </a:solidFill>
                <a:highlight>
                  <a:srgbClr val="E1BEE7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Top layers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929" b="1" dirty="0">
                <a:solidFill>
                  <a:srgbClr val="6A1B9A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cover what's below!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3086" b="1" dirty="0">
                <a:solidFill>
                  <a:srgbClr val="6A1B9A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👆 ➡️ 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790" y="5401881"/>
            <a:ext cx="6590050" cy="522631"/>
          </a:xfrm>
          <a:custGeom>
            <a:avLst/>
            <a:gdLst/>
            <a:ahLst/>
            <a:cxnLst/>
            <a:rect l="l" t="t" r="r" b="b"/>
            <a:pathLst>
              <a:path w="6590050" h="522631">
                <a:moveTo>
                  <a:pt x="97993" y="0"/>
                </a:moveTo>
                <a:lnTo>
                  <a:pt x="6492056" y="0"/>
                </a:lnTo>
                <a:cubicBezTo>
                  <a:pt x="6546176" y="0"/>
                  <a:pt x="6590050" y="43873"/>
                  <a:pt x="6590050" y="97993"/>
                </a:cubicBezTo>
                <a:lnTo>
                  <a:pt x="6590050" y="424638"/>
                </a:lnTo>
                <a:cubicBezTo>
                  <a:pt x="6590050" y="478758"/>
                  <a:pt x="6546176" y="522631"/>
                  <a:pt x="6492056" y="522631"/>
                </a:cubicBezTo>
                <a:lnTo>
                  <a:pt x="97993" y="522631"/>
                </a:lnTo>
                <a:cubicBezTo>
                  <a:pt x="43873" y="522631"/>
                  <a:pt x="0" y="478758"/>
                  <a:pt x="0" y="424638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F0FDF4"/>
          </a:solidFill>
          <a:ln w="25400">
            <a:solidFill>
              <a:srgbClr val="B9F8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279" y="5540705"/>
            <a:ext cx="244983" cy="244983"/>
          </a:xfrm>
          <a:custGeom>
            <a:avLst/>
            <a:gdLst/>
            <a:ahLst/>
            <a:cxnLst/>
            <a:rect l="l" t="t" r="r" b="b"/>
            <a:pathLst>
              <a:path w="244983" h="244983">
                <a:moveTo>
                  <a:pt x="122492" y="244983"/>
                </a:moveTo>
                <a:cubicBezTo>
                  <a:pt x="190097" y="244983"/>
                  <a:pt x="244983" y="190097"/>
                  <a:pt x="244983" y="122492"/>
                </a:cubicBezTo>
                <a:cubicBezTo>
                  <a:pt x="244983" y="54887"/>
                  <a:pt x="190097" y="0"/>
                  <a:pt x="122492" y="0"/>
                </a:cubicBezTo>
                <a:cubicBezTo>
                  <a:pt x="54887" y="0"/>
                  <a:pt x="0" y="54887"/>
                  <a:pt x="0" y="122492"/>
                </a:cubicBezTo>
                <a:cubicBezTo>
                  <a:pt x="0" y="190097"/>
                  <a:pt x="54887" y="244983"/>
                  <a:pt x="122492" y="244983"/>
                </a:cubicBezTo>
                <a:close/>
                <a:moveTo>
                  <a:pt x="162876" y="101773"/>
                </a:moveTo>
                <a:lnTo>
                  <a:pt x="124597" y="163019"/>
                </a:lnTo>
                <a:cubicBezTo>
                  <a:pt x="122587" y="166225"/>
                  <a:pt x="119142" y="168235"/>
                  <a:pt x="115362" y="168426"/>
                </a:cubicBezTo>
                <a:cubicBezTo>
                  <a:pt x="111582" y="168617"/>
                  <a:pt x="107946" y="166895"/>
                  <a:pt x="105697" y="163833"/>
                </a:cubicBezTo>
                <a:lnTo>
                  <a:pt x="82730" y="133210"/>
                </a:lnTo>
                <a:cubicBezTo>
                  <a:pt x="78902" y="128138"/>
                  <a:pt x="79954" y="120960"/>
                  <a:pt x="85026" y="117133"/>
                </a:cubicBezTo>
                <a:cubicBezTo>
                  <a:pt x="90098" y="113305"/>
                  <a:pt x="97276" y="114357"/>
                  <a:pt x="101103" y="119429"/>
                </a:cubicBezTo>
                <a:lnTo>
                  <a:pt x="114022" y="136655"/>
                </a:lnTo>
                <a:lnTo>
                  <a:pt x="143401" y="89620"/>
                </a:lnTo>
                <a:cubicBezTo>
                  <a:pt x="146751" y="84261"/>
                  <a:pt x="153832" y="82586"/>
                  <a:pt x="159239" y="85983"/>
                </a:cubicBezTo>
                <a:cubicBezTo>
                  <a:pt x="164646" y="89381"/>
                  <a:pt x="166273" y="96414"/>
                  <a:pt x="162876" y="10182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4501" y="5548871"/>
            <a:ext cx="258049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Mountains on </a:t>
            </a:r>
            <a:pPr>
              <a:lnSpc>
                <a:spcPct val="120000"/>
              </a:lnSpc>
            </a:pPr>
            <a:r>
              <a:rPr lang="en-US" sz="1286" b="1" dirty="0">
                <a:solidFill>
                  <a:srgbClr val="388E3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top</a:t>
            </a:r>
            <a:pPr>
              <a:lnSpc>
                <a:spcPct val="120000"/>
              </a:lnSpc>
            </a:pPr>
            <a:r>
              <a:rPr lang="en-US" sz="1286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= cover the sun 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8790" y="6038837"/>
            <a:ext cx="6590050" cy="522631"/>
          </a:xfrm>
          <a:custGeom>
            <a:avLst/>
            <a:gdLst/>
            <a:ahLst/>
            <a:cxnLst/>
            <a:rect l="l" t="t" r="r" b="b"/>
            <a:pathLst>
              <a:path w="6590050" h="522631">
                <a:moveTo>
                  <a:pt x="97993" y="0"/>
                </a:moveTo>
                <a:lnTo>
                  <a:pt x="6492056" y="0"/>
                </a:lnTo>
                <a:cubicBezTo>
                  <a:pt x="6546176" y="0"/>
                  <a:pt x="6590050" y="43873"/>
                  <a:pt x="6590050" y="97993"/>
                </a:cubicBezTo>
                <a:lnTo>
                  <a:pt x="6590050" y="424638"/>
                </a:lnTo>
                <a:cubicBezTo>
                  <a:pt x="6590050" y="478758"/>
                  <a:pt x="6546176" y="522631"/>
                  <a:pt x="6492056" y="522631"/>
                </a:cubicBezTo>
                <a:lnTo>
                  <a:pt x="97993" y="522631"/>
                </a:lnTo>
                <a:cubicBezTo>
                  <a:pt x="43873" y="522631"/>
                  <a:pt x="0" y="478758"/>
                  <a:pt x="0" y="424638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FEF2F2"/>
          </a:solidFill>
          <a:ln w="25400">
            <a:solidFill>
              <a:srgbClr val="FFC9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279" y="6177661"/>
            <a:ext cx="244983" cy="244983"/>
          </a:xfrm>
          <a:custGeom>
            <a:avLst/>
            <a:gdLst/>
            <a:ahLst/>
            <a:cxnLst/>
            <a:rect l="l" t="t" r="r" b="b"/>
            <a:pathLst>
              <a:path w="244983" h="244983">
                <a:moveTo>
                  <a:pt x="122492" y="244983"/>
                </a:moveTo>
                <a:cubicBezTo>
                  <a:pt x="190097" y="244983"/>
                  <a:pt x="244983" y="190097"/>
                  <a:pt x="244983" y="122492"/>
                </a:cubicBezTo>
                <a:cubicBezTo>
                  <a:pt x="244983" y="54887"/>
                  <a:pt x="190097" y="0"/>
                  <a:pt x="122492" y="0"/>
                </a:cubicBezTo>
                <a:cubicBezTo>
                  <a:pt x="54887" y="0"/>
                  <a:pt x="0" y="54887"/>
                  <a:pt x="0" y="122492"/>
                </a:cubicBezTo>
                <a:cubicBezTo>
                  <a:pt x="0" y="190097"/>
                  <a:pt x="54887" y="244983"/>
                  <a:pt x="122492" y="244983"/>
                </a:cubicBezTo>
                <a:close/>
                <a:moveTo>
                  <a:pt x="79907" y="79907"/>
                </a:moveTo>
                <a:cubicBezTo>
                  <a:pt x="84404" y="75409"/>
                  <a:pt x="91677" y="75409"/>
                  <a:pt x="96127" y="79907"/>
                </a:cubicBezTo>
                <a:lnTo>
                  <a:pt x="122444" y="106223"/>
                </a:lnTo>
                <a:lnTo>
                  <a:pt x="148760" y="79907"/>
                </a:lnTo>
                <a:cubicBezTo>
                  <a:pt x="153258" y="75409"/>
                  <a:pt x="160531" y="75409"/>
                  <a:pt x="164981" y="79907"/>
                </a:cubicBezTo>
                <a:cubicBezTo>
                  <a:pt x="169431" y="84404"/>
                  <a:pt x="169479" y="91677"/>
                  <a:pt x="164981" y="96127"/>
                </a:cubicBezTo>
                <a:lnTo>
                  <a:pt x="138664" y="122444"/>
                </a:lnTo>
                <a:lnTo>
                  <a:pt x="164981" y="148760"/>
                </a:lnTo>
                <a:cubicBezTo>
                  <a:pt x="169479" y="153258"/>
                  <a:pt x="169479" y="160531"/>
                  <a:pt x="164981" y="164981"/>
                </a:cubicBezTo>
                <a:cubicBezTo>
                  <a:pt x="160483" y="169431"/>
                  <a:pt x="153210" y="169479"/>
                  <a:pt x="148760" y="164981"/>
                </a:cubicBezTo>
                <a:lnTo>
                  <a:pt x="122444" y="138664"/>
                </a:lnTo>
                <a:lnTo>
                  <a:pt x="96127" y="164981"/>
                </a:lnTo>
                <a:cubicBezTo>
                  <a:pt x="91629" y="169479"/>
                  <a:pt x="84357" y="169479"/>
                  <a:pt x="79907" y="164981"/>
                </a:cubicBezTo>
                <a:cubicBezTo>
                  <a:pt x="75457" y="160483"/>
                  <a:pt x="75409" y="153210"/>
                  <a:pt x="79907" y="148760"/>
                </a:cubicBezTo>
                <a:lnTo>
                  <a:pt x="106223" y="122444"/>
                </a:lnTo>
                <a:lnTo>
                  <a:pt x="79907" y="96127"/>
                </a:lnTo>
                <a:cubicBezTo>
                  <a:pt x="75409" y="91629"/>
                  <a:pt x="75409" y="84357"/>
                  <a:pt x="79907" y="79907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4501" y="6185827"/>
            <a:ext cx="258049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Sun on </a:t>
            </a:r>
            <a:pPr>
              <a:lnSpc>
                <a:spcPct val="120000"/>
              </a:lnSpc>
            </a:pPr>
            <a:r>
              <a:rPr lang="en-US" sz="1286" b="1" dirty="0">
                <a:solidFill>
                  <a:srgbClr val="D32F2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top</a:t>
            </a:r>
            <a:pPr>
              <a:lnSpc>
                <a:spcPct val="120000"/>
              </a:lnSpc>
            </a:pPr>
            <a:r>
              <a:rPr lang="en-US" sz="1286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= cover the mountains 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01313" y="1600557"/>
            <a:ext cx="4050390" cy="2711148"/>
          </a:xfrm>
          <a:custGeom>
            <a:avLst/>
            <a:gdLst/>
            <a:ahLst/>
            <a:cxnLst/>
            <a:rect l="l" t="t" r="r" b="b"/>
            <a:pathLst>
              <a:path w="4050390" h="2711148">
                <a:moveTo>
                  <a:pt x="195989" y="0"/>
                </a:moveTo>
                <a:lnTo>
                  <a:pt x="3854401" y="0"/>
                </a:lnTo>
                <a:cubicBezTo>
                  <a:pt x="3962643" y="0"/>
                  <a:pt x="4050390" y="87747"/>
                  <a:pt x="4050390" y="195989"/>
                </a:cubicBezTo>
                <a:lnTo>
                  <a:pt x="4050390" y="2515159"/>
                </a:lnTo>
                <a:cubicBezTo>
                  <a:pt x="4050390" y="2623401"/>
                  <a:pt x="3962643" y="2711148"/>
                  <a:pt x="3854401" y="2711148"/>
                </a:cubicBezTo>
                <a:lnTo>
                  <a:pt x="195989" y="2711148"/>
                </a:lnTo>
                <a:cubicBezTo>
                  <a:pt x="87747" y="2711148"/>
                  <a:pt x="0" y="2623401"/>
                  <a:pt x="0" y="2515159"/>
                </a:cubicBezTo>
                <a:lnTo>
                  <a:pt x="0" y="195989"/>
                </a:lnTo>
                <a:cubicBezTo>
                  <a:pt x="0" y="87747"/>
                  <a:pt x="87747" y="0"/>
                  <a:pt x="195989" y="0"/>
                </a:cubicBezTo>
                <a:close/>
              </a:path>
            </a:pathLst>
          </a:custGeom>
          <a:solidFill>
            <a:srgbClr val="DCFCE7"/>
          </a:solidFill>
          <a:ln w="50800">
            <a:solidFill>
              <a:srgbClr val="00C950"/>
            </a:solidFill>
            <a:prstDash val="solid"/>
          </a:ln>
          <a:effectLst>
            <a:outerShdw sx="100000" sy="100000" kx="0" ky="0" algn="bl" rotWithShape="0" blurRad="204153" dist="163322" dir="540000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64635" y="1812876"/>
            <a:ext cx="3723745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3" b="1" dirty="0">
                <a:solidFill>
                  <a:srgbClr val="388E3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✓ Correct!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3632" y="2204849"/>
            <a:ext cx="3625752" cy="1567893"/>
          </a:xfrm>
          <a:custGeom>
            <a:avLst/>
            <a:gdLst/>
            <a:ahLst/>
            <a:cxnLst/>
            <a:rect l="l" t="t" r="r" b="b"/>
            <a:pathLst>
              <a:path w="3625752" h="1567893">
                <a:moveTo>
                  <a:pt x="130653" y="0"/>
                </a:moveTo>
                <a:lnTo>
                  <a:pt x="3495100" y="0"/>
                </a:lnTo>
                <a:cubicBezTo>
                  <a:pt x="3567257" y="0"/>
                  <a:pt x="3625752" y="58495"/>
                  <a:pt x="3625752" y="130653"/>
                </a:cubicBezTo>
                <a:lnTo>
                  <a:pt x="3625752" y="1437240"/>
                </a:lnTo>
                <a:cubicBezTo>
                  <a:pt x="3625752" y="1509398"/>
                  <a:pt x="3567257" y="1567893"/>
                  <a:pt x="3495100" y="1567893"/>
                </a:cubicBezTo>
                <a:lnTo>
                  <a:pt x="130653" y="1567893"/>
                </a:lnTo>
                <a:cubicBezTo>
                  <a:pt x="58495" y="1567893"/>
                  <a:pt x="0" y="1509398"/>
                  <a:pt x="0" y="1437240"/>
                </a:cubicBezTo>
                <a:lnTo>
                  <a:pt x="0" y="130653"/>
                </a:lnTo>
                <a:cubicBezTo>
                  <a:pt x="0" y="58543"/>
                  <a:pt x="58543" y="0"/>
                  <a:pt x="130653" y="0"/>
                </a:cubicBezTo>
                <a:close/>
              </a:path>
            </a:pathLst>
          </a:custGeom>
          <a:gradFill rotWithShape="1" flip="none">
            <a:gsLst>
              <a:gs pos="0">
                <a:srgbClr val="BEDBFF"/>
              </a:gs>
              <a:gs pos="100000">
                <a:srgbClr val="DBEAFE"/>
              </a:gs>
            </a:gsLst>
            <a:lin ang="54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9434535" y="2335507"/>
            <a:ext cx="783946" cy="783946"/>
          </a:xfrm>
          <a:custGeom>
            <a:avLst/>
            <a:gdLst/>
            <a:ahLst/>
            <a:cxnLst/>
            <a:rect l="l" t="t" r="r" b="b"/>
            <a:pathLst>
              <a:path w="783946" h="783946">
                <a:moveTo>
                  <a:pt x="391973" y="0"/>
                </a:moveTo>
                <a:lnTo>
                  <a:pt x="391973" y="0"/>
                </a:lnTo>
                <a:cubicBezTo>
                  <a:pt x="608309" y="0"/>
                  <a:pt x="783946" y="175637"/>
                  <a:pt x="783946" y="391973"/>
                </a:cubicBezTo>
                <a:lnTo>
                  <a:pt x="783946" y="391973"/>
                </a:lnTo>
                <a:cubicBezTo>
                  <a:pt x="783946" y="608309"/>
                  <a:pt x="608309" y="783946"/>
                  <a:pt x="391973" y="783946"/>
                </a:cubicBezTo>
                <a:lnTo>
                  <a:pt x="391973" y="783946"/>
                </a:lnTo>
                <a:cubicBezTo>
                  <a:pt x="175637" y="783946"/>
                  <a:pt x="0" y="608309"/>
                  <a:pt x="0" y="391973"/>
                </a:cubicBezTo>
                <a:lnTo>
                  <a:pt x="0" y="391973"/>
                </a:lnTo>
                <a:cubicBezTo>
                  <a:pt x="0" y="175637"/>
                  <a:pt x="175637" y="0"/>
                  <a:pt x="391973" y="0"/>
                </a:cubicBezTo>
                <a:close/>
              </a:path>
            </a:pathLst>
          </a:custGeom>
          <a:solidFill>
            <a:srgbClr val="FFDF2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57409" y="2531494"/>
            <a:ext cx="734950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6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☀️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4955" b="4955"/>
          <a:stretch/>
        </p:blipFill>
        <p:spPr>
          <a:xfrm>
            <a:off x="8013632" y="2792809"/>
            <a:ext cx="3625752" cy="979933"/>
          </a:xfrm>
          <a:prstGeom prst="roundRect">
            <a:avLst>
              <a:gd name="adj" fmla="val 0"/>
            </a:avLst>
          </a:prstGeom>
        </p:spPr>
      </p:pic>
      <p:sp>
        <p:nvSpPr>
          <p:cNvPr id="23" name="Text 20"/>
          <p:cNvSpPr/>
          <p:nvPr/>
        </p:nvSpPr>
        <p:spPr>
          <a:xfrm>
            <a:off x="7976884" y="3870735"/>
            <a:ext cx="369924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2E7D3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Mountains above Sun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801313" y="4540356"/>
            <a:ext cx="4050390" cy="2711148"/>
          </a:xfrm>
          <a:custGeom>
            <a:avLst/>
            <a:gdLst/>
            <a:ahLst/>
            <a:cxnLst/>
            <a:rect l="l" t="t" r="r" b="b"/>
            <a:pathLst>
              <a:path w="4050390" h="2711148">
                <a:moveTo>
                  <a:pt x="195989" y="0"/>
                </a:moveTo>
                <a:lnTo>
                  <a:pt x="3854401" y="0"/>
                </a:lnTo>
                <a:cubicBezTo>
                  <a:pt x="3962643" y="0"/>
                  <a:pt x="4050390" y="87747"/>
                  <a:pt x="4050390" y="195989"/>
                </a:cubicBezTo>
                <a:lnTo>
                  <a:pt x="4050390" y="2515159"/>
                </a:lnTo>
                <a:cubicBezTo>
                  <a:pt x="4050390" y="2623401"/>
                  <a:pt x="3962643" y="2711148"/>
                  <a:pt x="3854401" y="2711148"/>
                </a:cubicBezTo>
                <a:lnTo>
                  <a:pt x="195989" y="2711148"/>
                </a:lnTo>
                <a:cubicBezTo>
                  <a:pt x="87747" y="2711148"/>
                  <a:pt x="0" y="2623401"/>
                  <a:pt x="0" y="2515159"/>
                </a:cubicBezTo>
                <a:lnTo>
                  <a:pt x="0" y="195989"/>
                </a:lnTo>
                <a:cubicBezTo>
                  <a:pt x="0" y="87747"/>
                  <a:pt x="87747" y="0"/>
                  <a:pt x="195989" y="0"/>
                </a:cubicBezTo>
                <a:close/>
              </a:path>
            </a:pathLst>
          </a:custGeom>
          <a:solidFill>
            <a:srgbClr val="FFE2E2"/>
          </a:solidFill>
          <a:ln w="50800">
            <a:solidFill>
              <a:srgbClr val="FB2C36"/>
            </a:solidFill>
            <a:prstDash val="solid"/>
          </a:ln>
          <a:effectLst>
            <a:outerShdw sx="100000" sy="100000" kx="0" ky="0" algn="bl" rotWithShape="0" blurRad="204153" dist="163322" dir="5400000">
              <a:srgbClr val="000000">
                <a:alpha val="10196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964635" y="4752675"/>
            <a:ext cx="3723745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3" b="1" dirty="0">
                <a:solidFill>
                  <a:srgbClr val="D32F2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✗ Wrong!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013632" y="5144648"/>
            <a:ext cx="3625752" cy="1567893"/>
          </a:xfrm>
          <a:custGeom>
            <a:avLst/>
            <a:gdLst/>
            <a:ahLst/>
            <a:cxnLst/>
            <a:rect l="l" t="t" r="r" b="b"/>
            <a:pathLst>
              <a:path w="3625752" h="1567893">
                <a:moveTo>
                  <a:pt x="130653" y="0"/>
                </a:moveTo>
                <a:lnTo>
                  <a:pt x="3495100" y="0"/>
                </a:lnTo>
                <a:cubicBezTo>
                  <a:pt x="3567257" y="0"/>
                  <a:pt x="3625752" y="58495"/>
                  <a:pt x="3625752" y="130653"/>
                </a:cubicBezTo>
                <a:lnTo>
                  <a:pt x="3625752" y="1437240"/>
                </a:lnTo>
                <a:cubicBezTo>
                  <a:pt x="3625752" y="1509398"/>
                  <a:pt x="3567257" y="1567893"/>
                  <a:pt x="3495100" y="1567893"/>
                </a:cubicBezTo>
                <a:lnTo>
                  <a:pt x="130653" y="1567893"/>
                </a:lnTo>
                <a:cubicBezTo>
                  <a:pt x="58495" y="1567893"/>
                  <a:pt x="0" y="1509398"/>
                  <a:pt x="0" y="1437240"/>
                </a:cubicBezTo>
                <a:lnTo>
                  <a:pt x="0" y="130653"/>
                </a:lnTo>
                <a:cubicBezTo>
                  <a:pt x="0" y="58543"/>
                  <a:pt x="58543" y="0"/>
                  <a:pt x="130653" y="0"/>
                </a:cubicBezTo>
                <a:close/>
              </a:path>
            </a:pathLst>
          </a:custGeom>
          <a:gradFill rotWithShape="1" flip="none">
            <a:gsLst>
              <a:gs pos="0">
                <a:srgbClr val="BEDBFF"/>
              </a:gs>
              <a:gs pos="100000">
                <a:srgbClr val="DBEAFE"/>
              </a:gs>
            </a:gsLst>
            <a:lin ang="5400000" scaled="1"/>
          </a:gra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4955" b="4955"/>
          <a:stretch/>
        </p:blipFill>
        <p:spPr>
          <a:xfrm>
            <a:off x="8013632" y="5928595"/>
            <a:ext cx="3625752" cy="653289"/>
          </a:xfrm>
          <a:prstGeom prst="roundRect">
            <a:avLst>
              <a:gd name="adj" fmla="val 0"/>
            </a:avLst>
          </a:prstGeom>
        </p:spPr>
      </p:pic>
      <p:sp>
        <p:nvSpPr>
          <p:cNvPr id="28" name="Shape 24"/>
          <p:cNvSpPr/>
          <p:nvPr/>
        </p:nvSpPr>
        <p:spPr>
          <a:xfrm>
            <a:off x="9369206" y="5405964"/>
            <a:ext cx="914604" cy="914604"/>
          </a:xfrm>
          <a:custGeom>
            <a:avLst/>
            <a:gdLst/>
            <a:ahLst/>
            <a:cxnLst/>
            <a:rect l="l" t="t" r="r" b="b"/>
            <a:pathLst>
              <a:path w="914604" h="914604">
                <a:moveTo>
                  <a:pt x="457302" y="0"/>
                </a:moveTo>
                <a:lnTo>
                  <a:pt x="457302" y="0"/>
                </a:lnTo>
                <a:cubicBezTo>
                  <a:pt x="709694" y="0"/>
                  <a:pt x="914604" y="204910"/>
                  <a:pt x="914604" y="457302"/>
                </a:cubicBezTo>
                <a:lnTo>
                  <a:pt x="914604" y="457302"/>
                </a:lnTo>
                <a:cubicBezTo>
                  <a:pt x="914604" y="709694"/>
                  <a:pt x="709694" y="914604"/>
                  <a:pt x="457302" y="914604"/>
                </a:cubicBezTo>
                <a:lnTo>
                  <a:pt x="457302" y="914604"/>
                </a:lnTo>
                <a:cubicBezTo>
                  <a:pt x="204910" y="914604"/>
                  <a:pt x="0" y="709694"/>
                  <a:pt x="0" y="457302"/>
                </a:cubicBezTo>
                <a:lnTo>
                  <a:pt x="0" y="457302"/>
                </a:lnTo>
                <a:cubicBezTo>
                  <a:pt x="0" y="204910"/>
                  <a:pt x="204910" y="0"/>
                  <a:pt x="457302" y="0"/>
                </a:cubicBezTo>
                <a:close/>
              </a:path>
            </a:pathLst>
          </a:custGeom>
          <a:solidFill>
            <a:srgbClr val="FFDF20"/>
          </a:solidFill>
          <a:ln/>
          <a:effectLst>
            <a:outerShdw sx="100000" sy="100000" kx="0" ky="0" algn="bl" rotWithShape="0" blurRad="122492" dist="81661" dir="5400000">
              <a:srgbClr val="000000">
                <a:alpha val="10196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9490039" y="5618283"/>
            <a:ext cx="914604" cy="489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58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☀️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7976884" y="6810534"/>
            <a:ext cx="369924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C6282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Sun above Mountains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F7FA"/>
              </a:gs>
              <a:gs pos="50000">
                <a:srgbClr val="FFF3E0"/>
              </a:gs>
              <a:gs pos="100000">
                <a:srgbClr val="F3E5F5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879675" y="381000"/>
            <a:ext cx="6429375" cy="762000"/>
          </a:xfrm>
          <a:custGeom>
            <a:avLst/>
            <a:gdLst/>
            <a:ahLst/>
            <a:cxnLst/>
            <a:rect l="l" t="t" r="r" b="b"/>
            <a:pathLst>
              <a:path w="6429375" h="762000">
                <a:moveTo>
                  <a:pt x="381000" y="0"/>
                </a:moveTo>
                <a:lnTo>
                  <a:pt x="6048375" y="0"/>
                </a:lnTo>
                <a:cubicBezTo>
                  <a:pt x="6258655" y="0"/>
                  <a:pt x="6429375" y="170720"/>
                  <a:pt x="6429375" y="381000"/>
                </a:cubicBezTo>
                <a:lnTo>
                  <a:pt x="6429375" y="381000"/>
                </a:lnTo>
                <a:cubicBezTo>
                  <a:pt x="6429375" y="591280"/>
                  <a:pt x="6258655" y="762000"/>
                  <a:pt x="6048375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5BE"/>
              </a:gs>
              <a:gs pos="100000">
                <a:srgbClr val="00B8DB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146375" y="533400"/>
            <a:ext cx="5895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More Great Examples! 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90650"/>
            <a:ext cx="10579704" cy="5067300"/>
          </a:xfrm>
          <a:custGeom>
            <a:avLst/>
            <a:gdLst/>
            <a:ahLst/>
            <a:cxnLst/>
            <a:rect l="l" t="t" r="r" b="b"/>
            <a:pathLst>
              <a:path w="10579704" h="5067300">
                <a:moveTo>
                  <a:pt x="668214" y="0"/>
                </a:moveTo>
                <a:lnTo>
                  <a:pt x="9911490" y="0"/>
                </a:lnTo>
                <a:cubicBezTo>
                  <a:pt x="10280534" y="0"/>
                  <a:pt x="10579704" y="102351"/>
                  <a:pt x="10579704" y="228608"/>
                </a:cubicBezTo>
                <a:lnTo>
                  <a:pt x="10579704" y="4838692"/>
                </a:lnTo>
                <a:cubicBezTo>
                  <a:pt x="10579704" y="4964949"/>
                  <a:pt x="10280534" y="5067300"/>
                  <a:pt x="9911490" y="5067300"/>
                </a:cubicBezTo>
                <a:lnTo>
                  <a:pt x="668214" y="5067300"/>
                </a:lnTo>
                <a:cubicBezTo>
                  <a:pt x="299170" y="5067300"/>
                  <a:pt x="0" y="4964949"/>
                  <a:pt x="0" y="4838692"/>
                </a:cubicBezTo>
                <a:lnTo>
                  <a:pt x="0" y="228608"/>
                </a:lnTo>
                <a:cubicBezTo>
                  <a:pt x="0" y="102436"/>
                  <a:pt x="299417" y="0"/>
                  <a:pt x="668214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EC5FF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638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1A2FF"/>
              </a:gs>
              <a:gs pos="100000">
                <a:srgbClr val="00B8DB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82961" y="1790700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33333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🌤️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263" y="2514600"/>
            <a:ext cx="3267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288D1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Sky &amp; Birds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700" y="2400300"/>
            <a:ext cx="9346984" cy="3052140"/>
          </a:xfrm>
          <a:custGeom>
            <a:avLst/>
            <a:gdLst/>
            <a:ahLst/>
            <a:cxnLst/>
            <a:rect l="l" t="t" r="r" b="b"/>
            <a:pathLst>
              <a:path w="9346984" h="3052140">
                <a:moveTo>
                  <a:pt x="455950" y="0"/>
                </a:moveTo>
                <a:lnTo>
                  <a:pt x="8891034" y="0"/>
                </a:lnTo>
                <a:cubicBezTo>
                  <a:pt x="9142680" y="0"/>
                  <a:pt x="9346984" y="136762"/>
                  <a:pt x="9346984" y="305214"/>
                </a:cubicBezTo>
                <a:lnTo>
                  <a:pt x="9346984" y="2746926"/>
                </a:lnTo>
                <a:cubicBezTo>
                  <a:pt x="9346984" y="2915378"/>
                  <a:pt x="9142680" y="3052140"/>
                  <a:pt x="8891034" y="3052140"/>
                </a:cubicBezTo>
                <a:lnTo>
                  <a:pt x="455950" y="3052140"/>
                </a:lnTo>
                <a:cubicBezTo>
                  <a:pt x="204305" y="3052140"/>
                  <a:pt x="0" y="2915378"/>
                  <a:pt x="0" y="2746926"/>
                </a:cubicBezTo>
                <a:lnTo>
                  <a:pt x="0" y="305214"/>
                </a:lnTo>
                <a:cubicBezTo>
                  <a:pt x="0" y="136762"/>
                  <a:pt x="204305" y="0"/>
                  <a:pt x="455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8EC5FF"/>
              </a:gs>
              <a:gs pos="100000">
                <a:srgbClr val="DBEAFE"/>
              </a:gs>
            </a:gsLst>
            <a:lin ang="540000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3162300" y="3086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323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2400300"/>
            <a:ext cx="9139472" cy="3743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5555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Magical Layers! 🌟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Keep learning, creating, and playing! 🚀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🎨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Draw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✨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EC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Create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🌟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E6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Enjoy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See you in a new art adventure! 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of Digital Arts - Magical Layers (English)</dc:title>
  <dc:subject>Power of Digital Arts - Magical Layers (English)</dc:subject>
  <dc:creator>Kimi</dc:creator>
  <cp:lastModifiedBy>Kimi</cp:lastModifiedBy>
  <cp:revision>1</cp:revision>
  <dcterms:created xsi:type="dcterms:W3CDTF">2026-02-05T09:31:07Z</dcterms:created>
  <dcterms:modified xsi:type="dcterms:W3CDTF">2026-02-05T09:31:07Z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{"Label":"Power of Digital Arts - Magical Layers (English)","ContentProducer":"001191110108MACG2KBH8F10000","ProduceID":"19c2d1ee-7122-8907-8000-00005e8f0b52","ReservedCode1":"","ContentPropagator":"001191110108MACG2KBH8F20000","PropagateID":"19c2d1ee-7122-8907-8000-00005e8f0b52","ReservedCode2":""}</vt:lpwstr>
  </property>
</Properties>
</file>