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ZCOOL KuaiLe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3200" y="-18288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5334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1524000" y="0"/>
                </a:moveTo>
                <a:lnTo>
                  <a:pt x="1524000" y="0"/>
                </a:lnTo>
                <a:cubicBezTo>
                  <a:pt x="2365118" y="0"/>
                  <a:pt x="3048000" y="682882"/>
                  <a:pt x="3048000" y="1524000"/>
                </a:cubicBezTo>
                <a:lnTo>
                  <a:pt x="3048000" y="1524000"/>
                </a:lnTo>
                <a:cubicBezTo>
                  <a:pt x="3048000" y="2365118"/>
                  <a:pt x="2365118" y="3048000"/>
                  <a:pt x="1524000" y="3048000"/>
                </a:cubicBezTo>
                <a:lnTo>
                  <a:pt x="1524000" y="3048000"/>
                </a:lnTo>
                <a:cubicBezTo>
                  <a:pt x="682882" y="3048000"/>
                  <a:pt x="0" y="2365118"/>
                  <a:pt x="0" y="1524000"/>
                </a:cubicBezTo>
                <a:lnTo>
                  <a:pt x="0" y="1524000"/>
                </a:lnTo>
                <a:cubicBezTo>
                  <a:pt x="0" y="682882"/>
                  <a:pt x="682882" y="0"/>
                  <a:pt x="15240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76800" y="220980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1219200" y="0"/>
                </a:moveTo>
                <a:lnTo>
                  <a:pt x="1219200" y="0"/>
                </a:lnTo>
                <a:cubicBezTo>
                  <a:pt x="1892095" y="0"/>
                  <a:pt x="2438400" y="546305"/>
                  <a:pt x="2438400" y="1219200"/>
                </a:cubicBezTo>
                <a:lnTo>
                  <a:pt x="2438400" y="1219200"/>
                </a:lnTo>
                <a:cubicBezTo>
                  <a:pt x="2438400" y="1892095"/>
                  <a:pt x="1892095" y="2438400"/>
                  <a:pt x="1219200" y="2438400"/>
                </a:cubicBezTo>
                <a:lnTo>
                  <a:pt x="1219200" y="2438400"/>
                </a:lnTo>
                <a:cubicBezTo>
                  <a:pt x="546305" y="2438400"/>
                  <a:pt x="0" y="1892095"/>
                  <a:pt x="0" y="1219200"/>
                </a:cubicBezTo>
                <a:lnTo>
                  <a:pt x="0" y="1219200"/>
                </a:lnTo>
                <a:cubicBezTo>
                  <a:pt x="0" y="546305"/>
                  <a:pt x="546305" y="0"/>
                  <a:pt x="1219200" y="0"/>
                </a:cubicBezTo>
                <a:close/>
              </a:path>
            </a:pathLst>
          </a:custGeom>
          <a:solidFill>
            <a:srgbClr val="FFD93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89145" y="1333500"/>
            <a:ext cx="3009900" cy="533400"/>
          </a:xfrm>
          <a:custGeom>
            <a:avLst/>
            <a:gdLst/>
            <a:ahLst/>
            <a:cxnLst/>
            <a:rect l="l" t="t" r="r" b="b"/>
            <a:pathLst>
              <a:path w="3009900" h="533400">
                <a:moveTo>
                  <a:pt x="266700" y="0"/>
                </a:moveTo>
                <a:lnTo>
                  <a:pt x="2743200" y="0"/>
                </a:lnTo>
                <a:cubicBezTo>
                  <a:pt x="2890396" y="0"/>
                  <a:pt x="3009900" y="119504"/>
                  <a:pt x="3009900" y="266700"/>
                </a:cubicBezTo>
                <a:lnTo>
                  <a:pt x="3009900" y="266700"/>
                </a:lnTo>
                <a:cubicBezTo>
                  <a:pt x="3009900" y="413896"/>
                  <a:pt x="2890396" y="533400"/>
                  <a:pt x="27432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08232" y="1485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903470" y="1333500"/>
            <a:ext cx="275272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Grade 3 - ICT360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18247" y="2400181"/>
            <a:ext cx="59531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Page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40060" y="3771781"/>
            <a:ext cx="5514975" cy="800100"/>
          </a:xfrm>
          <a:custGeom>
            <a:avLst/>
            <a:gdLst/>
            <a:ahLst/>
            <a:cxnLst/>
            <a:rect l="l" t="t" r="r" b="b"/>
            <a:pathLst>
              <a:path w="5514975" h="800100">
                <a:moveTo>
                  <a:pt x="228597" y="0"/>
                </a:moveTo>
                <a:lnTo>
                  <a:pt x="5286378" y="0"/>
                </a:lnTo>
                <a:cubicBezTo>
                  <a:pt x="5412629" y="0"/>
                  <a:pt x="5514975" y="102346"/>
                  <a:pt x="5514975" y="228597"/>
                </a:cubicBezTo>
                <a:lnTo>
                  <a:pt x="5514975" y="571503"/>
                </a:lnTo>
                <a:cubicBezTo>
                  <a:pt x="5514975" y="697754"/>
                  <a:pt x="5412629" y="800100"/>
                  <a:pt x="5286378" y="800100"/>
                </a:cubicBezTo>
                <a:lnTo>
                  <a:pt x="228597" y="800100"/>
                </a:lnTo>
                <a:cubicBezTo>
                  <a:pt x="102346" y="800100"/>
                  <a:pt x="0" y="697754"/>
                  <a:pt x="0" y="571503"/>
                </a:cubicBezTo>
                <a:lnTo>
                  <a:pt x="0" y="228597"/>
                </a:lnTo>
                <a:cubicBezTo>
                  <a:pt x="0" y="102346"/>
                  <a:pt x="102346" y="0"/>
                  <a:pt x="228597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25823" y="4000381"/>
            <a:ext cx="4743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Comic Books with MS Word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33180" y="5029081"/>
            <a:ext cx="1704975" cy="495300"/>
          </a:xfrm>
          <a:custGeom>
            <a:avLst/>
            <a:gdLst/>
            <a:ahLst/>
            <a:cxnLst/>
            <a:rect l="l" t="t" r="r" b="b"/>
            <a:pathLst>
              <a:path w="1704975" h="495300">
                <a:moveTo>
                  <a:pt x="152399" y="0"/>
                </a:moveTo>
                <a:lnTo>
                  <a:pt x="1552576" y="0"/>
                </a:lnTo>
                <a:cubicBezTo>
                  <a:pt x="1636744" y="0"/>
                  <a:pt x="1704975" y="68231"/>
                  <a:pt x="1704975" y="152399"/>
                </a:cubicBezTo>
                <a:lnTo>
                  <a:pt x="1704975" y="342901"/>
                </a:lnTo>
                <a:cubicBezTo>
                  <a:pt x="1704975" y="427069"/>
                  <a:pt x="1636744" y="495300"/>
                  <a:pt x="155257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85592" y="51662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80830" y="5029081"/>
            <a:ext cx="150495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Storybooks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9255" y="5029081"/>
            <a:ext cx="1390650" cy="495300"/>
          </a:xfrm>
          <a:custGeom>
            <a:avLst/>
            <a:gdLst/>
            <a:ahLst/>
            <a:cxnLst/>
            <a:rect l="l" t="t" r="r" b="b"/>
            <a:pathLst>
              <a:path w="1390650" h="495300">
                <a:moveTo>
                  <a:pt x="152399" y="0"/>
                </a:moveTo>
                <a:lnTo>
                  <a:pt x="1238251" y="0"/>
                </a:lnTo>
                <a:cubicBezTo>
                  <a:pt x="1322419" y="0"/>
                  <a:pt x="1390650" y="68231"/>
                  <a:pt x="1390650" y="152399"/>
                </a:cubicBezTo>
                <a:lnTo>
                  <a:pt x="1390650" y="342901"/>
                </a:lnTo>
                <a:cubicBezTo>
                  <a:pt x="1390650" y="427069"/>
                  <a:pt x="1322419" y="495300"/>
                  <a:pt x="1238251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21668" y="51662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78594"/>
                </a:moveTo>
                <a:cubicBezTo>
                  <a:pt x="147861" y="178594"/>
                  <a:pt x="190500" y="138596"/>
                  <a:pt x="190500" y="89297"/>
                </a:cubicBezTo>
                <a:cubicBezTo>
                  <a:pt x="190500" y="39998"/>
                  <a:pt x="147861" y="0"/>
                  <a:pt x="95250" y="0"/>
                </a:cubicBezTo>
                <a:cubicBezTo>
                  <a:pt x="42639" y="0"/>
                  <a:pt x="0" y="39998"/>
                  <a:pt x="0" y="89297"/>
                </a:cubicBezTo>
                <a:cubicBezTo>
                  <a:pt x="0" y="109500"/>
                  <a:pt x="7144" y="128104"/>
                  <a:pt x="19199" y="143061"/>
                </a:cubicBezTo>
                <a:lnTo>
                  <a:pt x="1042" y="177403"/>
                </a:lnTo>
                <a:cubicBezTo>
                  <a:pt x="-744" y="180752"/>
                  <a:pt x="-186" y="184845"/>
                  <a:pt x="2381" y="187635"/>
                </a:cubicBezTo>
                <a:cubicBezTo>
                  <a:pt x="4949" y="190426"/>
                  <a:pt x="9004" y="191281"/>
                  <a:pt x="12464" y="189793"/>
                </a:cubicBezTo>
                <a:lnTo>
                  <a:pt x="56517" y="170929"/>
                </a:lnTo>
                <a:cubicBezTo>
                  <a:pt x="68349" y="175840"/>
                  <a:pt x="81446" y="178594"/>
                  <a:pt x="95250" y="178594"/>
                </a:cubicBezTo>
                <a:close/>
                <a:moveTo>
                  <a:pt x="47625" y="77391"/>
                </a:moveTo>
                <a:cubicBezTo>
                  <a:pt x="54196" y="77391"/>
                  <a:pt x="59531" y="82726"/>
                  <a:pt x="59531" y="89297"/>
                </a:cubicBezTo>
                <a:cubicBezTo>
                  <a:pt x="59531" y="95868"/>
                  <a:pt x="54196" y="101203"/>
                  <a:pt x="47625" y="101203"/>
                </a:cubicBezTo>
                <a:cubicBezTo>
                  <a:pt x="41054" y="101203"/>
                  <a:pt x="35719" y="95868"/>
                  <a:pt x="35719" y="89297"/>
                </a:cubicBezTo>
                <a:cubicBezTo>
                  <a:pt x="35719" y="82726"/>
                  <a:pt x="41054" y="77391"/>
                  <a:pt x="47625" y="77391"/>
                </a:cubicBezTo>
                <a:close/>
                <a:moveTo>
                  <a:pt x="95250" y="77391"/>
                </a:moveTo>
                <a:cubicBezTo>
                  <a:pt x="101821" y="77391"/>
                  <a:pt x="107156" y="82726"/>
                  <a:pt x="107156" y="89297"/>
                </a:cubicBezTo>
                <a:cubicBezTo>
                  <a:pt x="107156" y="95868"/>
                  <a:pt x="101821" y="101203"/>
                  <a:pt x="95250" y="101203"/>
                </a:cubicBezTo>
                <a:cubicBezTo>
                  <a:pt x="88679" y="101203"/>
                  <a:pt x="83344" y="95868"/>
                  <a:pt x="83344" y="89297"/>
                </a:cubicBezTo>
                <a:cubicBezTo>
                  <a:pt x="83344" y="82726"/>
                  <a:pt x="88679" y="77391"/>
                  <a:pt x="95250" y="77391"/>
                </a:cubicBezTo>
                <a:close/>
                <a:moveTo>
                  <a:pt x="130969" y="89297"/>
                </a:moveTo>
                <a:cubicBezTo>
                  <a:pt x="130969" y="82726"/>
                  <a:pt x="136304" y="77391"/>
                  <a:pt x="142875" y="77391"/>
                </a:cubicBezTo>
                <a:cubicBezTo>
                  <a:pt x="149446" y="77391"/>
                  <a:pt x="154781" y="82726"/>
                  <a:pt x="154781" y="89297"/>
                </a:cubicBezTo>
                <a:cubicBezTo>
                  <a:pt x="154781" y="95868"/>
                  <a:pt x="149446" y="101203"/>
                  <a:pt x="142875" y="101203"/>
                </a:cubicBezTo>
                <a:cubicBezTo>
                  <a:pt x="136304" y="101203"/>
                  <a:pt x="130969" y="95868"/>
                  <a:pt x="130969" y="89297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6905" y="5029081"/>
            <a:ext cx="1190625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84576" y="5029081"/>
            <a:ext cx="1571625" cy="495300"/>
          </a:xfrm>
          <a:custGeom>
            <a:avLst/>
            <a:gdLst/>
            <a:ahLst/>
            <a:cxnLst/>
            <a:rect l="l" t="t" r="r" b="b"/>
            <a:pathLst>
              <a:path w="1571625" h="495300">
                <a:moveTo>
                  <a:pt x="152399" y="0"/>
                </a:moveTo>
                <a:lnTo>
                  <a:pt x="1419226" y="0"/>
                </a:lnTo>
                <a:cubicBezTo>
                  <a:pt x="1503394" y="0"/>
                  <a:pt x="1571625" y="68231"/>
                  <a:pt x="1571625" y="152399"/>
                </a:cubicBezTo>
                <a:lnTo>
                  <a:pt x="1571625" y="342901"/>
                </a:lnTo>
                <a:cubicBezTo>
                  <a:pt x="1571625" y="427069"/>
                  <a:pt x="1503394" y="495300"/>
                  <a:pt x="141922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3176" y="516624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11906"/>
                </a:moveTo>
                <a:cubicBezTo>
                  <a:pt x="34491" y="11906"/>
                  <a:pt x="23812" y="22585"/>
                  <a:pt x="23812" y="35719"/>
                </a:cubicBezTo>
                <a:lnTo>
                  <a:pt x="23812" y="125016"/>
                </a:lnTo>
                <a:lnTo>
                  <a:pt x="47625" y="125016"/>
                </a:lnTo>
                <a:lnTo>
                  <a:pt x="47625" y="35719"/>
                </a:lnTo>
                <a:lnTo>
                  <a:pt x="190500" y="35719"/>
                </a:lnTo>
                <a:lnTo>
                  <a:pt x="190500" y="125016"/>
                </a:lnTo>
                <a:lnTo>
                  <a:pt x="214313" y="125016"/>
                </a:lnTo>
                <a:lnTo>
                  <a:pt x="214313" y="35719"/>
                </a:lnTo>
                <a:cubicBezTo>
                  <a:pt x="214313" y="22585"/>
                  <a:pt x="203634" y="11906"/>
                  <a:pt x="190500" y="11906"/>
                </a:cubicBezTo>
                <a:lnTo>
                  <a:pt x="47625" y="11906"/>
                </a:lnTo>
                <a:close/>
                <a:moveTo>
                  <a:pt x="7144" y="142875"/>
                </a:moveTo>
                <a:cubicBezTo>
                  <a:pt x="3200" y="142875"/>
                  <a:pt x="0" y="146075"/>
                  <a:pt x="0" y="150019"/>
                </a:cubicBezTo>
                <a:cubicBezTo>
                  <a:pt x="0" y="165795"/>
                  <a:pt x="12799" y="178594"/>
                  <a:pt x="28575" y="178594"/>
                </a:cubicBezTo>
                <a:lnTo>
                  <a:pt x="209550" y="178594"/>
                </a:lnTo>
                <a:cubicBezTo>
                  <a:pt x="225326" y="178594"/>
                  <a:pt x="238125" y="165795"/>
                  <a:pt x="238125" y="150019"/>
                </a:cubicBezTo>
                <a:cubicBezTo>
                  <a:pt x="238125" y="146075"/>
                  <a:pt x="234925" y="142875"/>
                  <a:pt x="230981" y="142875"/>
                </a:cubicBezTo>
                <a:lnTo>
                  <a:pt x="7144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32226" y="5029081"/>
            <a:ext cx="137160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 Word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What We Will Learn Today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181600" y="10668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38100" y="0"/>
                </a:moveTo>
                <a:lnTo>
                  <a:pt x="1790700" y="0"/>
                </a:lnTo>
                <a:cubicBezTo>
                  <a:pt x="1811728" y="0"/>
                  <a:pt x="1828800" y="17072"/>
                  <a:pt x="1828800" y="38100"/>
                </a:cubicBezTo>
                <a:lnTo>
                  <a:pt x="1828800" y="38100"/>
                </a:lnTo>
                <a:cubicBezTo>
                  <a:pt x="1828800" y="59128"/>
                  <a:pt x="1811728" y="76200"/>
                  <a:pt x="1790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" name="Shape 2"/>
          <p:cNvSpPr/>
          <p:nvPr/>
        </p:nvSpPr>
        <p:spPr>
          <a:xfrm>
            <a:off x="419100" y="1447800"/>
            <a:ext cx="5562600" cy="1362075"/>
          </a:xfrm>
          <a:custGeom>
            <a:avLst/>
            <a:gdLst/>
            <a:ahLst/>
            <a:cxnLst/>
            <a:rect l="l" t="t" r="r" b="b"/>
            <a:pathLst>
              <a:path w="5562600" h="1362075">
                <a:moveTo>
                  <a:pt x="76200" y="0"/>
                </a:moveTo>
                <a:lnTo>
                  <a:pt x="5334003" y="0"/>
                </a:lnTo>
                <a:cubicBezTo>
                  <a:pt x="5460254" y="0"/>
                  <a:pt x="5562600" y="102346"/>
                  <a:pt x="5562600" y="228597"/>
                </a:cubicBezTo>
                <a:lnTo>
                  <a:pt x="5562600" y="1133478"/>
                </a:lnTo>
                <a:cubicBezTo>
                  <a:pt x="5562600" y="1259729"/>
                  <a:pt x="5460254" y="1362075"/>
                  <a:pt x="5334003" y="1362075"/>
                </a:cubicBez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9100" y="1447800"/>
            <a:ext cx="76200" cy="1362075"/>
          </a:xfrm>
          <a:custGeom>
            <a:avLst/>
            <a:gdLst/>
            <a:ahLst/>
            <a:cxnLst/>
            <a:rect l="l" t="t" r="r" b="b"/>
            <a:pathLst>
              <a:path w="76200" h="1362075">
                <a:moveTo>
                  <a:pt x="76200" y="0"/>
                </a:moveTo>
                <a:lnTo>
                  <a:pt x="76200" y="0"/>
                </a:lnTo>
                <a:lnTo>
                  <a:pt x="76200" y="1362075"/>
                </a:ln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Text 5"/>
          <p:cNvSpPr/>
          <p:nvPr/>
        </p:nvSpPr>
        <p:spPr>
          <a:xfrm>
            <a:off x="614363" y="16764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7800" y="16764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Types of Books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2057281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Storybooks and Comic Books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400" y="1447800"/>
            <a:ext cx="5562600" cy="1362075"/>
          </a:xfrm>
          <a:custGeom>
            <a:avLst/>
            <a:gdLst/>
            <a:ahLst/>
            <a:cxnLst/>
            <a:rect l="l" t="t" r="r" b="b"/>
            <a:pathLst>
              <a:path w="5562600" h="1362075">
                <a:moveTo>
                  <a:pt x="76200" y="0"/>
                </a:moveTo>
                <a:lnTo>
                  <a:pt x="5334003" y="0"/>
                </a:lnTo>
                <a:cubicBezTo>
                  <a:pt x="5460254" y="0"/>
                  <a:pt x="5562600" y="102346"/>
                  <a:pt x="5562600" y="228597"/>
                </a:cubicBezTo>
                <a:lnTo>
                  <a:pt x="5562600" y="1133478"/>
                </a:lnTo>
                <a:cubicBezTo>
                  <a:pt x="5562600" y="1259729"/>
                  <a:pt x="5460254" y="1362075"/>
                  <a:pt x="5334003" y="1362075"/>
                </a:cubicBez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8400" y="1447800"/>
            <a:ext cx="76200" cy="1362075"/>
          </a:xfrm>
          <a:custGeom>
            <a:avLst/>
            <a:gdLst/>
            <a:ahLst/>
            <a:cxnLst/>
            <a:rect l="l" t="t" r="r" b="b"/>
            <a:pathLst>
              <a:path w="76200" h="1362075">
                <a:moveTo>
                  <a:pt x="76200" y="0"/>
                </a:moveTo>
                <a:lnTo>
                  <a:pt x="76200" y="0"/>
                </a:lnTo>
                <a:lnTo>
                  <a:pt x="76200" y="1362075"/>
                </a:ln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5100" y="167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663" y="167640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77100" y="1676400"/>
            <a:ext cx="2809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Comic Book Elements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77100" y="2057281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Characters, Dialogues &amp; Background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9100" y="3035260"/>
            <a:ext cx="5562600" cy="1362075"/>
          </a:xfrm>
          <a:custGeom>
            <a:avLst/>
            <a:gdLst/>
            <a:ahLst/>
            <a:cxnLst/>
            <a:rect l="l" t="t" r="r" b="b"/>
            <a:pathLst>
              <a:path w="5562600" h="1362075">
                <a:moveTo>
                  <a:pt x="76200" y="0"/>
                </a:moveTo>
                <a:lnTo>
                  <a:pt x="5334003" y="0"/>
                </a:lnTo>
                <a:cubicBezTo>
                  <a:pt x="5460254" y="0"/>
                  <a:pt x="5562600" y="102346"/>
                  <a:pt x="5562600" y="228597"/>
                </a:cubicBezTo>
                <a:lnTo>
                  <a:pt x="5562600" y="1133478"/>
                </a:lnTo>
                <a:cubicBezTo>
                  <a:pt x="5562600" y="1259729"/>
                  <a:pt x="5460254" y="1362075"/>
                  <a:pt x="5334003" y="1362075"/>
                </a:cubicBez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9100" y="3035260"/>
            <a:ext cx="76200" cy="1362075"/>
          </a:xfrm>
          <a:custGeom>
            <a:avLst/>
            <a:gdLst/>
            <a:ahLst/>
            <a:cxnLst/>
            <a:rect l="l" t="t" r="r" b="b"/>
            <a:pathLst>
              <a:path w="76200" h="1362075">
                <a:moveTo>
                  <a:pt x="76200" y="0"/>
                </a:moveTo>
                <a:lnTo>
                  <a:pt x="76200" y="0"/>
                </a:lnTo>
                <a:lnTo>
                  <a:pt x="76200" y="1362075"/>
                </a:ln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2638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19" name="Text 17"/>
          <p:cNvSpPr/>
          <p:nvPr/>
        </p:nvSpPr>
        <p:spPr>
          <a:xfrm>
            <a:off x="614363" y="326386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0" y="326386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MS Word Insert Tab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3644741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Pictures, Shapes &amp; WordArt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400" y="3035260"/>
            <a:ext cx="5562600" cy="1362075"/>
          </a:xfrm>
          <a:custGeom>
            <a:avLst/>
            <a:gdLst/>
            <a:ahLst/>
            <a:cxnLst/>
            <a:rect l="l" t="t" r="r" b="b"/>
            <a:pathLst>
              <a:path w="5562600" h="1362075">
                <a:moveTo>
                  <a:pt x="76200" y="0"/>
                </a:moveTo>
                <a:lnTo>
                  <a:pt x="5334003" y="0"/>
                </a:lnTo>
                <a:cubicBezTo>
                  <a:pt x="5460254" y="0"/>
                  <a:pt x="5562600" y="102346"/>
                  <a:pt x="5562600" y="228597"/>
                </a:cubicBezTo>
                <a:lnTo>
                  <a:pt x="5562600" y="1133478"/>
                </a:lnTo>
                <a:cubicBezTo>
                  <a:pt x="5562600" y="1259729"/>
                  <a:pt x="5460254" y="1362075"/>
                  <a:pt x="5334003" y="1362075"/>
                </a:cubicBez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48400" y="3035260"/>
            <a:ext cx="76200" cy="1362075"/>
          </a:xfrm>
          <a:custGeom>
            <a:avLst/>
            <a:gdLst/>
            <a:ahLst/>
            <a:cxnLst/>
            <a:rect l="l" t="t" r="r" b="b"/>
            <a:pathLst>
              <a:path w="76200" h="1362075">
                <a:moveTo>
                  <a:pt x="76200" y="0"/>
                </a:moveTo>
                <a:lnTo>
                  <a:pt x="76200" y="0"/>
                </a:lnTo>
                <a:lnTo>
                  <a:pt x="76200" y="1362075"/>
                </a:ln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5100" y="326386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43663" y="326386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7100" y="3263860"/>
            <a:ext cx="2905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Creating Our Comic Strip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3644741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Guide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9100" y="4622721"/>
            <a:ext cx="11391900" cy="1362075"/>
          </a:xfrm>
          <a:custGeom>
            <a:avLst/>
            <a:gdLst/>
            <a:ahLst/>
            <a:cxnLst/>
            <a:rect l="l" t="t" r="r" b="b"/>
            <a:pathLst>
              <a:path w="11391900" h="1362075">
                <a:moveTo>
                  <a:pt x="76200" y="0"/>
                </a:moveTo>
                <a:lnTo>
                  <a:pt x="11163303" y="0"/>
                </a:lnTo>
                <a:cubicBezTo>
                  <a:pt x="11289554" y="0"/>
                  <a:pt x="11391900" y="102346"/>
                  <a:pt x="11391900" y="228597"/>
                </a:cubicBezTo>
                <a:lnTo>
                  <a:pt x="11391900" y="1133478"/>
                </a:lnTo>
                <a:cubicBezTo>
                  <a:pt x="11391900" y="1259729"/>
                  <a:pt x="11289554" y="1362075"/>
                  <a:pt x="11163303" y="1362075"/>
                </a:cubicBez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9100" y="4622721"/>
            <a:ext cx="76200" cy="1362075"/>
          </a:xfrm>
          <a:custGeom>
            <a:avLst/>
            <a:gdLst/>
            <a:ahLst/>
            <a:cxnLst/>
            <a:rect l="l" t="t" r="r" b="b"/>
            <a:pathLst>
              <a:path w="76200" h="1362075">
                <a:moveTo>
                  <a:pt x="76200" y="0"/>
                </a:moveTo>
                <a:lnTo>
                  <a:pt x="76200" y="0"/>
                </a:lnTo>
                <a:lnTo>
                  <a:pt x="76200" y="1362075"/>
                </a:lnTo>
                <a:lnTo>
                  <a:pt x="76200" y="1362075"/>
                </a:lnTo>
                <a:cubicBezTo>
                  <a:pt x="34144" y="1362075"/>
                  <a:pt x="0" y="1327931"/>
                  <a:pt x="0" y="12858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85132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614363" y="4851321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47800" y="4851321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Practice Exercise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" y="5232202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Your Knowledge!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73391" y="623316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5" name="Text 33"/>
          <p:cNvSpPr/>
          <p:nvPr/>
        </p:nvSpPr>
        <p:spPr>
          <a:xfrm>
            <a:off x="628650" y="6210300"/>
            <a:ext cx="1122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D405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have fun learning about page design!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547688" y="53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19100"/>
            <a:ext cx="4733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Let's Explore Books!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43000"/>
            <a:ext cx="5600700" cy="4591050"/>
          </a:xfrm>
          <a:custGeom>
            <a:avLst/>
            <a:gdLst/>
            <a:ahLst/>
            <a:cxnLst/>
            <a:rect l="l" t="t" r="r" b="b"/>
            <a:pathLst>
              <a:path w="5600700" h="4591050">
                <a:moveTo>
                  <a:pt x="228588" y="0"/>
                </a:moveTo>
                <a:lnTo>
                  <a:pt x="5372112" y="0"/>
                </a:lnTo>
                <a:cubicBezTo>
                  <a:pt x="5498357" y="0"/>
                  <a:pt x="5600700" y="102343"/>
                  <a:pt x="5600700" y="228588"/>
                </a:cubicBezTo>
                <a:lnTo>
                  <a:pt x="5600700" y="4362462"/>
                </a:lnTo>
                <a:cubicBezTo>
                  <a:pt x="5600700" y="4488707"/>
                  <a:pt x="5498357" y="4591050"/>
                  <a:pt x="5372112" y="4591050"/>
                </a:cubicBezTo>
                <a:lnTo>
                  <a:pt x="228588" y="4591050"/>
                </a:lnTo>
                <a:cubicBezTo>
                  <a:pt x="102343" y="4591050"/>
                  <a:pt x="0" y="4488707"/>
                  <a:pt x="0" y="4362462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8175" y="14095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371600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Look at Your Textbook!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28681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do you see when you open your textbook? Look closely and list all the elements you can find!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538294"/>
            <a:ext cx="5143500" cy="2057400"/>
          </a:xfrm>
          <a:custGeom>
            <a:avLst/>
            <a:gdLst/>
            <a:ahLst/>
            <a:cxnLst/>
            <a:rect l="l" t="t" r="r" b="b"/>
            <a:pathLst>
              <a:path w="5143500" h="2057400">
                <a:moveTo>
                  <a:pt x="152392" y="0"/>
                </a:moveTo>
                <a:lnTo>
                  <a:pt x="4991108" y="0"/>
                </a:lnTo>
                <a:cubicBezTo>
                  <a:pt x="5075272" y="0"/>
                  <a:pt x="5143500" y="68228"/>
                  <a:pt x="5143500" y="152392"/>
                </a:cubicBezTo>
                <a:lnTo>
                  <a:pt x="5143500" y="1905008"/>
                </a:lnTo>
                <a:cubicBezTo>
                  <a:pt x="5143500" y="1989172"/>
                  <a:pt x="5075272" y="2057400"/>
                  <a:pt x="4991108" y="2057400"/>
                </a:cubicBezTo>
                <a:lnTo>
                  <a:pt x="152392" y="2057400"/>
                </a:lnTo>
                <a:cubicBezTo>
                  <a:pt x="68228" y="2057400"/>
                  <a:pt x="0" y="1989172"/>
                  <a:pt x="0" y="190500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721173"/>
            <a:ext cx="139053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Elements you'll find: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0575" y="30335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2995494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Pictures of characters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1525" y="33383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3300294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Dialogues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0575" y="36431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lnTo>
                  <a:pt x="38100" y="9525"/>
                </a:lnTo>
                <a:cubicBezTo>
                  <a:pt x="43369" y="9525"/>
                  <a:pt x="47625" y="13781"/>
                  <a:pt x="47625" y="19050"/>
                </a:cubicBezTo>
                <a:cubicBezTo>
                  <a:pt x="47625" y="24319"/>
                  <a:pt x="43369" y="28575"/>
                  <a:pt x="38100" y="28575"/>
                </a:cubicBezTo>
                <a:lnTo>
                  <a:pt x="33338" y="28575"/>
                </a:lnTo>
                <a:lnTo>
                  <a:pt x="33338" y="61912"/>
                </a:lnTo>
                <a:lnTo>
                  <a:pt x="100013" y="61912"/>
                </a:lnTo>
                <a:lnTo>
                  <a:pt x="100013" y="28575"/>
                </a:lnTo>
                <a:lnTo>
                  <a:pt x="95250" y="28575"/>
                </a:ln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23825" y="9525"/>
                </a:lnTo>
                <a:cubicBezTo>
                  <a:pt x="129094" y="9525"/>
                  <a:pt x="133350" y="13781"/>
                  <a:pt x="133350" y="19050"/>
                </a:cubicBezTo>
                <a:cubicBezTo>
                  <a:pt x="133350" y="24319"/>
                  <a:pt x="129094" y="28575"/>
                  <a:pt x="123825" y="28575"/>
                </a:cubicBezTo>
                <a:lnTo>
                  <a:pt x="119062" y="28575"/>
                </a:lnTo>
                <a:lnTo>
                  <a:pt x="119062" y="123825"/>
                </a:ln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lnTo>
                  <a:pt x="95250" y="142875"/>
                </a:ln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0013" y="123825"/>
                </a:lnTo>
                <a:lnTo>
                  <a:pt x="100013" y="80962"/>
                </a:lnTo>
                <a:lnTo>
                  <a:pt x="33338" y="80962"/>
                </a:lnTo>
                <a:lnTo>
                  <a:pt x="33338" y="123825"/>
                </a:lnTo>
                <a:lnTo>
                  <a:pt x="38100" y="123825"/>
                </a:lnTo>
                <a:cubicBezTo>
                  <a:pt x="43369" y="123825"/>
                  <a:pt x="47625" y="128081"/>
                  <a:pt x="47625" y="133350"/>
                </a:cubicBezTo>
                <a:cubicBezTo>
                  <a:pt x="47625" y="138619"/>
                  <a:pt x="43369" y="142875"/>
                  <a:pt x="3810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4288" y="123825"/>
                </a:lnTo>
                <a:lnTo>
                  <a:pt x="14288" y="28575"/>
                </a:ln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3605094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Headings and titles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1050" y="39479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3907" y="208"/>
                </a:moveTo>
                <a:cubicBezTo>
                  <a:pt x="69056" y="1310"/>
                  <a:pt x="72330" y="6370"/>
                  <a:pt x="71229" y="11519"/>
                </a:cubicBezTo>
                <a:lnTo>
                  <a:pt x="65544" y="38100"/>
                </a:lnTo>
                <a:lnTo>
                  <a:pt x="103197" y="38100"/>
                </a:lnTo>
                <a:lnTo>
                  <a:pt x="109746" y="7531"/>
                </a:lnTo>
                <a:cubicBezTo>
                  <a:pt x="110847" y="2381"/>
                  <a:pt x="115907" y="-893"/>
                  <a:pt x="121057" y="208"/>
                </a:cubicBezTo>
                <a:cubicBezTo>
                  <a:pt x="126206" y="1310"/>
                  <a:pt x="129480" y="6370"/>
                  <a:pt x="128379" y="11519"/>
                </a:cubicBezTo>
                <a:lnTo>
                  <a:pt x="122694" y="38100"/>
                </a:lnTo>
                <a:lnTo>
                  <a:pt x="142875" y="38100"/>
                </a:lnTo>
                <a:cubicBezTo>
                  <a:pt x="148144" y="38100"/>
                  <a:pt x="152400" y="42356"/>
                  <a:pt x="152400" y="47625"/>
                </a:cubicBezTo>
                <a:cubicBezTo>
                  <a:pt x="152400" y="52894"/>
                  <a:pt x="148144" y="57150"/>
                  <a:pt x="142875" y="57150"/>
                </a:cubicBezTo>
                <a:lnTo>
                  <a:pt x="118586" y="57150"/>
                </a:lnTo>
                <a:lnTo>
                  <a:pt x="110430" y="95250"/>
                </a:lnTo>
                <a:lnTo>
                  <a:pt x="130612" y="95250"/>
                </a:lnTo>
                <a:cubicBezTo>
                  <a:pt x="135880" y="95250"/>
                  <a:pt x="140137" y="99506"/>
                  <a:pt x="140137" y="104775"/>
                </a:cubicBezTo>
                <a:cubicBezTo>
                  <a:pt x="140137" y="110044"/>
                  <a:pt x="135880" y="114300"/>
                  <a:pt x="130612" y="114300"/>
                </a:cubicBezTo>
                <a:lnTo>
                  <a:pt x="106323" y="114300"/>
                </a:lnTo>
                <a:lnTo>
                  <a:pt x="99774" y="144869"/>
                </a:lnTo>
                <a:cubicBezTo>
                  <a:pt x="98673" y="150019"/>
                  <a:pt x="93613" y="153293"/>
                  <a:pt x="88463" y="152192"/>
                </a:cubicBezTo>
                <a:cubicBezTo>
                  <a:pt x="83314" y="151090"/>
                  <a:pt x="80040" y="146030"/>
                  <a:pt x="81141" y="140881"/>
                </a:cubicBezTo>
                <a:lnTo>
                  <a:pt x="86826" y="114300"/>
                </a:lnTo>
                <a:lnTo>
                  <a:pt x="49173" y="114300"/>
                </a:lnTo>
                <a:lnTo>
                  <a:pt x="42624" y="144869"/>
                </a:lnTo>
                <a:cubicBezTo>
                  <a:pt x="41523" y="150019"/>
                  <a:pt x="36463" y="153293"/>
                  <a:pt x="31313" y="152192"/>
                </a:cubicBezTo>
                <a:cubicBezTo>
                  <a:pt x="26164" y="151090"/>
                  <a:pt x="22890" y="146030"/>
                  <a:pt x="23991" y="140881"/>
                </a:cubicBezTo>
                <a:lnTo>
                  <a:pt x="29706" y="114300"/>
                </a:lnTo>
                <a:lnTo>
                  <a:pt x="9525" y="114300"/>
                </a:lnTo>
                <a:cubicBezTo>
                  <a:pt x="4256" y="114300"/>
                  <a:pt x="0" y="110044"/>
                  <a:pt x="0" y="104775"/>
                </a:cubicBezTo>
                <a:cubicBezTo>
                  <a:pt x="0" y="99506"/>
                  <a:pt x="4256" y="95250"/>
                  <a:pt x="9525" y="95250"/>
                </a:cubicBezTo>
                <a:lnTo>
                  <a:pt x="33814" y="95250"/>
                </a:lnTo>
                <a:lnTo>
                  <a:pt x="41970" y="57150"/>
                </a:lnTo>
                <a:lnTo>
                  <a:pt x="21788" y="57150"/>
                </a:lnTo>
                <a:cubicBezTo>
                  <a:pt x="16520" y="57150"/>
                  <a:pt x="12263" y="52894"/>
                  <a:pt x="12263" y="47625"/>
                </a:cubicBezTo>
                <a:cubicBezTo>
                  <a:pt x="12263" y="42356"/>
                  <a:pt x="16520" y="38100"/>
                  <a:pt x="21788" y="38100"/>
                </a:cubicBezTo>
                <a:lnTo>
                  <a:pt x="46077" y="38100"/>
                </a:lnTo>
                <a:lnTo>
                  <a:pt x="52626" y="7531"/>
                </a:lnTo>
                <a:cubicBezTo>
                  <a:pt x="53697" y="2381"/>
                  <a:pt x="58757" y="-893"/>
                  <a:pt x="63907" y="208"/>
                </a:cubicBezTo>
                <a:close/>
                <a:moveTo>
                  <a:pt x="61436" y="57150"/>
                </a:moveTo>
                <a:lnTo>
                  <a:pt x="53280" y="95250"/>
                </a:lnTo>
                <a:lnTo>
                  <a:pt x="90934" y="95250"/>
                </a:lnTo>
                <a:lnTo>
                  <a:pt x="99090" y="57150"/>
                </a:lnTo>
                <a:lnTo>
                  <a:pt x="61436" y="57150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3909894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numbers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0575" y="425279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214694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Author's name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0300" y="1143000"/>
            <a:ext cx="5600700" cy="4591050"/>
          </a:xfrm>
          <a:custGeom>
            <a:avLst/>
            <a:gdLst/>
            <a:ahLst/>
            <a:cxnLst/>
            <a:rect l="l" t="t" r="r" b="b"/>
            <a:pathLst>
              <a:path w="5600700" h="4591050">
                <a:moveTo>
                  <a:pt x="228588" y="0"/>
                </a:moveTo>
                <a:lnTo>
                  <a:pt x="5372112" y="0"/>
                </a:lnTo>
                <a:cubicBezTo>
                  <a:pt x="5498357" y="0"/>
                  <a:pt x="5600700" y="102343"/>
                  <a:pt x="5600700" y="228588"/>
                </a:cubicBezTo>
                <a:lnTo>
                  <a:pt x="5600700" y="4362462"/>
                </a:lnTo>
                <a:cubicBezTo>
                  <a:pt x="5600700" y="4488707"/>
                  <a:pt x="5498357" y="4591050"/>
                  <a:pt x="5372112" y="4591050"/>
                </a:cubicBezTo>
                <a:lnTo>
                  <a:pt x="228588" y="4591050"/>
                </a:lnTo>
                <a:cubicBezTo>
                  <a:pt x="102343" y="4591050"/>
                  <a:pt x="0" y="4488707"/>
                  <a:pt x="0" y="4362462"/>
                </a:cubicBezTo>
                <a:lnTo>
                  <a:pt x="0" y="228588"/>
                </a:lnTo>
                <a:cubicBezTo>
                  <a:pt x="0" y="102427"/>
                  <a:pt x="102427" y="0"/>
                  <a:pt x="2285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7475" y="14095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23" name="Text 21"/>
          <p:cNvSpPr/>
          <p:nvPr/>
        </p:nvSpPr>
        <p:spPr>
          <a:xfrm>
            <a:off x="6838950" y="1371600"/>
            <a:ext cx="3000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Why Are These Important?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8900" y="1828681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elements make reading fun and help you understand stories better!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8900" y="2538294"/>
            <a:ext cx="5143500" cy="457200"/>
          </a:xfrm>
          <a:custGeom>
            <a:avLst/>
            <a:gdLst/>
            <a:ahLst/>
            <a:cxnLst/>
            <a:rect l="l" t="t" r="r" b="b"/>
            <a:pathLst>
              <a:path w="5143500" h="457200">
                <a:moveTo>
                  <a:pt x="114300" y="0"/>
                </a:moveTo>
                <a:lnTo>
                  <a:pt x="5029200" y="0"/>
                </a:lnTo>
                <a:cubicBezTo>
                  <a:pt x="5092284" y="0"/>
                  <a:pt x="5143500" y="51216"/>
                  <a:pt x="5143500" y="114300"/>
                </a:cubicBezTo>
                <a:lnTo>
                  <a:pt x="5143500" y="342900"/>
                </a:lnTo>
                <a:cubicBezTo>
                  <a:pt x="5143500" y="405984"/>
                  <a:pt x="5092284" y="457200"/>
                  <a:pt x="50292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7013" y="26716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7" name="Text 25"/>
          <p:cNvSpPr/>
          <p:nvPr/>
        </p:nvSpPr>
        <p:spPr>
          <a:xfrm>
            <a:off x="6905625" y="2652594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grab your attention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8900" y="3109794"/>
            <a:ext cx="5143500" cy="457200"/>
          </a:xfrm>
          <a:custGeom>
            <a:avLst/>
            <a:gdLst/>
            <a:ahLst/>
            <a:cxnLst/>
            <a:rect l="l" t="t" r="r" b="b"/>
            <a:pathLst>
              <a:path w="5143500" h="457200">
                <a:moveTo>
                  <a:pt x="114300" y="0"/>
                </a:moveTo>
                <a:lnTo>
                  <a:pt x="5029200" y="0"/>
                </a:lnTo>
                <a:cubicBezTo>
                  <a:pt x="5092284" y="0"/>
                  <a:pt x="5143500" y="51216"/>
                  <a:pt x="5143500" y="114300"/>
                </a:cubicBezTo>
                <a:lnTo>
                  <a:pt x="5143500" y="342900"/>
                </a:lnTo>
                <a:cubicBezTo>
                  <a:pt x="5143500" y="405984"/>
                  <a:pt x="5092284" y="457200"/>
                  <a:pt x="50292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77013" y="32431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6905625" y="3224094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Dialogues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stories come alive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38900" y="3681294"/>
            <a:ext cx="5143500" cy="457200"/>
          </a:xfrm>
          <a:custGeom>
            <a:avLst/>
            <a:gdLst/>
            <a:ahLst/>
            <a:cxnLst/>
            <a:rect l="l" t="t" r="r" b="b"/>
            <a:pathLst>
              <a:path w="5143500" h="457200">
                <a:moveTo>
                  <a:pt x="114300" y="0"/>
                </a:moveTo>
                <a:lnTo>
                  <a:pt x="5029200" y="0"/>
                </a:lnTo>
                <a:cubicBezTo>
                  <a:pt x="5092284" y="0"/>
                  <a:pt x="5143500" y="51216"/>
                  <a:pt x="5143500" y="114300"/>
                </a:cubicBezTo>
                <a:lnTo>
                  <a:pt x="5143500" y="342900"/>
                </a:lnTo>
                <a:cubicBezTo>
                  <a:pt x="5143500" y="405984"/>
                  <a:pt x="5092284" y="457200"/>
                  <a:pt x="50292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77013" y="38146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3" name="Text 31"/>
          <p:cNvSpPr/>
          <p:nvPr/>
        </p:nvSpPr>
        <p:spPr>
          <a:xfrm>
            <a:off x="6905625" y="3795594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Headings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help you find topics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5886450"/>
            <a:ext cx="11430000" cy="590550"/>
          </a:xfrm>
          <a:custGeom>
            <a:avLst/>
            <a:gdLst/>
            <a:ahLst/>
            <a:cxnLst/>
            <a:rect l="l" t="t" r="r" b="b"/>
            <a:pathLst>
              <a:path w="11430000" h="590550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438153"/>
                </a:lnTo>
                <a:cubicBezTo>
                  <a:pt x="11430000" y="522319"/>
                  <a:pt x="11361769" y="590550"/>
                  <a:pt x="11277603" y="590550"/>
                </a:cubicBezTo>
                <a:lnTo>
                  <a:pt x="152397" y="590550"/>
                </a:lnTo>
                <a:cubicBezTo>
                  <a:pt x="68231" y="590550"/>
                  <a:pt x="0" y="522319"/>
                  <a:pt x="0" y="438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7219" y="60388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988" y="6048375"/>
            <a:ext cx="882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you know?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Apart from textbooks, there are many different types of books like storybooks, comic books, and more!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7866"/>
                </a:moveTo>
                <a:cubicBezTo>
                  <a:pt x="135985" y="67866"/>
                  <a:pt x="153591" y="50260"/>
                  <a:pt x="153591" y="28575"/>
                </a:cubicBezTo>
                <a:cubicBezTo>
                  <a:pt x="153591" y="6890"/>
                  <a:pt x="135985" y="-10716"/>
                  <a:pt x="114300" y="-10716"/>
                </a:cubicBezTo>
                <a:cubicBezTo>
                  <a:pt x="92615" y="-10716"/>
                  <a:pt x="75009" y="6890"/>
                  <a:pt x="75009" y="28575"/>
                </a:cubicBezTo>
                <a:cubicBezTo>
                  <a:pt x="75009" y="50260"/>
                  <a:pt x="92615" y="67866"/>
                  <a:pt x="114300" y="67866"/>
                </a:cubicBezTo>
                <a:close/>
                <a:moveTo>
                  <a:pt x="114300" y="201231"/>
                </a:moveTo>
                <a:lnTo>
                  <a:pt x="114300" y="134570"/>
                </a:lnTo>
                <a:cubicBezTo>
                  <a:pt x="121578" y="131534"/>
                  <a:pt x="128989" y="128454"/>
                  <a:pt x="136490" y="125328"/>
                </a:cubicBezTo>
                <a:cubicBezTo>
                  <a:pt x="153903" y="118095"/>
                  <a:pt x="172566" y="114345"/>
                  <a:pt x="191452" y="114345"/>
                </a:cubicBezTo>
                <a:lnTo>
                  <a:pt x="200025" y="114345"/>
                </a:lnTo>
                <a:lnTo>
                  <a:pt x="200025" y="185782"/>
                </a:lnTo>
                <a:lnTo>
                  <a:pt x="191452" y="185782"/>
                </a:lnTo>
                <a:cubicBezTo>
                  <a:pt x="165065" y="185782"/>
                  <a:pt x="138901" y="191006"/>
                  <a:pt x="114523" y="201186"/>
                </a:cubicBezTo>
                <a:lnTo>
                  <a:pt x="114300" y="201275"/>
                </a:lnTo>
                <a:close/>
                <a:moveTo>
                  <a:pt x="114300" y="103584"/>
                </a:moveTo>
                <a:lnTo>
                  <a:pt x="103093" y="98896"/>
                </a:lnTo>
                <a:cubicBezTo>
                  <a:pt x="82198" y="90190"/>
                  <a:pt x="59784" y="85725"/>
                  <a:pt x="37148" y="85725"/>
                </a:cubicBez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37148" y="214313"/>
                </a:lnTo>
                <a:cubicBezTo>
                  <a:pt x="59784" y="214313"/>
                  <a:pt x="82198" y="218777"/>
                  <a:pt x="103093" y="227484"/>
                </a:cubicBezTo>
                <a:lnTo>
                  <a:pt x="108808" y="229850"/>
                </a:lnTo>
                <a:cubicBezTo>
                  <a:pt x="112335" y="231324"/>
                  <a:pt x="116265" y="231324"/>
                  <a:pt x="119792" y="229850"/>
                </a:cubicBezTo>
                <a:lnTo>
                  <a:pt x="125507" y="227484"/>
                </a:lnTo>
                <a:cubicBezTo>
                  <a:pt x="146402" y="218777"/>
                  <a:pt x="168816" y="214312"/>
                  <a:pt x="191453" y="214312"/>
                </a:cubicBezTo>
                <a:lnTo>
                  <a:pt x="207169" y="214312"/>
                </a:lnTo>
                <a:cubicBezTo>
                  <a:pt x="219001" y="214312"/>
                  <a:pt x="228600" y="204713"/>
                  <a:pt x="228600" y="192881"/>
                </a:cubicBezTo>
                <a:lnTo>
                  <a:pt x="228600" y="107156"/>
                </a:lnTo>
                <a:cubicBezTo>
                  <a:pt x="228600" y="95324"/>
                  <a:pt x="219001" y="85725"/>
                  <a:pt x="207169" y="85725"/>
                </a:cubicBezTo>
                <a:lnTo>
                  <a:pt x="191453" y="85725"/>
                </a:lnTo>
                <a:cubicBezTo>
                  <a:pt x="168816" y="85725"/>
                  <a:pt x="146402" y="90190"/>
                  <a:pt x="125507" y="98896"/>
                </a:cubicBezTo>
                <a:lnTo>
                  <a:pt x="114300" y="1035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19100"/>
            <a:ext cx="629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Storybooks vs Comic Books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162050"/>
            <a:ext cx="5562600" cy="4552950"/>
          </a:xfrm>
          <a:custGeom>
            <a:avLst/>
            <a:gdLst/>
            <a:ahLst/>
            <a:cxnLst/>
            <a:rect l="l" t="t" r="r" b="b"/>
            <a:pathLst>
              <a:path w="5562600" h="4552950">
                <a:moveTo>
                  <a:pt x="228604" y="0"/>
                </a:moveTo>
                <a:lnTo>
                  <a:pt x="5333996" y="0"/>
                </a:lnTo>
                <a:cubicBezTo>
                  <a:pt x="5460251" y="0"/>
                  <a:pt x="5562600" y="102349"/>
                  <a:pt x="5562600" y="228604"/>
                </a:cubicBezTo>
                <a:lnTo>
                  <a:pt x="5562600" y="4324346"/>
                </a:lnTo>
                <a:cubicBezTo>
                  <a:pt x="5562600" y="4450601"/>
                  <a:pt x="5460251" y="4552950"/>
                  <a:pt x="5333996" y="4552950"/>
                </a:cubicBezTo>
                <a:lnTo>
                  <a:pt x="228604" y="4552950"/>
                </a:lnTo>
                <a:cubicBezTo>
                  <a:pt x="102349" y="4552950"/>
                  <a:pt x="0" y="4450601"/>
                  <a:pt x="0" y="4324346"/>
                </a:cubicBezTo>
                <a:lnTo>
                  <a:pt x="0" y="228604"/>
                </a:lnTo>
                <a:cubicBezTo>
                  <a:pt x="0" y="102434"/>
                  <a:pt x="102434" y="0"/>
                  <a:pt x="2286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8C42">
                  <a:alpha val="20000"/>
                </a:srgbClr>
              </a:gs>
              <a:gs pos="100000">
                <a:srgbClr val="FF8C42">
                  <a:alpha val="5000"/>
                </a:srgbClr>
              </a:gs>
            </a:gsLst>
            <a:lin ang="2700000" scaled="1"/>
          </a:gradFill>
          <a:ln w="50800">
            <a:solidFill>
              <a:srgbClr val="FF8C42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Shape 5"/>
          <p:cNvSpPr/>
          <p:nvPr/>
        </p:nvSpPr>
        <p:spPr>
          <a:xfrm>
            <a:off x="829866" y="15716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43050"/>
            <a:ext cx="175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Storybooks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700" y="2171700"/>
            <a:ext cx="5067300" cy="723900"/>
          </a:xfrm>
          <a:custGeom>
            <a:avLst/>
            <a:gdLst/>
            <a:ahLst/>
            <a:cxnLst/>
            <a:rect l="l" t="t" r="r" b="b"/>
            <a:pathLst>
              <a:path w="5067300" h="723900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609603"/>
                </a:lnTo>
                <a:cubicBezTo>
                  <a:pt x="5067300" y="672728"/>
                  <a:pt x="5016128" y="723900"/>
                  <a:pt x="49530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90575" y="23164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2316480"/>
            <a:ext cx="13527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they contain: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5527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story or collection of stories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3009900"/>
            <a:ext cx="5067300" cy="723900"/>
          </a:xfrm>
          <a:custGeom>
            <a:avLst/>
            <a:gdLst/>
            <a:ahLst/>
            <a:cxnLst/>
            <a:rect l="l" t="t" r="r" b="b"/>
            <a:pathLst>
              <a:path w="5067300" h="723900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609603"/>
                </a:lnTo>
                <a:cubicBezTo>
                  <a:pt x="5067300" y="672728"/>
                  <a:pt x="5016128" y="723900"/>
                  <a:pt x="49530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15468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650" y="3154680"/>
            <a:ext cx="12445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reads them: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3909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Usually meant for children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" y="3848100"/>
            <a:ext cx="5067300" cy="723900"/>
          </a:xfrm>
          <a:custGeom>
            <a:avLst/>
            <a:gdLst/>
            <a:ahLst/>
            <a:cxnLst/>
            <a:rect l="l" t="t" r="r" b="b"/>
            <a:pathLst>
              <a:path w="5067300" h="723900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609603"/>
                </a:lnTo>
                <a:cubicBezTo>
                  <a:pt x="5067300" y="672728"/>
                  <a:pt x="5016128" y="723900"/>
                  <a:pt x="49530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1525" y="399288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9650" y="3992880"/>
            <a:ext cx="84355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2291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or more characters. The main character is called the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" y="4724400"/>
            <a:ext cx="5067300" cy="457200"/>
          </a:xfrm>
          <a:custGeom>
            <a:avLst/>
            <a:gdLst/>
            <a:ahLst/>
            <a:cxnLst/>
            <a:rect l="l" t="t" r="r" b="b"/>
            <a:pathLst>
              <a:path w="5067300" h="457200">
                <a:moveTo>
                  <a:pt x="114300" y="0"/>
                </a:moveTo>
                <a:lnTo>
                  <a:pt x="4953000" y="0"/>
                </a:lnTo>
                <a:cubicBezTo>
                  <a:pt x="5016084" y="0"/>
                  <a:pt x="5067300" y="51216"/>
                  <a:pt x="5067300" y="114300"/>
                </a:cubicBezTo>
                <a:lnTo>
                  <a:pt x="5067300" y="342900"/>
                </a:lnTo>
                <a:cubicBezTo>
                  <a:pt x="5067300" y="405984"/>
                  <a:pt x="5016084" y="457200"/>
                  <a:pt x="49530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2" name="Shape 20"/>
          <p:cNvSpPr/>
          <p:nvPr/>
        </p:nvSpPr>
        <p:spPr>
          <a:xfrm>
            <a:off x="1808083" y="48691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" y="48387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Fairy tales, adventure stories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162050"/>
            <a:ext cx="5562600" cy="4552950"/>
          </a:xfrm>
          <a:custGeom>
            <a:avLst/>
            <a:gdLst/>
            <a:ahLst/>
            <a:cxnLst/>
            <a:rect l="l" t="t" r="r" b="b"/>
            <a:pathLst>
              <a:path w="5562600" h="4552950">
                <a:moveTo>
                  <a:pt x="228604" y="0"/>
                </a:moveTo>
                <a:lnTo>
                  <a:pt x="5333996" y="0"/>
                </a:lnTo>
                <a:cubicBezTo>
                  <a:pt x="5460251" y="0"/>
                  <a:pt x="5562600" y="102349"/>
                  <a:pt x="5562600" y="228604"/>
                </a:cubicBezTo>
                <a:lnTo>
                  <a:pt x="5562600" y="4324346"/>
                </a:lnTo>
                <a:cubicBezTo>
                  <a:pt x="5562600" y="4450601"/>
                  <a:pt x="5460251" y="4552950"/>
                  <a:pt x="5333996" y="4552950"/>
                </a:cubicBezTo>
                <a:lnTo>
                  <a:pt x="228604" y="4552950"/>
                </a:lnTo>
                <a:cubicBezTo>
                  <a:pt x="102349" y="4552950"/>
                  <a:pt x="0" y="4450601"/>
                  <a:pt x="0" y="4324346"/>
                </a:cubicBezTo>
                <a:lnTo>
                  <a:pt x="0" y="228604"/>
                </a:lnTo>
                <a:cubicBezTo>
                  <a:pt x="0" y="102434"/>
                  <a:pt x="102434" y="0"/>
                  <a:pt x="2286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4ECDC4">
                  <a:alpha val="5000"/>
                </a:srgbClr>
              </a:gs>
            </a:gsLst>
            <a:lin ang="2700000" scaled="1"/>
          </a:gradFill>
          <a:ln w="50800">
            <a:solidFill>
              <a:srgbClr val="4ECDC4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7000" y="1409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Shape 24"/>
          <p:cNvSpPr/>
          <p:nvPr/>
        </p:nvSpPr>
        <p:spPr>
          <a:xfrm>
            <a:off x="6641306" y="1571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67891"/>
                </a:moveTo>
                <a:cubicBezTo>
                  <a:pt x="221791" y="267891"/>
                  <a:pt x="285750" y="207894"/>
                  <a:pt x="285750" y="133945"/>
                </a:cubicBezTo>
                <a:cubicBezTo>
                  <a:pt x="285750" y="59996"/>
                  <a:pt x="221791" y="0"/>
                  <a:pt x="142875" y="0"/>
                </a:cubicBezTo>
                <a:cubicBezTo>
                  <a:pt x="63959" y="0"/>
                  <a:pt x="0" y="59996"/>
                  <a:pt x="0" y="133945"/>
                </a:cubicBezTo>
                <a:cubicBezTo>
                  <a:pt x="0" y="164250"/>
                  <a:pt x="10716" y="192156"/>
                  <a:pt x="28798" y="214592"/>
                </a:cubicBezTo>
                <a:lnTo>
                  <a:pt x="1563" y="266105"/>
                </a:lnTo>
                <a:cubicBezTo>
                  <a:pt x="-1116" y="271128"/>
                  <a:pt x="-279" y="277267"/>
                  <a:pt x="3572" y="281453"/>
                </a:cubicBezTo>
                <a:cubicBezTo>
                  <a:pt x="7423" y="285638"/>
                  <a:pt x="13506" y="286922"/>
                  <a:pt x="18697" y="284690"/>
                </a:cubicBezTo>
                <a:lnTo>
                  <a:pt x="84776" y="256394"/>
                </a:lnTo>
                <a:cubicBezTo>
                  <a:pt x="102524" y="263761"/>
                  <a:pt x="122169" y="267891"/>
                  <a:pt x="142875" y="267891"/>
                </a:cubicBezTo>
                <a:close/>
                <a:moveTo>
                  <a:pt x="71438" y="116086"/>
                </a:moveTo>
                <a:cubicBezTo>
                  <a:pt x="81294" y="116086"/>
                  <a:pt x="89297" y="124088"/>
                  <a:pt x="89297" y="133945"/>
                </a:cubicBezTo>
                <a:cubicBezTo>
                  <a:pt x="89297" y="143802"/>
                  <a:pt x="81294" y="151805"/>
                  <a:pt x="71438" y="151805"/>
                </a:cubicBezTo>
                <a:cubicBezTo>
                  <a:pt x="61581" y="151805"/>
                  <a:pt x="53578" y="143802"/>
                  <a:pt x="53578" y="133945"/>
                </a:cubicBezTo>
                <a:cubicBezTo>
                  <a:pt x="53578" y="124088"/>
                  <a:pt x="61581" y="116086"/>
                  <a:pt x="71438" y="116086"/>
                </a:cubicBezTo>
                <a:close/>
                <a:moveTo>
                  <a:pt x="142875" y="116086"/>
                </a:moveTo>
                <a:cubicBezTo>
                  <a:pt x="152732" y="116086"/>
                  <a:pt x="160734" y="124088"/>
                  <a:pt x="160734" y="133945"/>
                </a:cubicBezTo>
                <a:cubicBezTo>
                  <a:pt x="160734" y="143802"/>
                  <a:pt x="152732" y="151805"/>
                  <a:pt x="142875" y="151805"/>
                </a:cubicBezTo>
                <a:cubicBezTo>
                  <a:pt x="133018" y="151805"/>
                  <a:pt x="125016" y="143802"/>
                  <a:pt x="125016" y="133945"/>
                </a:cubicBezTo>
                <a:cubicBezTo>
                  <a:pt x="125016" y="124088"/>
                  <a:pt x="133018" y="116086"/>
                  <a:pt x="142875" y="116086"/>
                </a:cubicBezTo>
                <a:close/>
                <a:moveTo>
                  <a:pt x="196453" y="133945"/>
                </a:moveTo>
                <a:cubicBezTo>
                  <a:pt x="196453" y="124088"/>
                  <a:pt x="204456" y="116086"/>
                  <a:pt x="214313" y="116086"/>
                </a:cubicBezTo>
                <a:cubicBezTo>
                  <a:pt x="224169" y="116086"/>
                  <a:pt x="232172" y="124088"/>
                  <a:pt x="232172" y="133945"/>
                </a:cubicBezTo>
                <a:cubicBezTo>
                  <a:pt x="232172" y="143802"/>
                  <a:pt x="224169" y="151805"/>
                  <a:pt x="214313" y="151805"/>
                </a:cubicBezTo>
                <a:cubicBezTo>
                  <a:pt x="204456" y="151805"/>
                  <a:pt x="196453" y="143802"/>
                  <a:pt x="196453" y="1339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200900" y="1543050"/>
            <a:ext cx="1876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Comic Books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77000" y="2171700"/>
            <a:ext cx="5067300" cy="723900"/>
          </a:xfrm>
          <a:custGeom>
            <a:avLst/>
            <a:gdLst/>
            <a:ahLst/>
            <a:cxnLst/>
            <a:rect l="l" t="t" r="r" b="b"/>
            <a:pathLst>
              <a:path w="5067300" h="723900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609603"/>
                </a:lnTo>
                <a:cubicBezTo>
                  <a:pt x="5067300" y="672728"/>
                  <a:pt x="5016128" y="723900"/>
                  <a:pt x="49530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619875" y="23164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6838950" y="2316480"/>
            <a:ext cx="135278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they contain: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91300" y="25527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 of individual scenes called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comic strips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77000" y="3009900"/>
            <a:ext cx="5067300" cy="723900"/>
          </a:xfrm>
          <a:custGeom>
            <a:avLst/>
            <a:gdLst/>
            <a:ahLst/>
            <a:cxnLst/>
            <a:rect l="l" t="t" r="r" b="b"/>
            <a:pathLst>
              <a:path w="5067300" h="723900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609603"/>
                </a:lnTo>
                <a:cubicBezTo>
                  <a:pt x="5067300" y="672728"/>
                  <a:pt x="5016128" y="723900"/>
                  <a:pt x="49530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600825" y="315468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28575"/>
                </a:moveTo>
                <a:cubicBezTo>
                  <a:pt x="28575" y="18068"/>
                  <a:pt x="37118" y="9525"/>
                  <a:pt x="47625" y="9525"/>
                </a:cubicBezTo>
                <a:lnTo>
                  <a:pt x="142875" y="9525"/>
                </a:lnTo>
                <a:cubicBezTo>
                  <a:pt x="153382" y="9525"/>
                  <a:pt x="161925" y="18068"/>
                  <a:pt x="161925" y="28575"/>
                </a:cubicBezTo>
                <a:lnTo>
                  <a:pt x="161925" y="104775"/>
                </a:lnTo>
                <a:cubicBezTo>
                  <a:pt x="161925" y="115282"/>
                  <a:pt x="153382" y="123825"/>
                  <a:pt x="142875" y="123825"/>
                </a:cubicBezTo>
                <a:lnTo>
                  <a:pt x="47625" y="123825"/>
                </a:lnTo>
                <a:cubicBezTo>
                  <a:pt x="37118" y="123825"/>
                  <a:pt x="28575" y="115282"/>
                  <a:pt x="28575" y="104775"/>
                </a:cubicBezTo>
                <a:lnTo>
                  <a:pt x="28575" y="28575"/>
                </a:lnTo>
                <a:close/>
                <a:moveTo>
                  <a:pt x="7144" y="38100"/>
                </a:moveTo>
                <a:cubicBezTo>
                  <a:pt x="11103" y="38100"/>
                  <a:pt x="14288" y="41285"/>
                  <a:pt x="14288" y="45244"/>
                </a:cubicBezTo>
                <a:lnTo>
                  <a:pt x="14288" y="133350"/>
                </a:lnTo>
                <a:cubicBezTo>
                  <a:pt x="14288" y="135969"/>
                  <a:pt x="16431" y="138113"/>
                  <a:pt x="19050" y="138113"/>
                </a:cubicBezTo>
                <a:lnTo>
                  <a:pt x="126206" y="138113"/>
                </a:lnTo>
                <a:cubicBezTo>
                  <a:pt x="130165" y="138113"/>
                  <a:pt x="133350" y="141297"/>
                  <a:pt x="133350" y="145256"/>
                </a:cubicBezTo>
                <a:cubicBezTo>
                  <a:pt x="133350" y="149215"/>
                  <a:pt x="130165" y="152400"/>
                  <a:pt x="126206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45244"/>
                </a:lnTo>
                <a:cubicBezTo>
                  <a:pt x="0" y="41285"/>
                  <a:pt x="3185" y="38100"/>
                  <a:pt x="7144" y="38100"/>
                </a:cubicBezTo>
                <a:close/>
                <a:moveTo>
                  <a:pt x="57150" y="47625"/>
                </a:moveTo>
                <a:cubicBezTo>
                  <a:pt x="62407" y="47625"/>
                  <a:pt x="66675" y="43357"/>
                  <a:pt x="66675" y="38100"/>
                </a:cubicBezTo>
                <a:cubicBezTo>
                  <a:pt x="66675" y="32843"/>
                  <a:pt x="62407" y="28575"/>
                  <a:pt x="57150" y="28575"/>
                </a:cubicBezTo>
                <a:cubicBezTo>
                  <a:pt x="51893" y="28575"/>
                  <a:pt x="47625" y="32843"/>
                  <a:pt x="47625" y="38100"/>
                </a:cubicBezTo>
                <a:cubicBezTo>
                  <a:pt x="47625" y="43357"/>
                  <a:pt x="51893" y="47625"/>
                  <a:pt x="57150" y="47625"/>
                </a:cubicBezTo>
                <a:close/>
                <a:moveTo>
                  <a:pt x="115639" y="51048"/>
                </a:moveTo>
                <a:cubicBezTo>
                  <a:pt x="114330" y="48935"/>
                  <a:pt x="112038" y="47625"/>
                  <a:pt x="109537" y="47625"/>
                </a:cubicBezTo>
                <a:cubicBezTo>
                  <a:pt x="107037" y="47625"/>
                  <a:pt x="104745" y="48935"/>
                  <a:pt x="103436" y="51048"/>
                </a:cubicBezTo>
                <a:lnTo>
                  <a:pt x="86678" y="78462"/>
                </a:lnTo>
                <a:lnTo>
                  <a:pt x="79385" y="69354"/>
                </a:lnTo>
                <a:cubicBezTo>
                  <a:pt x="78016" y="67657"/>
                  <a:pt x="75992" y="66675"/>
                  <a:pt x="73819" y="66675"/>
                </a:cubicBezTo>
                <a:cubicBezTo>
                  <a:pt x="71646" y="66675"/>
                  <a:pt x="69592" y="67657"/>
                  <a:pt x="68253" y="69354"/>
                </a:cubicBezTo>
                <a:lnTo>
                  <a:pt x="49203" y="93166"/>
                </a:lnTo>
                <a:cubicBezTo>
                  <a:pt x="47476" y="95310"/>
                  <a:pt x="47149" y="98256"/>
                  <a:pt x="48339" y="100727"/>
                </a:cubicBezTo>
                <a:cubicBezTo>
                  <a:pt x="49530" y="103197"/>
                  <a:pt x="52030" y="104775"/>
                  <a:pt x="54769" y="104775"/>
                </a:cubicBezTo>
                <a:lnTo>
                  <a:pt x="135731" y="104775"/>
                </a:lnTo>
                <a:cubicBezTo>
                  <a:pt x="138321" y="104775"/>
                  <a:pt x="140702" y="103376"/>
                  <a:pt x="141952" y="101114"/>
                </a:cubicBezTo>
                <a:cubicBezTo>
                  <a:pt x="143202" y="98852"/>
                  <a:pt x="143173" y="96113"/>
                  <a:pt x="141803" y="93881"/>
                </a:cubicBezTo>
                <a:lnTo>
                  <a:pt x="115610" y="5101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" name="Text 32"/>
          <p:cNvSpPr/>
          <p:nvPr/>
        </p:nvSpPr>
        <p:spPr>
          <a:xfrm>
            <a:off x="6838950" y="3154680"/>
            <a:ext cx="102369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What's inside: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91300" y="33909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Characters, images, and dialogues to tell a story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77000" y="3848100"/>
            <a:ext cx="5067300" cy="723900"/>
          </a:xfrm>
          <a:custGeom>
            <a:avLst/>
            <a:gdLst/>
            <a:ahLst/>
            <a:cxnLst/>
            <a:rect l="l" t="t" r="r" b="b"/>
            <a:pathLst>
              <a:path w="5067300" h="723900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609603"/>
                </a:lnTo>
                <a:cubicBezTo>
                  <a:pt x="5067300" y="672728"/>
                  <a:pt x="5016128" y="723900"/>
                  <a:pt x="49530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619875" y="39928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0"/>
                </a:moveTo>
                <a:cubicBezTo>
                  <a:pt x="46643" y="0"/>
                  <a:pt x="38100" y="8543"/>
                  <a:pt x="38100" y="19050"/>
                </a:cubicBezTo>
                <a:lnTo>
                  <a:pt x="38100" y="95250"/>
                </a:lnTo>
                <a:cubicBezTo>
                  <a:pt x="38100" y="105757"/>
                  <a:pt x="46643" y="114300"/>
                  <a:pt x="57150" y="114300"/>
                </a:cubicBezTo>
                <a:lnTo>
                  <a:pt x="114300" y="114300"/>
                </a:lnTo>
                <a:cubicBezTo>
                  <a:pt x="124807" y="114300"/>
                  <a:pt x="133350" y="105757"/>
                  <a:pt x="133350" y="95250"/>
                </a:cubicBezTo>
                <a:lnTo>
                  <a:pt x="133350" y="35540"/>
                </a:lnTo>
                <a:cubicBezTo>
                  <a:pt x="133350" y="30361"/>
                  <a:pt x="131237" y="25390"/>
                  <a:pt x="127486" y="21788"/>
                </a:cubicBezTo>
                <a:lnTo>
                  <a:pt x="110311" y="5298"/>
                </a:lnTo>
                <a:cubicBezTo>
                  <a:pt x="106769" y="1905"/>
                  <a:pt x="102037" y="0"/>
                  <a:pt x="97125" y="0"/>
                </a:cubicBezTo>
                <a:lnTo>
                  <a:pt x="57150" y="0"/>
                </a:lnTo>
                <a:close/>
                <a:moveTo>
                  <a:pt x="19050" y="38100"/>
                </a:moveTo>
                <a:cubicBezTo>
                  <a:pt x="8543" y="38100"/>
                  <a:pt x="0" y="46643"/>
                  <a:pt x="0" y="571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76200" y="152400"/>
                </a:lnTo>
                <a:cubicBezTo>
                  <a:pt x="86707" y="152400"/>
                  <a:pt x="95250" y="143857"/>
                  <a:pt x="95250" y="133350"/>
                </a:cubicBezTo>
                <a:lnTo>
                  <a:pt x="95250" y="128588"/>
                </a:lnTo>
                <a:lnTo>
                  <a:pt x="76200" y="128588"/>
                </a:lnTo>
                <a:lnTo>
                  <a:pt x="76200" y="133350"/>
                </a:lnTo>
                <a:lnTo>
                  <a:pt x="19050" y="133350"/>
                </a:lnTo>
                <a:lnTo>
                  <a:pt x="19050" y="57150"/>
                </a:lnTo>
                <a:lnTo>
                  <a:pt x="23813" y="57150"/>
                </a:lnTo>
                <a:lnTo>
                  <a:pt x="23813" y="38100"/>
                </a:lnTo>
                <a:lnTo>
                  <a:pt x="19050" y="3810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Text 36"/>
          <p:cNvSpPr/>
          <p:nvPr/>
        </p:nvSpPr>
        <p:spPr>
          <a:xfrm>
            <a:off x="6838950" y="3992880"/>
            <a:ext cx="52982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91300" y="42291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books about one lead character - called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periodicals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7000" y="4724400"/>
            <a:ext cx="5067300" cy="457200"/>
          </a:xfrm>
          <a:custGeom>
            <a:avLst/>
            <a:gdLst/>
            <a:ahLst/>
            <a:cxnLst/>
            <a:rect l="l" t="t" r="r" b="b"/>
            <a:pathLst>
              <a:path w="5067300" h="457200">
                <a:moveTo>
                  <a:pt x="114300" y="0"/>
                </a:moveTo>
                <a:lnTo>
                  <a:pt x="4953000" y="0"/>
                </a:lnTo>
                <a:cubicBezTo>
                  <a:pt x="5016084" y="0"/>
                  <a:pt x="5067300" y="51216"/>
                  <a:pt x="5067300" y="114300"/>
                </a:cubicBezTo>
                <a:lnTo>
                  <a:pt x="5067300" y="342900"/>
                </a:lnTo>
                <a:cubicBezTo>
                  <a:pt x="5067300" y="405984"/>
                  <a:pt x="5016084" y="457200"/>
                  <a:pt x="49530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Shape 39"/>
          <p:cNvSpPr/>
          <p:nvPr/>
        </p:nvSpPr>
        <p:spPr>
          <a:xfrm>
            <a:off x="7708345" y="486918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9050" y="19050"/>
                  <a:pt x="0" y="47625"/>
                  <a:pt x="0" y="80962"/>
                </a:cubicBezTo>
                <a:cubicBezTo>
                  <a:pt x="0" y="114300"/>
                  <a:pt x="23813" y="133350"/>
                  <a:pt x="52388" y="133350"/>
                </a:cubicBezTo>
                <a:lnTo>
                  <a:pt x="54888" y="133350"/>
                </a:lnTo>
                <a:cubicBezTo>
                  <a:pt x="62091" y="133350"/>
                  <a:pt x="68699" y="129272"/>
                  <a:pt x="71914" y="122813"/>
                </a:cubicBezTo>
                <a:lnTo>
                  <a:pt x="78819" y="109031"/>
                </a:lnTo>
                <a:cubicBezTo>
                  <a:pt x="80129" y="106412"/>
                  <a:pt x="82778" y="104775"/>
                  <a:pt x="85725" y="104775"/>
                </a:cubicBezTo>
                <a:cubicBezTo>
                  <a:pt x="88672" y="104775"/>
                  <a:pt x="91321" y="106412"/>
                  <a:pt x="92631" y="109031"/>
                </a:cubicBezTo>
                <a:lnTo>
                  <a:pt x="99536" y="122813"/>
                </a:lnTo>
                <a:cubicBezTo>
                  <a:pt x="102751" y="129272"/>
                  <a:pt x="109359" y="133350"/>
                  <a:pt x="116562" y="133350"/>
                </a:cubicBezTo>
                <a:lnTo>
                  <a:pt x="119062" y="133350"/>
                </a:lnTo>
                <a:cubicBezTo>
                  <a:pt x="147637" y="133350"/>
                  <a:pt x="171450" y="114300"/>
                  <a:pt x="171450" y="80962"/>
                </a:cubicBezTo>
                <a:cubicBezTo>
                  <a:pt x="171450" y="47625"/>
                  <a:pt x="152400" y="19050"/>
                  <a:pt x="85725" y="19050"/>
                </a:cubicBezTo>
                <a:close/>
                <a:moveTo>
                  <a:pt x="28575" y="76200"/>
                </a:moveTo>
                <a:cubicBezTo>
                  <a:pt x="28575" y="65686"/>
                  <a:pt x="37111" y="57150"/>
                  <a:pt x="47625" y="57150"/>
                </a:cubicBezTo>
                <a:cubicBezTo>
                  <a:pt x="58139" y="57150"/>
                  <a:pt x="66675" y="65686"/>
                  <a:pt x="66675" y="76200"/>
                </a:cubicBezTo>
                <a:cubicBezTo>
                  <a:pt x="66675" y="86714"/>
                  <a:pt x="58139" y="95250"/>
                  <a:pt x="47625" y="95250"/>
                </a:cubicBezTo>
                <a:cubicBezTo>
                  <a:pt x="37111" y="95250"/>
                  <a:pt x="28575" y="86714"/>
                  <a:pt x="28575" y="76200"/>
                </a:cubicBezTo>
                <a:close/>
                <a:moveTo>
                  <a:pt x="123825" y="57150"/>
                </a:moveTo>
                <a:cubicBezTo>
                  <a:pt x="134339" y="57150"/>
                  <a:pt x="142875" y="65686"/>
                  <a:pt x="142875" y="76200"/>
                </a:cubicBezTo>
                <a:cubicBezTo>
                  <a:pt x="142875" y="86714"/>
                  <a:pt x="134339" y="95250"/>
                  <a:pt x="123825" y="95250"/>
                </a:cubicBezTo>
                <a:cubicBezTo>
                  <a:pt x="113311" y="95250"/>
                  <a:pt x="104775" y="86714"/>
                  <a:pt x="104775" y="76200"/>
                </a:cubicBezTo>
                <a:cubicBezTo>
                  <a:pt x="104775" y="65686"/>
                  <a:pt x="113311" y="57150"/>
                  <a:pt x="123825" y="57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00850" y="48387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Superhero comics, manga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5886450"/>
            <a:ext cx="11430000" cy="590550"/>
          </a:xfrm>
          <a:custGeom>
            <a:avLst/>
            <a:gdLst/>
            <a:ahLst/>
            <a:cxnLst/>
            <a:rect l="l" t="t" r="r" b="b"/>
            <a:pathLst>
              <a:path w="11430000" h="590550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438153"/>
                </a:lnTo>
                <a:cubicBezTo>
                  <a:pt x="11430000" y="522319"/>
                  <a:pt x="11361769" y="590550"/>
                  <a:pt x="11277603" y="590550"/>
                </a:cubicBezTo>
                <a:lnTo>
                  <a:pt x="152397" y="590550"/>
                </a:lnTo>
                <a:cubicBezTo>
                  <a:pt x="68231" y="590550"/>
                  <a:pt x="0" y="522319"/>
                  <a:pt x="0" y="438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44" name="Shape 42"/>
          <p:cNvSpPr/>
          <p:nvPr/>
        </p:nvSpPr>
        <p:spPr>
          <a:xfrm>
            <a:off x="553641" y="60388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45" name="Text 43"/>
          <p:cNvSpPr/>
          <p:nvPr/>
        </p:nvSpPr>
        <p:spPr>
          <a:xfrm>
            <a:off x="1042988" y="6048375"/>
            <a:ext cx="725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Storybooks use mostly text, while comic books use pictures and speech bubbles!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The 3 Parts of a Comic Book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375" y="914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comic strip has these three important elements!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47800"/>
            <a:ext cx="3686175" cy="4286250"/>
          </a:xfrm>
          <a:custGeom>
            <a:avLst/>
            <a:gdLst/>
            <a:ahLst/>
            <a:cxnLst/>
            <a:rect l="l" t="t" r="r" b="b"/>
            <a:pathLst>
              <a:path w="3686175" h="428625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057633"/>
                </a:lnTo>
                <a:cubicBezTo>
                  <a:pt x="3686175" y="4183895"/>
                  <a:pt x="3583820" y="4286250"/>
                  <a:pt x="3457558" y="4286250"/>
                </a:cubicBezTo>
                <a:lnTo>
                  <a:pt x="228617" y="4286250"/>
                </a:lnTo>
                <a:cubicBezTo>
                  <a:pt x="102355" y="4286250"/>
                  <a:pt x="0" y="4183895"/>
                  <a:pt x="0" y="405763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4478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6" name="Shape 4"/>
          <p:cNvSpPr/>
          <p:nvPr/>
        </p:nvSpPr>
        <p:spPr>
          <a:xfrm>
            <a:off x="1841421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Shape 5"/>
          <p:cNvSpPr/>
          <p:nvPr/>
        </p:nvSpPr>
        <p:spPr>
          <a:xfrm>
            <a:off x="2029539" y="18859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42863" y="85725"/>
                </a:moveTo>
                <a:cubicBezTo>
                  <a:pt x="42863" y="44326"/>
                  <a:pt x="76473" y="10716"/>
                  <a:pt x="117872" y="10716"/>
                </a:cubicBezTo>
                <a:cubicBezTo>
                  <a:pt x="159271" y="10716"/>
                  <a:pt x="192881" y="44326"/>
                  <a:pt x="192881" y="85725"/>
                </a:cubicBezTo>
                <a:cubicBezTo>
                  <a:pt x="192881" y="127124"/>
                  <a:pt x="159271" y="160734"/>
                  <a:pt x="117872" y="160734"/>
                </a:cubicBezTo>
                <a:cubicBezTo>
                  <a:pt x="76473" y="160734"/>
                  <a:pt x="42863" y="127124"/>
                  <a:pt x="42863" y="85725"/>
                </a:cubicBezTo>
                <a:close/>
                <a:moveTo>
                  <a:pt x="0" y="310753"/>
                </a:moveTo>
                <a:cubicBezTo>
                  <a:pt x="0" y="245656"/>
                  <a:pt x="52774" y="192881"/>
                  <a:pt x="117872" y="192881"/>
                </a:cubicBezTo>
                <a:cubicBezTo>
                  <a:pt x="182969" y="192881"/>
                  <a:pt x="235744" y="245656"/>
                  <a:pt x="235744" y="310753"/>
                </a:cubicBezTo>
                <a:lnTo>
                  <a:pt x="235744" y="314771"/>
                </a:lnTo>
                <a:cubicBezTo>
                  <a:pt x="235744" y="330309"/>
                  <a:pt x="223153" y="342900"/>
                  <a:pt x="207615" y="342900"/>
                </a:cubicBezTo>
                <a:lnTo>
                  <a:pt x="28129" y="342900"/>
                </a:lnTo>
                <a:cubicBezTo>
                  <a:pt x="12591" y="342900"/>
                  <a:pt x="0" y="330309"/>
                  <a:pt x="0" y="314771"/>
                </a:cubicBezTo>
                <a:lnTo>
                  <a:pt x="0" y="310753"/>
                </a:lnTo>
                <a:close/>
                <a:moveTo>
                  <a:pt x="289322" y="42863"/>
                </a:moveTo>
                <a:cubicBezTo>
                  <a:pt x="324807" y="42863"/>
                  <a:pt x="353616" y="71672"/>
                  <a:pt x="353616" y="107156"/>
                </a:cubicBezTo>
                <a:cubicBezTo>
                  <a:pt x="353616" y="142641"/>
                  <a:pt x="324807" y="171450"/>
                  <a:pt x="289322" y="171450"/>
                </a:cubicBezTo>
                <a:cubicBezTo>
                  <a:pt x="253837" y="171450"/>
                  <a:pt x="225028" y="142641"/>
                  <a:pt x="225028" y="107156"/>
                </a:cubicBezTo>
                <a:cubicBezTo>
                  <a:pt x="225028" y="71672"/>
                  <a:pt x="253837" y="42863"/>
                  <a:pt x="289322" y="42863"/>
                </a:cubicBezTo>
                <a:close/>
                <a:moveTo>
                  <a:pt x="289322" y="203597"/>
                </a:moveTo>
                <a:cubicBezTo>
                  <a:pt x="342565" y="203597"/>
                  <a:pt x="385763" y="246794"/>
                  <a:pt x="385763" y="300038"/>
                </a:cubicBezTo>
                <a:lnTo>
                  <a:pt x="385763" y="315039"/>
                </a:lnTo>
                <a:cubicBezTo>
                  <a:pt x="385763" y="330443"/>
                  <a:pt x="373306" y="342900"/>
                  <a:pt x="357902" y="342900"/>
                </a:cubicBezTo>
                <a:lnTo>
                  <a:pt x="260925" y="342900"/>
                </a:lnTo>
                <a:cubicBezTo>
                  <a:pt x="265346" y="334528"/>
                  <a:pt x="267891" y="324951"/>
                  <a:pt x="267891" y="314771"/>
                </a:cubicBezTo>
                <a:lnTo>
                  <a:pt x="267891" y="310753"/>
                </a:lnTo>
                <a:cubicBezTo>
                  <a:pt x="267891" y="276262"/>
                  <a:pt x="256237" y="244517"/>
                  <a:pt x="236748" y="219202"/>
                </a:cubicBezTo>
                <a:cubicBezTo>
                  <a:pt x="251884" y="209357"/>
                  <a:pt x="269967" y="203597"/>
                  <a:pt x="289322" y="203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00063" y="2552700"/>
            <a:ext cx="344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Characters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30480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character is part of the story shown through images. Each character has different dialogues.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657600"/>
            <a:ext cx="3305175" cy="1295400"/>
          </a:xfrm>
          <a:custGeom>
            <a:avLst/>
            <a:gdLst/>
            <a:ahLst/>
            <a:cxnLst/>
            <a:rect l="l" t="t" r="r" b="b"/>
            <a:pathLst>
              <a:path w="3305175" h="1295400">
                <a:moveTo>
                  <a:pt x="114306" y="0"/>
                </a:moveTo>
                <a:lnTo>
                  <a:pt x="3190869" y="0"/>
                </a:lnTo>
                <a:cubicBezTo>
                  <a:pt x="3253998" y="0"/>
                  <a:pt x="3305175" y="51177"/>
                  <a:pt x="3305175" y="114306"/>
                </a:cubicBezTo>
                <a:lnTo>
                  <a:pt x="3305175" y="1181094"/>
                </a:lnTo>
                <a:cubicBezTo>
                  <a:pt x="3305175" y="1244223"/>
                  <a:pt x="3253998" y="1295400"/>
                  <a:pt x="3190869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02380"/>
            <a:ext cx="57364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0767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 person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 animal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6101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 thing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508635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98327" y="523113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95350" y="52006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Comics can have multiple characters!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4460" y="1447800"/>
            <a:ext cx="3686175" cy="4286250"/>
          </a:xfrm>
          <a:custGeom>
            <a:avLst/>
            <a:gdLst/>
            <a:ahLst/>
            <a:cxnLst/>
            <a:rect l="l" t="t" r="r" b="b"/>
            <a:pathLst>
              <a:path w="3686175" h="428625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057633"/>
                </a:lnTo>
                <a:cubicBezTo>
                  <a:pt x="3686175" y="4183895"/>
                  <a:pt x="3583820" y="4286250"/>
                  <a:pt x="3457558" y="4286250"/>
                </a:cubicBezTo>
                <a:lnTo>
                  <a:pt x="228617" y="4286250"/>
                </a:lnTo>
                <a:cubicBezTo>
                  <a:pt x="102355" y="4286250"/>
                  <a:pt x="0" y="4183895"/>
                  <a:pt x="0" y="405763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4460" y="14478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4881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03000" y="18859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373523" y="2552700"/>
            <a:ext cx="344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Dialogues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4960" y="30480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dialogue is the conversation between two or more characters. It makes the story exciting!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4960" y="3657600"/>
            <a:ext cx="3305175" cy="942975"/>
          </a:xfrm>
          <a:custGeom>
            <a:avLst/>
            <a:gdLst/>
            <a:ahLst/>
            <a:cxnLst/>
            <a:rect l="l" t="t" r="r" b="b"/>
            <a:pathLst>
              <a:path w="3305175" h="942975">
                <a:moveTo>
                  <a:pt x="114298" y="0"/>
                </a:moveTo>
                <a:lnTo>
                  <a:pt x="3190877" y="0"/>
                </a:lnTo>
                <a:cubicBezTo>
                  <a:pt x="3253960" y="0"/>
                  <a:pt x="3305175" y="51215"/>
                  <a:pt x="3305175" y="114298"/>
                </a:cubicBezTo>
                <a:lnTo>
                  <a:pt x="3305175" y="828677"/>
                </a:lnTo>
                <a:cubicBezTo>
                  <a:pt x="3305175" y="891760"/>
                  <a:pt x="3253960" y="942975"/>
                  <a:pt x="3190877" y="942975"/>
                </a:cubicBezTo>
                <a:lnTo>
                  <a:pt x="114298" y="942975"/>
                </a:lnTo>
                <a:cubicBezTo>
                  <a:pt x="51215" y="942975"/>
                  <a:pt x="0" y="891760"/>
                  <a:pt x="0" y="8286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59260" y="3802380"/>
            <a:ext cx="72878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in: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89245" y="4084320"/>
            <a:ext cx="1415415" cy="396240"/>
          </a:xfrm>
          <a:custGeom>
            <a:avLst/>
            <a:gdLst/>
            <a:ahLst/>
            <a:cxnLst/>
            <a:rect l="l" t="t" r="r" b="b"/>
            <a:pathLst>
              <a:path w="1415415" h="396240">
                <a:moveTo>
                  <a:pt x="198120" y="0"/>
                </a:moveTo>
                <a:lnTo>
                  <a:pt x="1217295" y="0"/>
                </a:lnTo>
                <a:cubicBezTo>
                  <a:pt x="1326714" y="0"/>
                  <a:pt x="1415415" y="88701"/>
                  <a:pt x="1415415" y="198120"/>
                </a:cubicBezTo>
                <a:lnTo>
                  <a:pt x="1415415" y="198120"/>
                </a:lnTo>
                <a:cubicBezTo>
                  <a:pt x="1415415" y="307539"/>
                  <a:pt x="1326714" y="396240"/>
                  <a:pt x="1217295" y="396240"/>
                </a:cubicBezTo>
                <a:lnTo>
                  <a:pt x="198120" y="396240"/>
                </a:lnTo>
                <a:cubicBezTo>
                  <a:pt x="88775" y="396240"/>
                  <a:pt x="0" y="307465"/>
                  <a:pt x="0" y="198120"/>
                </a:cubicBezTo>
                <a:lnTo>
                  <a:pt x="0" y="198120"/>
                </a:lnTo>
                <a:cubicBezTo>
                  <a:pt x="0" y="88775"/>
                  <a:pt x="88775" y="0"/>
                  <a:pt x="19812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9265" y="4168141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bubbles!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44960" y="508635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017175" y="523113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68810" y="52006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 talk to each other!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7921" y="1447800"/>
            <a:ext cx="3686175" cy="4286250"/>
          </a:xfrm>
          <a:custGeom>
            <a:avLst/>
            <a:gdLst/>
            <a:ahLst/>
            <a:cxnLst/>
            <a:rect l="l" t="t" r="r" b="b"/>
            <a:pathLst>
              <a:path w="3686175" h="428625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057633"/>
                </a:lnTo>
                <a:cubicBezTo>
                  <a:pt x="3686175" y="4183895"/>
                  <a:pt x="3583820" y="4286250"/>
                  <a:pt x="3457558" y="4286250"/>
                </a:cubicBezTo>
                <a:lnTo>
                  <a:pt x="228617" y="4286250"/>
                </a:lnTo>
                <a:cubicBezTo>
                  <a:pt x="102355" y="4286250"/>
                  <a:pt x="0" y="4183895"/>
                  <a:pt x="0" y="405763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27921" y="14478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3" name="Shape 31"/>
          <p:cNvSpPr/>
          <p:nvPr/>
        </p:nvSpPr>
        <p:spPr>
          <a:xfrm>
            <a:off x="9588461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4" name="Shape 32"/>
          <p:cNvSpPr/>
          <p:nvPr/>
        </p:nvSpPr>
        <p:spPr>
          <a:xfrm>
            <a:off x="9819441" y="18859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85725" y="75009"/>
                </a:moveTo>
                <a:cubicBezTo>
                  <a:pt x="103467" y="75009"/>
                  <a:pt x="117872" y="89414"/>
                  <a:pt x="117872" y="107156"/>
                </a:cubicBezTo>
                <a:cubicBezTo>
                  <a:pt x="117872" y="124899"/>
                  <a:pt x="103467" y="139303"/>
                  <a:pt x="85725" y="139303"/>
                </a:cubicBezTo>
                <a:cubicBezTo>
                  <a:pt x="67983" y="139303"/>
                  <a:pt x="53578" y="124899"/>
                  <a:pt x="53578" y="107156"/>
                </a:cubicBezTo>
                <a:cubicBezTo>
                  <a:pt x="53578" y="89414"/>
                  <a:pt x="67983" y="75009"/>
                  <a:pt x="85725" y="75009"/>
                </a:cubicBezTo>
                <a:close/>
                <a:moveTo>
                  <a:pt x="182166" y="150019"/>
                </a:moveTo>
                <a:cubicBezTo>
                  <a:pt x="187791" y="150019"/>
                  <a:pt x="192948" y="152966"/>
                  <a:pt x="195895" y="157721"/>
                </a:cubicBezTo>
                <a:lnTo>
                  <a:pt x="254831" y="254161"/>
                </a:lnTo>
                <a:cubicBezTo>
                  <a:pt x="257845" y="259117"/>
                  <a:pt x="257979" y="265346"/>
                  <a:pt x="255166" y="270436"/>
                </a:cubicBezTo>
                <a:cubicBezTo>
                  <a:pt x="252353" y="275526"/>
                  <a:pt x="246928" y="278606"/>
                  <a:pt x="241102" y="278606"/>
                </a:cubicBezTo>
                <a:lnTo>
                  <a:pt x="58936" y="278606"/>
                </a:lnTo>
                <a:cubicBezTo>
                  <a:pt x="52975" y="278606"/>
                  <a:pt x="47417" y="275258"/>
                  <a:pt x="44671" y="269967"/>
                </a:cubicBezTo>
                <a:cubicBezTo>
                  <a:pt x="41925" y="264676"/>
                  <a:pt x="42327" y="258247"/>
                  <a:pt x="45742" y="253358"/>
                </a:cubicBezTo>
                <a:lnTo>
                  <a:pt x="83247" y="199779"/>
                </a:lnTo>
                <a:cubicBezTo>
                  <a:pt x="86261" y="195493"/>
                  <a:pt x="91150" y="192948"/>
                  <a:pt x="96441" y="192948"/>
                </a:cubicBezTo>
                <a:cubicBezTo>
                  <a:pt x="101731" y="192948"/>
                  <a:pt x="106620" y="195493"/>
                  <a:pt x="109634" y="199779"/>
                </a:cubicBezTo>
                <a:lnTo>
                  <a:pt x="127315" y="225095"/>
                </a:lnTo>
                <a:lnTo>
                  <a:pt x="168436" y="157788"/>
                </a:lnTo>
                <a:cubicBezTo>
                  <a:pt x="171383" y="153033"/>
                  <a:pt x="176540" y="150086"/>
                  <a:pt x="182166" y="150086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35" name="Text 33"/>
          <p:cNvSpPr/>
          <p:nvPr/>
        </p:nvSpPr>
        <p:spPr>
          <a:xfrm>
            <a:off x="8246983" y="2552700"/>
            <a:ext cx="344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18421" y="30480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makes the comic strip colorful and shows scenes related to the dialogue.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18421" y="3657600"/>
            <a:ext cx="3305175" cy="1295400"/>
          </a:xfrm>
          <a:custGeom>
            <a:avLst/>
            <a:gdLst/>
            <a:ahLst/>
            <a:cxnLst/>
            <a:rect l="l" t="t" r="r" b="b"/>
            <a:pathLst>
              <a:path w="3305175" h="1295400">
                <a:moveTo>
                  <a:pt x="114306" y="0"/>
                </a:moveTo>
                <a:lnTo>
                  <a:pt x="3190869" y="0"/>
                </a:lnTo>
                <a:cubicBezTo>
                  <a:pt x="3253998" y="0"/>
                  <a:pt x="3305175" y="51177"/>
                  <a:pt x="3305175" y="114306"/>
                </a:cubicBezTo>
                <a:lnTo>
                  <a:pt x="3305175" y="1181094"/>
                </a:lnTo>
                <a:cubicBezTo>
                  <a:pt x="3305175" y="1244223"/>
                  <a:pt x="3253998" y="1295400"/>
                  <a:pt x="3190869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32721" y="3802380"/>
            <a:ext cx="45339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2721" y="40767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Colors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32721" y="43434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Scenes (park, home, etc.)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32721" y="46101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Setting for the story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8421" y="508635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43" name="Shape 41"/>
          <p:cNvSpPr/>
          <p:nvPr/>
        </p:nvSpPr>
        <p:spPr>
          <a:xfrm>
            <a:off x="9065538" y="523113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76468"/>
                  <a:pt x="152400" y="76736"/>
                  <a:pt x="152400" y="77004"/>
                </a:cubicBezTo>
                <a:cubicBezTo>
                  <a:pt x="152281" y="87868"/>
                  <a:pt x="142399" y="95250"/>
                  <a:pt x="131534" y="95250"/>
                </a:cubicBezTo>
                <a:lnTo>
                  <a:pt x="102394" y="95250"/>
                </a:lnTo>
                <a:cubicBezTo>
                  <a:pt x="94506" y="95250"/>
                  <a:pt x="88106" y="101650"/>
                  <a:pt x="88106" y="109537"/>
                </a:cubicBezTo>
                <a:cubicBezTo>
                  <a:pt x="88106" y="110550"/>
                  <a:pt x="88225" y="111532"/>
                  <a:pt x="88404" y="112484"/>
                </a:cubicBezTo>
                <a:cubicBezTo>
                  <a:pt x="89029" y="115520"/>
                  <a:pt x="90339" y="118437"/>
                  <a:pt x="91619" y="121384"/>
                </a:cubicBezTo>
                <a:cubicBezTo>
                  <a:pt x="93434" y="125492"/>
                  <a:pt x="95220" y="129570"/>
                  <a:pt x="95220" y="133886"/>
                </a:cubicBezTo>
                <a:cubicBezTo>
                  <a:pt x="95220" y="143351"/>
                  <a:pt x="88791" y="151954"/>
                  <a:pt x="79325" y="152340"/>
                </a:cubicBezTo>
                <a:cubicBezTo>
                  <a:pt x="78284" y="152370"/>
                  <a:pt x="77242" y="152400"/>
                  <a:pt x="76170" y="152400"/>
                </a:cubicBezTo>
                <a:cubicBezTo>
                  <a:pt x="34082" y="152400"/>
                  <a:pt x="-30" y="118289"/>
                  <a:pt x="-30" y="76200"/>
                </a:cubicBezTo>
                <a:cubicBezTo>
                  <a:pt x="-30" y="34111"/>
                  <a:pt x="34111" y="0"/>
                  <a:pt x="76200" y="0"/>
                </a:cubicBezTo>
                <a:cubicBezTo>
                  <a:pt x="118289" y="0"/>
                  <a:pt x="152400" y="34111"/>
                  <a:pt x="152400" y="76200"/>
                </a:cubicBezTo>
                <a:close/>
                <a:moveTo>
                  <a:pt x="38100" y="85725"/>
                </a:moveTo>
                <a:cubicBezTo>
                  <a:pt x="38100" y="80468"/>
                  <a:pt x="33832" y="76200"/>
                  <a:pt x="28575" y="76200"/>
                </a:cubicBezTo>
                <a:cubicBezTo>
                  <a:pt x="23318" y="76200"/>
                  <a:pt x="19050" y="80468"/>
                  <a:pt x="19050" y="85725"/>
                </a:cubicBezTo>
                <a:cubicBezTo>
                  <a:pt x="19050" y="90982"/>
                  <a:pt x="23318" y="95250"/>
                  <a:pt x="28575" y="95250"/>
                </a:cubicBezTo>
                <a:cubicBezTo>
                  <a:pt x="33832" y="95250"/>
                  <a:pt x="38100" y="90982"/>
                  <a:pt x="38100" y="85725"/>
                </a:cubicBezTo>
                <a:close/>
                <a:moveTo>
                  <a:pt x="38100" y="57150"/>
                </a:moveTo>
                <a:cubicBezTo>
                  <a:pt x="43357" y="57150"/>
                  <a:pt x="47625" y="52882"/>
                  <a:pt x="47625" y="47625"/>
                </a:cubicBezTo>
                <a:cubicBezTo>
                  <a:pt x="47625" y="42368"/>
                  <a:pt x="43357" y="38100"/>
                  <a:pt x="38100" y="38100"/>
                </a:cubicBezTo>
                <a:cubicBezTo>
                  <a:pt x="32843" y="38100"/>
                  <a:pt x="28575" y="42368"/>
                  <a:pt x="28575" y="47625"/>
                </a:cubicBezTo>
                <a:cubicBezTo>
                  <a:pt x="28575" y="52882"/>
                  <a:pt x="32843" y="57150"/>
                  <a:pt x="38100" y="5715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114300" y="57150"/>
                </a:moveTo>
                <a:cubicBezTo>
                  <a:pt x="119557" y="57150"/>
                  <a:pt x="123825" y="52882"/>
                  <a:pt x="123825" y="47625"/>
                </a:cubicBezTo>
                <a:cubicBezTo>
                  <a:pt x="123825" y="42368"/>
                  <a:pt x="119557" y="38100"/>
                  <a:pt x="114300" y="38100"/>
                </a:cubicBezTo>
                <a:cubicBezTo>
                  <a:pt x="109043" y="38100"/>
                  <a:pt x="104775" y="42368"/>
                  <a:pt x="104775" y="47625"/>
                </a:cubicBezTo>
                <a:cubicBezTo>
                  <a:pt x="104775" y="52882"/>
                  <a:pt x="109043" y="57150"/>
                  <a:pt x="114300" y="5715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44" name="Text 42"/>
          <p:cNvSpPr/>
          <p:nvPr/>
        </p:nvSpPr>
        <p:spPr>
          <a:xfrm>
            <a:off x="8642271" y="52006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comics beautiful!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5886450"/>
            <a:ext cx="11430000" cy="590550"/>
          </a:xfrm>
          <a:custGeom>
            <a:avLst/>
            <a:gdLst/>
            <a:ahLst/>
            <a:cxnLst/>
            <a:rect l="l" t="t" r="r" b="b"/>
            <a:pathLst>
              <a:path w="11430000" h="590550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438153"/>
                </a:lnTo>
                <a:cubicBezTo>
                  <a:pt x="11430000" y="522319"/>
                  <a:pt x="11361769" y="590550"/>
                  <a:pt x="11277603" y="590550"/>
                </a:cubicBezTo>
                <a:lnTo>
                  <a:pt x="152397" y="590550"/>
                </a:lnTo>
                <a:cubicBezTo>
                  <a:pt x="68231" y="590550"/>
                  <a:pt x="0" y="522319"/>
                  <a:pt x="0" y="438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" y="6038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988" y="604837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can create comics in MS Word using the Insert tab!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Let's learn how!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359911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43962" y="0"/>
                </a:moveTo>
                <a:lnTo>
                  <a:pt x="359914" y="0"/>
                </a:lnTo>
                <a:cubicBezTo>
                  <a:pt x="439422" y="0"/>
                  <a:pt x="503876" y="64454"/>
                  <a:pt x="503876" y="143962"/>
                </a:cubicBezTo>
                <a:lnTo>
                  <a:pt x="503876" y="359914"/>
                </a:lnTo>
                <a:cubicBezTo>
                  <a:pt x="503876" y="439422"/>
                  <a:pt x="439422" y="503876"/>
                  <a:pt x="359914" y="503876"/>
                </a:cubicBezTo>
                <a:lnTo>
                  <a:pt x="143962" y="503876"/>
                </a:lnTo>
                <a:cubicBezTo>
                  <a:pt x="64454" y="503876"/>
                  <a:pt x="0" y="439422"/>
                  <a:pt x="0" y="359914"/>
                </a:cubicBezTo>
                <a:lnTo>
                  <a:pt x="0" y="143962"/>
                </a:lnTo>
                <a:cubicBezTo>
                  <a:pt x="0" y="64454"/>
                  <a:pt x="64454" y="0"/>
                  <a:pt x="143962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" name="Shape 1"/>
          <p:cNvSpPr/>
          <p:nvPr/>
        </p:nvSpPr>
        <p:spPr>
          <a:xfrm>
            <a:off x="476883" y="503876"/>
            <a:ext cx="269934" cy="215947"/>
          </a:xfrm>
          <a:custGeom>
            <a:avLst/>
            <a:gdLst/>
            <a:ahLst/>
            <a:cxnLst/>
            <a:rect l="l" t="t" r="r" b="b"/>
            <a:pathLst>
              <a:path w="269934" h="215947">
                <a:moveTo>
                  <a:pt x="53987" y="13497"/>
                </a:moveTo>
                <a:cubicBezTo>
                  <a:pt x="39098" y="13497"/>
                  <a:pt x="26993" y="25602"/>
                  <a:pt x="26993" y="40490"/>
                </a:cubicBezTo>
                <a:lnTo>
                  <a:pt x="26993" y="141715"/>
                </a:lnTo>
                <a:lnTo>
                  <a:pt x="53987" y="141715"/>
                </a:lnTo>
                <a:lnTo>
                  <a:pt x="53987" y="40490"/>
                </a:lnTo>
                <a:lnTo>
                  <a:pt x="215947" y="40490"/>
                </a:lnTo>
                <a:lnTo>
                  <a:pt x="215947" y="141715"/>
                </a:lnTo>
                <a:lnTo>
                  <a:pt x="242940" y="141715"/>
                </a:lnTo>
                <a:lnTo>
                  <a:pt x="242940" y="40490"/>
                </a:lnTo>
                <a:cubicBezTo>
                  <a:pt x="242940" y="25602"/>
                  <a:pt x="230835" y="13497"/>
                  <a:pt x="215947" y="13497"/>
                </a:cubicBezTo>
                <a:lnTo>
                  <a:pt x="53987" y="13497"/>
                </a:lnTo>
                <a:close/>
                <a:moveTo>
                  <a:pt x="8098" y="161960"/>
                </a:moveTo>
                <a:cubicBezTo>
                  <a:pt x="3627" y="161960"/>
                  <a:pt x="0" y="165587"/>
                  <a:pt x="0" y="170058"/>
                </a:cubicBezTo>
                <a:cubicBezTo>
                  <a:pt x="0" y="187941"/>
                  <a:pt x="14509" y="202450"/>
                  <a:pt x="32392" y="202450"/>
                </a:cubicBezTo>
                <a:lnTo>
                  <a:pt x="237542" y="202450"/>
                </a:lnTo>
                <a:cubicBezTo>
                  <a:pt x="255425" y="202450"/>
                  <a:pt x="269934" y="187941"/>
                  <a:pt x="269934" y="170058"/>
                </a:cubicBezTo>
                <a:cubicBezTo>
                  <a:pt x="269934" y="165587"/>
                  <a:pt x="266306" y="161960"/>
                  <a:pt x="261836" y="161960"/>
                </a:cubicBezTo>
                <a:lnTo>
                  <a:pt x="8098" y="161960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4" name="Text 2"/>
          <p:cNvSpPr/>
          <p:nvPr/>
        </p:nvSpPr>
        <p:spPr>
          <a:xfrm>
            <a:off x="1007752" y="395903"/>
            <a:ext cx="6856313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Meet the Insert Tab in MS Word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911" y="1079734"/>
            <a:ext cx="5623616" cy="5074751"/>
          </a:xfrm>
          <a:custGeom>
            <a:avLst/>
            <a:gdLst/>
            <a:ahLst/>
            <a:cxnLst/>
            <a:rect l="l" t="t" r="r" b="b"/>
            <a:pathLst>
              <a:path w="5623616" h="5074751">
                <a:moveTo>
                  <a:pt x="215931" y="0"/>
                </a:moveTo>
                <a:lnTo>
                  <a:pt x="5407686" y="0"/>
                </a:lnTo>
                <a:cubicBezTo>
                  <a:pt x="5526941" y="0"/>
                  <a:pt x="5623616" y="96675"/>
                  <a:pt x="5623616" y="215931"/>
                </a:cubicBezTo>
                <a:lnTo>
                  <a:pt x="5623616" y="4858821"/>
                </a:lnTo>
                <a:cubicBezTo>
                  <a:pt x="5623616" y="4978076"/>
                  <a:pt x="5526941" y="5074751"/>
                  <a:pt x="5407686" y="5074751"/>
                </a:cubicBezTo>
                <a:lnTo>
                  <a:pt x="215931" y="5074751"/>
                </a:lnTo>
                <a:cubicBezTo>
                  <a:pt x="96675" y="5074751"/>
                  <a:pt x="0" y="4978076"/>
                  <a:pt x="0" y="4858821"/>
                </a:cubicBezTo>
                <a:lnTo>
                  <a:pt x="0" y="215931"/>
                </a:lnTo>
                <a:cubicBezTo>
                  <a:pt x="0" y="96755"/>
                  <a:pt x="96755" y="0"/>
                  <a:pt x="2159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4967" dist="89978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6348" y="1331672"/>
            <a:ext cx="188954" cy="215947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32603" y="1054"/>
                </a:moveTo>
                <a:cubicBezTo>
                  <a:pt x="36019" y="-675"/>
                  <a:pt x="40153" y="-295"/>
                  <a:pt x="43189" y="2025"/>
                </a:cubicBezTo>
                <a:lnTo>
                  <a:pt x="178156" y="103207"/>
                </a:lnTo>
                <a:cubicBezTo>
                  <a:pt x="181657" y="105822"/>
                  <a:pt x="183049" y="110378"/>
                  <a:pt x="181699" y="114511"/>
                </a:cubicBezTo>
                <a:cubicBezTo>
                  <a:pt x="180349" y="118644"/>
                  <a:pt x="176469" y="121428"/>
                  <a:pt x="172083" y="121428"/>
                </a:cubicBezTo>
                <a:lnTo>
                  <a:pt x="107847" y="121428"/>
                </a:lnTo>
                <a:lnTo>
                  <a:pt x="145342" y="196377"/>
                </a:lnTo>
                <a:cubicBezTo>
                  <a:pt x="148674" y="203041"/>
                  <a:pt x="145975" y="211139"/>
                  <a:pt x="139311" y="214471"/>
                </a:cubicBezTo>
                <a:cubicBezTo>
                  <a:pt x="132647" y="217803"/>
                  <a:pt x="124549" y="215103"/>
                  <a:pt x="121217" y="208439"/>
                </a:cubicBezTo>
                <a:lnTo>
                  <a:pt x="83722" y="133491"/>
                </a:lnTo>
                <a:lnTo>
                  <a:pt x="45214" y="184862"/>
                </a:lnTo>
                <a:cubicBezTo>
                  <a:pt x="42599" y="188363"/>
                  <a:pt x="38044" y="189755"/>
                  <a:pt x="33910" y="188405"/>
                </a:cubicBezTo>
                <a:cubicBezTo>
                  <a:pt x="29777" y="187056"/>
                  <a:pt x="26993" y="183175"/>
                  <a:pt x="26993" y="178831"/>
                </a:cubicBezTo>
                <a:lnTo>
                  <a:pt x="26993" y="10123"/>
                </a:lnTo>
                <a:cubicBezTo>
                  <a:pt x="26993" y="6284"/>
                  <a:pt x="29144" y="2784"/>
                  <a:pt x="32603" y="1054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Text 5"/>
          <p:cNvSpPr/>
          <p:nvPr/>
        </p:nvSpPr>
        <p:spPr>
          <a:xfrm>
            <a:off x="896790" y="1295681"/>
            <a:ext cx="497876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Where to Find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5858" y="1655481"/>
            <a:ext cx="5272703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Insert tab is located at the </a:t>
            </a:r>
            <a:pPr>
              <a:lnSpc>
                <a:spcPct val="130000"/>
              </a:lnSpc>
            </a:pPr>
            <a:r>
              <a:rPr lang="en-US" sz="1275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left corner</a:t>
            </a:r>
            <a:pPr>
              <a:lnSpc>
                <a:spcPct val="130000"/>
              </a:lnSpc>
            </a:pPr>
            <a:r>
              <a:rPr lang="en-US" sz="1275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MS Word. Click on it to see all the tools!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5858" y="2303321"/>
            <a:ext cx="5191723" cy="2015504"/>
          </a:xfrm>
          <a:custGeom>
            <a:avLst/>
            <a:gdLst/>
            <a:ahLst/>
            <a:cxnLst/>
            <a:rect l="l" t="t" r="r" b="b"/>
            <a:pathLst>
              <a:path w="5191723" h="2015504">
                <a:moveTo>
                  <a:pt x="143967" y="0"/>
                </a:moveTo>
                <a:lnTo>
                  <a:pt x="5047755" y="0"/>
                </a:lnTo>
                <a:cubicBezTo>
                  <a:pt x="5127213" y="0"/>
                  <a:pt x="5191723" y="64510"/>
                  <a:pt x="5191723" y="143967"/>
                </a:cubicBezTo>
                <a:lnTo>
                  <a:pt x="5191723" y="1871537"/>
                </a:lnTo>
                <a:cubicBezTo>
                  <a:pt x="5191723" y="1950994"/>
                  <a:pt x="5127213" y="2015504"/>
                  <a:pt x="5047755" y="2015504"/>
                </a:cubicBezTo>
                <a:lnTo>
                  <a:pt x="143967" y="2015504"/>
                </a:lnTo>
                <a:cubicBezTo>
                  <a:pt x="64510" y="2015504"/>
                  <a:pt x="0" y="1950994"/>
                  <a:pt x="0" y="1871537"/>
                </a:cubicBezTo>
                <a:lnTo>
                  <a:pt x="0" y="143967"/>
                </a:lnTo>
                <a:cubicBezTo>
                  <a:pt x="0" y="64510"/>
                  <a:pt x="64510" y="0"/>
                  <a:pt x="143967" y="0"/>
                </a:cubicBezTo>
                <a:close/>
              </a:path>
            </a:pathLst>
          </a:custGeom>
          <a:solidFill>
            <a:srgbClr val="3D405B">
              <a:alpha val="5098"/>
            </a:srgbClr>
          </a:solidFill>
          <a:ln/>
        </p:spPr>
      </p:sp>
      <p:pic>
        <p:nvPicPr>
          <p:cNvPr id="10" name="Image 0" descr="https://kimi-web-img.moonshot.cn/img/www.kofastudy.com/517e88a297cbe0cf831584963988ef8235f8691d.png">    </p:cNvPr>
          <p:cNvPicPr>
            <a:picLocks noChangeAspect="1"/>
          </p:cNvPicPr>
          <p:nvPr/>
        </p:nvPicPr>
        <p:blipFill>
          <a:blip r:embed="rId1"/>
          <a:srcRect l="0" r="0" t="18365" b="18364"/>
          <a:stretch/>
        </p:blipFill>
        <p:spPr>
          <a:xfrm>
            <a:off x="719823" y="2447288"/>
            <a:ext cx="4903793" cy="1727575"/>
          </a:xfrm>
          <a:prstGeom prst="roundRect">
            <a:avLst>
              <a:gd name="adj" fmla="val 6250"/>
            </a:avLst>
          </a:prstGeom>
        </p:spPr>
      </p:pic>
      <p:sp>
        <p:nvSpPr>
          <p:cNvPr id="11" name="Shape 8"/>
          <p:cNvSpPr/>
          <p:nvPr/>
        </p:nvSpPr>
        <p:spPr>
          <a:xfrm>
            <a:off x="575858" y="4462792"/>
            <a:ext cx="5191723" cy="431894"/>
          </a:xfrm>
          <a:custGeom>
            <a:avLst/>
            <a:gdLst/>
            <a:ahLst/>
            <a:cxnLst/>
            <a:rect l="l" t="t" r="r" b="b"/>
            <a:pathLst>
              <a:path w="5191723" h="431894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323920"/>
                </a:lnTo>
                <a:cubicBezTo>
                  <a:pt x="5191723" y="383552"/>
                  <a:pt x="5143381" y="431894"/>
                  <a:pt x="5083749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2" name="Shape 9"/>
          <p:cNvSpPr/>
          <p:nvPr/>
        </p:nvSpPr>
        <p:spPr>
          <a:xfrm>
            <a:off x="1838923" y="4599556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8998" y="8998"/>
                </a:moveTo>
                <a:cubicBezTo>
                  <a:pt x="8998" y="4021"/>
                  <a:pt x="13019" y="0"/>
                  <a:pt x="17996" y="0"/>
                </a:cubicBezTo>
                <a:cubicBezTo>
                  <a:pt x="22972" y="0"/>
                  <a:pt x="26993" y="4021"/>
                  <a:pt x="26993" y="8998"/>
                </a:cubicBezTo>
                <a:lnTo>
                  <a:pt x="26993" y="67483"/>
                </a:lnTo>
                <a:lnTo>
                  <a:pt x="8998" y="67483"/>
                </a:lnTo>
                <a:lnTo>
                  <a:pt x="8998" y="8998"/>
                </a:lnTo>
                <a:close/>
                <a:moveTo>
                  <a:pt x="62985" y="53987"/>
                </a:moveTo>
                <a:cubicBezTo>
                  <a:pt x="62985" y="49010"/>
                  <a:pt x="67005" y="44989"/>
                  <a:pt x="71982" y="44989"/>
                </a:cubicBezTo>
                <a:cubicBezTo>
                  <a:pt x="76959" y="44989"/>
                  <a:pt x="80980" y="49010"/>
                  <a:pt x="80980" y="53987"/>
                </a:cubicBezTo>
                <a:lnTo>
                  <a:pt x="80980" y="71982"/>
                </a:lnTo>
                <a:cubicBezTo>
                  <a:pt x="80980" y="76959"/>
                  <a:pt x="76959" y="80980"/>
                  <a:pt x="71982" y="80980"/>
                </a:cubicBezTo>
                <a:cubicBezTo>
                  <a:pt x="67005" y="80980"/>
                  <a:pt x="62985" y="76959"/>
                  <a:pt x="62985" y="71982"/>
                </a:cubicBezTo>
                <a:lnTo>
                  <a:pt x="62985" y="53987"/>
                </a:lnTo>
                <a:close/>
                <a:moveTo>
                  <a:pt x="44989" y="35991"/>
                </a:moveTo>
                <a:cubicBezTo>
                  <a:pt x="49966" y="35991"/>
                  <a:pt x="53987" y="40012"/>
                  <a:pt x="53987" y="44989"/>
                </a:cubicBezTo>
                <a:lnTo>
                  <a:pt x="53987" y="58486"/>
                </a:lnTo>
                <a:cubicBezTo>
                  <a:pt x="53987" y="63463"/>
                  <a:pt x="49966" y="67483"/>
                  <a:pt x="44989" y="67483"/>
                </a:cubicBezTo>
                <a:cubicBezTo>
                  <a:pt x="40012" y="67483"/>
                  <a:pt x="35991" y="63463"/>
                  <a:pt x="35991" y="58486"/>
                </a:cubicBezTo>
                <a:lnTo>
                  <a:pt x="35991" y="44989"/>
                </a:lnTo>
                <a:cubicBezTo>
                  <a:pt x="35991" y="40012"/>
                  <a:pt x="40012" y="35991"/>
                  <a:pt x="44989" y="35991"/>
                </a:cubicBezTo>
                <a:close/>
                <a:moveTo>
                  <a:pt x="89978" y="62985"/>
                </a:moveTo>
                <a:cubicBezTo>
                  <a:pt x="89978" y="58008"/>
                  <a:pt x="93999" y="53987"/>
                  <a:pt x="98976" y="53987"/>
                </a:cubicBezTo>
                <a:cubicBezTo>
                  <a:pt x="103953" y="53987"/>
                  <a:pt x="107973" y="58008"/>
                  <a:pt x="107973" y="62985"/>
                </a:cubicBezTo>
                <a:lnTo>
                  <a:pt x="107973" y="80980"/>
                </a:lnTo>
                <a:cubicBezTo>
                  <a:pt x="107973" y="85957"/>
                  <a:pt x="103953" y="89978"/>
                  <a:pt x="98976" y="89978"/>
                </a:cubicBezTo>
                <a:cubicBezTo>
                  <a:pt x="93999" y="89978"/>
                  <a:pt x="89978" y="85957"/>
                  <a:pt x="89978" y="80980"/>
                </a:cubicBezTo>
                <a:lnTo>
                  <a:pt x="89978" y="62985"/>
                </a:lnTo>
                <a:close/>
                <a:moveTo>
                  <a:pt x="62985" y="87728"/>
                </a:moveTo>
                <a:lnTo>
                  <a:pt x="62985" y="87560"/>
                </a:lnTo>
                <a:cubicBezTo>
                  <a:pt x="65628" y="89078"/>
                  <a:pt x="68692" y="89978"/>
                  <a:pt x="71982" y="89978"/>
                </a:cubicBezTo>
                <a:cubicBezTo>
                  <a:pt x="75694" y="89978"/>
                  <a:pt x="79124" y="88853"/>
                  <a:pt x="81992" y="86941"/>
                </a:cubicBezTo>
                <a:cubicBezTo>
                  <a:pt x="84439" y="93943"/>
                  <a:pt x="91131" y="98976"/>
                  <a:pt x="98976" y="98976"/>
                </a:cubicBezTo>
                <a:cubicBezTo>
                  <a:pt x="102265" y="98976"/>
                  <a:pt x="105330" y="98104"/>
                  <a:pt x="107973" y="96557"/>
                </a:cubicBezTo>
                <a:lnTo>
                  <a:pt x="107973" y="98976"/>
                </a:lnTo>
                <a:cubicBezTo>
                  <a:pt x="107973" y="123832"/>
                  <a:pt x="87841" y="143965"/>
                  <a:pt x="62985" y="143965"/>
                </a:cubicBezTo>
                <a:lnTo>
                  <a:pt x="45636" y="143965"/>
                </a:lnTo>
                <a:cubicBezTo>
                  <a:pt x="33714" y="143965"/>
                  <a:pt x="22270" y="139213"/>
                  <a:pt x="13834" y="130777"/>
                </a:cubicBezTo>
                <a:lnTo>
                  <a:pt x="10544" y="127515"/>
                </a:lnTo>
                <a:cubicBezTo>
                  <a:pt x="3796" y="120767"/>
                  <a:pt x="0" y="111601"/>
                  <a:pt x="0" y="102069"/>
                </a:cubicBezTo>
                <a:lnTo>
                  <a:pt x="0" y="94477"/>
                </a:lnTo>
                <a:cubicBezTo>
                  <a:pt x="0" y="84551"/>
                  <a:pt x="8070" y="76481"/>
                  <a:pt x="17996" y="76481"/>
                </a:cubicBezTo>
                <a:lnTo>
                  <a:pt x="42739" y="76481"/>
                </a:lnTo>
                <a:cubicBezTo>
                  <a:pt x="48954" y="76481"/>
                  <a:pt x="53987" y="81514"/>
                  <a:pt x="53987" y="87728"/>
                </a:cubicBezTo>
                <a:cubicBezTo>
                  <a:pt x="53987" y="93943"/>
                  <a:pt x="48954" y="98976"/>
                  <a:pt x="42739" y="98976"/>
                </a:cubicBezTo>
                <a:lnTo>
                  <a:pt x="26993" y="98976"/>
                </a:lnTo>
                <a:cubicBezTo>
                  <a:pt x="24519" y="98976"/>
                  <a:pt x="22494" y="101000"/>
                  <a:pt x="22494" y="103475"/>
                </a:cubicBezTo>
                <a:cubicBezTo>
                  <a:pt x="22494" y="105949"/>
                  <a:pt x="24519" y="107973"/>
                  <a:pt x="26993" y="107973"/>
                </a:cubicBezTo>
                <a:lnTo>
                  <a:pt x="42739" y="107973"/>
                </a:lnTo>
                <a:cubicBezTo>
                  <a:pt x="53930" y="107973"/>
                  <a:pt x="62985" y="98919"/>
                  <a:pt x="62985" y="8772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78795" y="4570765"/>
            <a:ext cx="481680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"Insert" to open the magic toolbox!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2512" y="1079734"/>
            <a:ext cx="5623616" cy="5074751"/>
          </a:xfrm>
          <a:custGeom>
            <a:avLst/>
            <a:gdLst/>
            <a:ahLst/>
            <a:cxnLst/>
            <a:rect l="l" t="t" r="r" b="b"/>
            <a:pathLst>
              <a:path w="5623616" h="5074751">
                <a:moveTo>
                  <a:pt x="215931" y="0"/>
                </a:moveTo>
                <a:lnTo>
                  <a:pt x="5407686" y="0"/>
                </a:lnTo>
                <a:cubicBezTo>
                  <a:pt x="5526941" y="0"/>
                  <a:pt x="5623616" y="96675"/>
                  <a:pt x="5623616" y="215931"/>
                </a:cubicBezTo>
                <a:lnTo>
                  <a:pt x="5623616" y="4858821"/>
                </a:lnTo>
                <a:cubicBezTo>
                  <a:pt x="5623616" y="4978076"/>
                  <a:pt x="5526941" y="5074751"/>
                  <a:pt x="5407686" y="5074751"/>
                </a:cubicBezTo>
                <a:lnTo>
                  <a:pt x="215931" y="5074751"/>
                </a:lnTo>
                <a:cubicBezTo>
                  <a:pt x="96675" y="5074751"/>
                  <a:pt x="0" y="4978076"/>
                  <a:pt x="0" y="4858821"/>
                </a:cubicBezTo>
                <a:lnTo>
                  <a:pt x="0" y="215931"/>
                </a:lnTo>
                <a:cubicBezTo>
                  <a:pt x="0" y="96755"/>
                  <a:pt x="96755" y="0"/>
                  <a:pt x="2159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4967" dist="89978" dir="540000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5452" y="1331672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74232" y="23619"/>
                </a:moveTo>
                <a:lnTo>
                  <a:pt x="74232" y="40490"/>
                </a:lnTo>
                <a:lnTo>
                  <a:pt x="141715" y="40490"/>
                </a:lnTo>
                <a:lnTo>
                  <a:pt x="141715" y="23619"/>
                </a:lnTo>
                <a:cubicBezTo>
                  <a:pt x="141715" y="21763"/>
                  <a:pt x="140197" y="20245"/>
                  <a:pt x="138341" y="20245"/>
                </a:cubicBezTo>
                <a:lnTo>
                  <a:pt x="77606" y="20245"/>
                </a:lnTo>
                <a:cubicBezTo>
                  <a:pt x="75750" y="20245"/>
                  <a:pt x="74232" y="21763"/>
                  <a:pt x="74232" y="23619"/>
                </a:cubicBezTo>
                <a:close/>
                <a:moveTo>
                  <a:pt x="53987" y="40490"/>
                </a:moveTo>
                <a:lnTo>
                  <a:pt x="53987" y="23619"/>
                </a:lnTo>
                <a:cubicBezTo>
                  <a:pt x="53987" y="10586"/>
                  <a:pt x="64573" y="0"/>
                  <a:pt x="77606" y="0"/>
                </a:cubicBezTo>
                <a:lnTo>
                  <a:pt x="138341" y="0"/>
                </a:lnTo>
                <a:cubicBezTo>
                  <a:pt x="151374" y="0"/>
                  <a:pt x="161960" y="10586"/>
                  <a:pt x="161960" y="23619"/>
                </a:cubicBezTo>
                <a:lnTo>
                  <a:pt x="161960" y="40490"/>
                </a:lnTo>
                <a:lnTo>
                  <a:pt x="173812" y="40490"/>
                </a:lnTo>
                <a:cubicBezTo>
                  <a:pt x="179168" y="40490"/>
                  <a:pt x="184314" y="42641"/>
                  <a:pt x="188110" y="46437"/>
                </a:cubicBezTo>
                <a:lnTo>
                  <a:pt x="210000" y="68327"/>
                </a:lnTo>
                <a:cubicBezTo>
                  <a:pt x="213796" y="72123"/>
                  <a:pt x="215947" y="77268"/>
                  <a:pt x="215947" y="82625"/>
                </a:cubicBezTo>
                <a:lnTo>
                  <a:pt x="215947" y="114722"/>
                </a:lnTo>
                <a:lnTo>
                  <a:pt x="158586" y="114722"/>
                </a:lnTo>
                <a:lnTo>
                  <a:pt x="158586" y="107973"/>
                </a:lnTo>
                <a:cubicBezTo>
                  <a:pt x="158586" y="102364"/>
                  <a:pt x="154073" y="97851"/>
                  <a:pt x="148463" y="97851"/>
                </a:cubicBezTo>
                <a:cubicBezTo>
                  <a:pt x="142854" y="97851"/>
                  <a:pt x="138341" y="102364"/>
                  <a:pt x="138341" y="107973"/>
                </a:cubicBezTo>
                <a:lnTo>
                  <a:pt x="138341" y="114722"/>
                </a:lnTo>
                <a:lnTo>
                  <a:pt x="77606" y="114722"/>
                </a:lnTo>
                <a:lnTo>
                  <a:pt x="77606" y="107973"/>
                </a:lnTo>
                <a:cubicBezTo>
                  <a:pt x="77606" y="102364"/>
                  <a:pt x="73093" y="97851"/>
                  <a:pt x="67483" y="97851"/>
                </a:cubicBezTo>
                <a:cubicBezTo>
                  <a:pt x="61874" y="97851"/>
                  <a:pt x="57361" y="102364"/>
                  <a:pt x="57361" y="107973"/>
                </a:cubicBezTo>
                <a:lnTo>
                  <a:pt x="57361" y="114722"/>
                </a:lnTo>
                <a:lnTo>
                  <a:pt x="0" y="114722"/>
                </a:lnTo>
                <a:lnTo>
                  <a:pt x="0" y="82625"/>
                </a:lnTo>
                <a:cubicBezTo>
                  <a:pt x="0" y="77268"/>
                  <a:pt x="2151" y="72123"/>
                  <a:pt x="5947" y="68327"/>
                </a:cubicBezTo>
                <a:lnTo>
                  <a:pt x="27837" y="46437"/>
                </a:lnTo>
                <a:cubicBezTo>
                  <a:pt x="31633" y="42641"/>
                  <a:pt x="36778" y="40490"/>
                  <a:pt x="42135" y="40490"/>
                </a:cubicBezTo>
                <a:lnTo>
                  <a:pt x="53987" y="40490"/>
                </a:lnTo>
                <a:close/>
                <a:moveTo>
                  <a:pt x="0" y="175457"/>
                </a:moveTo>
                <a:lnTo>
                  <a:pt x="0" y="134967"/>
                </a:lnTo>
                <a:lnTo>
                  <a:pt x="57361" y="134967"/>
                </a:lnTo>
                <a:lnTo>
                  <a:pt x="57361" y="141715"/>
                </a:lnTo>
                <a:cubicBezTo>
                  <a:pt x="57361" y="147325"/>
                  <a:pt x="61874" y="151838"/>
                  <a:pt x="67483" y="151838"/>
                </a:cubicBezTo>
                <a:cubicBezTo>
                  <a:pt x="73093" y="151838"/>
                  <a:pt x="77606" y="147325"/>
                  <a:pt x="77606" y="141715"/>
                </a:cubicBezTo>
                <a:lnTo>
                  <a:pt x="77606" y="134967"/>
                </a:lnTo>
                <a:lnTo>
                  <a:pt x="138341" y="134967"/>
                </a:lnTo>
                <a:lnTo>
                  <a:pt x="138341" y="141715"/>
                </a:lnTo>
                <a:cubicBezTo>
                  <a:pt x="138341" y="147325"/>
                  <a:pt x="142854" y="151838"/>
                  <a:pt x="148463" y="151838"/>
                </a:cubicBezTo>
                <a:cubicBezTo>
                  <a:pt x="154073" y="151838"/>
                  <a:pt x="158586" y="147325"/>
                  <a:pt x="158586" y="141715"/>
                </a:cubicBezTo>
                <a:lnTo>
                  <a:pt x="158586" y="134967"/>
                </a:lnTo>
                <a:lnTo>
                  <a:pt x="215947" y="134967"/>
                </a:lnTo>
                <a:lnTo>
                  <a:pt x="215947" y="175457"/>
                </a:lnTo>
                <a:cubicBezTo>
                  <a:pt x="215947" y="190345"/>
                  <a:pt x="203842" y="202450"/>
                  <a:pt x="188954" y="202450"/>
                </a:cubicBezTo>
                <a:lnTo>
                  <a:pt x="26993" y="202450"/>
                </a:lnTo>
                <a:cubicBezTo>
                  <a:pt x="12105" y="202450"/>
                  <a:pt x="0" y="190345"/>
                  <a:pt x="0" y="17545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3"/>
          <p:cNvSpPr/>
          <p:nvPr/>
        </p:nvSpPr>
        <p:spPr>
          <a:xfrm>
            <a:off x="6739390" y="1295681"/>
            <a:ext cx="497876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What Can You Insert?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18458" y="1727463"/>
            <a:ext cx="5191723" cy="611849"/>
          </a:xfrm>
          <a:custGeom>
            <a:avLst/>
            <a:gdLst/>
            <a:ahLst/>
            <a:cxnLst/>
            <a:rect l="l" t="t" r="r" b="b"/>
            <a:pathLst>
              <a:path w="5191723" h="611849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503876"/>
                </a:lnTo>
                <a:cubicBezTo>
                  <a:pt x="5191723" y="563508"/>
                  <a:pt x="5143381" y="611849"/>
                  <a:pt x="5083749" y="611849"/>
                </a:cubicBezTo>
                <a:lnTo>
                  <a:pt x="107973" y="611849"/>
                </a:lnTo>
                <a:cubicBezTo>
                  <a:pt x="48381" y="611849"/>
                  <a:pt x="0" y="563468"/>
                  <a:pt x="0" y="50387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526432" y="185343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9" name="Shape 16"/>
          <p:cNvSpPr/>
          <p:nvPr/>
        </p:nvSpPr>
        <p:spPr>
          <a:xfrm>
            <a:off x="6643403" y="1961405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71982" y="44989"/>
                </a:moveTo>
                <a:lnTo>
                  <a:pt x="71982" y="71982"/>
                </a:lnTo>
                <a:lnTo>
                  <a:pt x="107973" y="71982"/>
                </a:lnTo>
                <a:lnTo>
                  <a:pt x="107973" y="44989"/>
                </a:lnTo>
                <a:lnTo>
                  <a:pt x="71982" y="44989"/>
                </a:lnTo>
                <a:close/>
                <a:moveTo>
                  <a:pt x="53987" y="44989"/>
                </a:moveTo>
                <a:lnTo>
                  <a:pt x="17996" y="44989"/>
                </a:lnTo>
                <a:lnTo>
                  <a:pt x="17996" y="71982"/>
                </a:lnTo>
                <a:lnTo>
                  <a:pt x="53987" y="71982"/>
                </a:lnTo>
                <a:lnTo>
                  <a:pt x="53987" y="44989"/>
                </a:lnTo>
                <a:close/>
                <a:moveTo>
                  <a:pt x="0" y="89978"/>
                </a:moveTo>
                <a:lnTo>
                  <a:pt x="0" y="26993"/>
                </a:lnTo>
                <a:cubicBezTo>
                  <a:pt x="0" y="17068"/>
                  <a:pt x="8070" y="8998"/>
                  <a:pt x="17996" y="8998"/>
                </a:cubicBezTo>
                <a:lnTo>
                  <a:pt x="107973" y="8998"/>
                </a:lnTo>
                <a:cubicBezTo>
                  <a:pt x="117899" y="8998"/>
                  <a:pt x="125969" y="17068"/>
                  <a:pt x="125969" y="26993"/>
                </a:cubicBezTo>
                <a:lnTo>
                  <a:pt x="125969" y="116971"/>
                </a:lnTo>
                <a:cubicBezTo>
                  <a:pt x="125969" y="126897"/>
                  <a:pt x="117899" y="134967"/>
                  <a:pt x="107973" y="134967"/>
                </a:cubicBezTo>
                <a:lnTo>
                  <a:pt x="17996" y="134967"/>
                </a:lnTo>
                <a:cubicBezTo>
                  <a:pt x="8070" y="134967"/>
                  <a:pt x="0" y="126897"/>
                  <a:pt x="0" y="116971"/>
                </a:cubicBezTo>
                <a:lnTo>
                  <a:pt x="0" y="89978"/>
                </a:lnTo>
                <a:close/>
                <a:moveTo>
                  <a:pt x="107973" y="89978"/>
                </a:moveTo>
                <a:lnTo>
                  <a:pt x="71982" y="89978"/>
                </a:lnTo>
                <a:lnTo>
                  <a:pt x="71982" y="116971"/>
                </a:lnTo>
                <a:lnTo>
                  <a:pt x="107973" y="116971"/>
                </a:lnTo>
                <a:lnTo>
                  <a:pt x="107973" y="89978"/>
                </a:lnTo>
                <a:close/>
                <a:moveTo>
                  <a:pt x="53987" y="116971"/>
                </a:moveTo>
                <a:lnTo>
                  <a:pt x="53987" y="89978"/>
                </a:lnTo>
                <a:lnTo>
                  <a:pt x="17996" y="89978"/>
                </a:lnTo>
                <a:lnTo>
                  <a:pt x="17996" y="116971"/>
                </a:lnTo>
                <a:lnTo>
                  <a:pt x="53987" y="1169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994317" y="1835436"/>
            <a:ext cx="121470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994317" y="2051383"/>
            <a:ext cx="120570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information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18458" y="2447288"/>
            <a:ext cx="5191723" cy="611849"/>
          </a:xfrm>
          <a:custGeom>
            <a:avLst/>
            <a:gdLst/>
            <a:ahLst/>
            <a:cxnLst/>
            <a:rect l="l" t="t" r="r" b="b"/>
            <a:pathLst>
              <a:path w="5191723" h="611849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503876"/>
                </a:lnTo>
                <a:cubicBezTo>
                  <a:pt x="5191723" y="563508"/>
                  <a:pt x="5143381" y="611849"/>
                  <a:pt x="5083749" y="611849"/>
                </a:cubicBezTo>
                <a:lnTo>
                  <a:pt x="107973" y="611849"/>
                </a:lnTo>
                <a:cubicBezTo>
                  <a:pt x="48381" y="611849"/>
                  <a:pt x="0" y="563468"/>
                  <a:pt x="0" y="50387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526432" y="257325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Shape 21"/>
          <p:cNvSpPr/>
          <p:nvPr/>
        </p:nvSpPr>
        <p:spPr>
          <a:xfrm>
            <a:off x="6643403" y="2681230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17996" y="8998"/>
                </a:moveTo>
                <a:cubicBezTo>
                  <a:pt x="8070" y="8998"/>
                  <a:pt x="0" y="17068"/>
                  <a:pt x="0" y="26993"/>
                </a:cubicBezTo>
                <a:lnTo>
                  <a:pt x="0" y="116971"/>
                </a:lnTo>
                <a:cubicBezTo>
                  <a:pt x="0" y="126897"/>
                  <a:pt x="8070" y="134967"/>
                  <a:pt x="17996" y="134967"/>
                </a:cubicBezTo>
                <a:lnTo>
                  <a:pt x="107973" y="134967"/>
                </a:lnTo>
                <a:cubicBezTo>
                  <a:pt x="117899" y="134967"/>
                  <a:pt x="125969" y="126897"/>
                  <a:pt x="125969" y="116971"/>
                </a:cubicBezTo>
                <a:lnTo>
                  <a:pt x="125969" y="26993"/>
                </a:lnTo>
                <a:cubicBezTo>
                  <a:pt x="125969" y="17068"/>
                  <a:pt x="117899" y="8998"/>
                  <a:pt x="107973" y="8998"/>
                </a:cubicBezTo>
                <a:lnTo>
                  <a:pt x="17996" y="8998"/>
                </a:lnTo>
                <a:close/>
                <a:moveTo>
                  <a:pt x="35991" y="31492"/>
                </a:moveTo>
                <a:cubicBezTo>
                  <a:pt x="43440" y="31492"/>
                  <a:pt x="49488" y="37540"/>
                  <a:pt x="49488" y="44989"/>
                </a:cubicBezTo>
                <a:cubicBezTo>
                  <a:pt x="49488" y="52438"/>
                  <a:pt x="43440" y="58486"/>
                  <a:pt x="35991" y="58486"/>
                </a:cubicBezTo>
                <a:cubicBezTo>
                  <a:pt x="28542" y="58486"/>
                  <a:pt x="22494" y="52438"/>
                  <a:pt x="22494" y="44989"/>
                </a:cubicBezTo>
                <a:cubicBezTo>
                  <a:pt x="22494" y="37540"/>
                  <a:pt x="28542" y="31492"/>
                  <a:pt x="35991" y="31492"/>
                </a:cubicBezTo>
                <a:close/>
                <a:moveTo>
                  <a:pt x="76481" y="62985"/>
                </a:moveTo>
                <a:cubicBezTo>
                  <a:pt x="78843" y="62985"/>
                  <a:pt x="81008" y="64222"/>
                  <a:pt x="82245" y="66218"/>
                </a:cubicBezTo>
                <a:lnTo>
                  <a:pt x="106989" y="106708"/>
                </a:lnTo>
                <a:cubicBezTo>
                  <a:pt x="108255" y="108789"/>
                  <a:pt x="108311" y="111404"/>
                  <a:pt x="107130" y="113541"/>
                </a:cubicBezTo>
                <a:cubicBezTo>
                  <a:pt x="105949" y="115678"/>
                  <a:pt x="103671" y="116971"/>
                  <a:pt x="101225" y="116971"/>
                </a:cubicBezTo>
                <a:lnTo>
                  <a:pt x="24744" y="116971"/>
                </a:lnTo>
                <a:cubicBezTo>
                  <a:pt x="22241" y="116971"/>
                  <a:pt x="19908" y="115565"/>
                  <a:pt x="18755" y="113344"/>
                </a:cubicBezTo>
                <a:cubicBezTo>
                  <a:pt x="17602" y="111123"/>
                  <a:pt x="17771" y="108423"/>
                  <a:pt x="19205" y="106371"/>
                </a:cubicBezTo>
                <a:lnTo>
                  <a:pt x="34951" y="83876"/>
                </a:lnTo>
                <a:cubicBezTo>
                  <a:pt x="36216" y="82077"/>
                  <a:pt x="38269" y="81008"/>
                  <a:pt x="40490" y="81008"/>
                </a:cubicBezTo>
                <a:cubicBezTo>
                  <a:pt x="42711" y="81008"/>
                  <a:pt x="44764" y="82077"/>
                  <a:pt x="46029" y="83876"/>
                </a:cubicBezTo>
                <a:lnTo>
                  <a:pt x="53452" y="94505"/>
                </a:lnTo>
                <a:lnTo>
                  <a:pt x="70717" y="66246"/>
                </a:lnTo>
                <a:cubicBezTo>
                  <a:pt x="71954" y="64250"/>
                  <a:pt x="74119" y="63013"/>
                  <a:pt x="76481" y="63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994317" y="2555261"/>
            <a:ext cx="134966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94317" y="2771208"/>
            <a:ext cx="134067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images and clip art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18458" y="3167111"/>
            <a:ext cx="5191723" cy="611849"/>
          </a:xfrm>
          <a:custGeom>
            <a:avLst/>
            <a:gdLst/>
            <a:ahLst/>
            <a:cxnLst/>
            <a:rect l="l" t="t" r="r" b="b"/>
            <a:pathLst>
              <a:path w="5191723" h="611849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503876"/>
                </a:lnTo>
                <a:cubicBezTo>
                  <a:pt x="5191723" y="563508"/>
                  <a:pt x="5143381" y="611849"/>
                  <a:pt x="5083749" y="611849"/>
                </a:cubicBezTo>
                <a:lnTo>
                  <a:pt x="107973" y="611849"/>
                </a:lnTo>
                <a:cubicBezTo>
                  <a:pt x="48381" y="611849"/>
                  <a:pt x="0" y="563468"/>
                  <a:pt x="0" y="50387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526432" y="3293080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29" name="Shape 26"/>
          <p:cNvSpPr/>
          <p:nvPr/>
        </p:nvSpPr>
        <p:spPr>
          <a:xfrm>
            <a:off x="6634405" y="340105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cubicBezTo>
                  <a:pt x="75132" y="0"/>
                  <a:pt x="78084" y="1659"/>
                  <a:pt x="79687" y="4358"/>
                </a:cubicBezTo>
                <a:lnTo>
                  <a:pt x="106680" y="49347"/>
                </a:lnTo>
                <a:cubicBezTo>
                  <a:pt x="108339" y="52131"/>
                  <a:pt x="108395" y="55589"/>
                  <a:pt x="106792" y="58401"/>
                </a:cubicBezTo>
                <a:cubicBezTo>
                  <a:pt x="105190" y="61213"/>
                  <a:pt x="102209" y="62985"/>
                  <a:pt x="98976" y="62985"/>
                </a:cubicBezTo>
                <a:lnTo>
                  <a:pt x="44989" y="62985"/>
                </a:lnTo>
                <a:cubicBezTo>
                  <a:pt x="41755" y="62985"/>
                  <a:pt x="38747" y="61241"/>
                  <a:pt x="37172" y="58429"/>
                </a:cubicBezTo>
                <a:cubicBezTo>
                  <a:pt x="35597" y="55618"/>
                  <a:pt x="35626" y="52159"/>
                  <a:pt x="37285" y="49375"/>
                </a:cubicBezTo>
                <a:lnTo>
                  <a:pt x="64278" y="4386"/>
                </a:lnTo>
                <a:cubicBezTo>
                  <a:pt x="65881" y="1659"/>
                  <a:pt x="68833" y="0"/>
                  <a:pt x="71982" y="0"/>
                </a:cubicBezTo>
                <a:close/>
                <a:moveTo>
                  <a:pt x="35991" y="76481"/>
                </a:moveTo>
                <a:cubicBezTo>
                  <a:pt x="53372" y="76481"/>
                  <a:pt x="67483" y="90592"/>
                  <a:pt x="67483" y="107973"/>
                </a:cubicBezTo>
                <a:cubicBezTo>
                  <a:pt x="67483" y="125354"/>
                  <a:pt x="53372" y="139466"/>
                  <a:pt x="35991" y="139466"/>
                </a:cubicBezTo>
                <a:cubicBezTo>
                  <a:pt x="18610" y="139466"/>
                  <a:pt x="4499" y="125354"/>
                  <a:pt x="4499" y="107973"/>
                </a:cubicBezTo>
                <a:cubicBezTo>
                  <a:pt x="4499" y="90592"/>
                  <a:pt x="18610" y="76481"/>
                  <a:pt x="35991" y="76481"/>
                </a:cubicBezTo>
                <a:close/>
                <a:moveTo>
                  <a:pt x="92227" y="80980"/>
                </a:moveTo>
                <a:lnTo>
                  <a:pt x="123720" y="80980"/>
                </a:lnTo>
                <a:cubicBezTo>
                  <a:pt x="129934" y="80980"/>
                  <a:pt x="134967" y="86013"/>
                  <a:pt x="134967" y="92227"/>
                </a:cubicBezTo>
                <a:lnTo>
                  <a:pt x="134967" y="123720"/>
                </a:lnTo>
                <a:cubicBezTo>
                  <a:pt x="134967" y="129934"/>
                  <a:pt x="129934" y="134967"/>
                  <a:pt x="123720" y="134967"/>
                </a:cubicBezTo>
                <a:lnTo>
                  <a:pt x="92227" y="134967"/>
                </a:lnTo>
                <a:cubicBezTo>
                  <a:pt x="86013" y="134967"/>
                  <a:pt x="80980" y="129934"/>
                  <a:pt x="80980" y="123720"/>
                </a:cubicBezTo>
                <a:lnTo>
                  <a:pt x="80980" y="92227"/>
                </a:lnTo>
                <a:cubicBezTo>
                  <a:pt x="80980" y="86013"/>
                  <a:pt x="86013" y="80980"/>
                  <a:pt x="92227" y="8098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30" name="Text 27"/>
          <p:cNvSpPr/>
          <p:nvPr/>
        </p:nvSpPr>
        <p:spPr>
          <a:xfrm>
            <a:off x="6994317" y="3275084"/>
            <a:ext cx="151162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994317" y="3491031"/>
            <a:ext cx="150263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Rectangles, circles, arrows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18458" y="3886934"/>
            <a:ext cx="5191723" cy="611849"/>
          </a:xfrm>
          <a:custGeom>
            <a:avLst/>
            <a:gdLst/>
            <a:ahLst/>
            <a:cxnLst/>
            <a:rect l="l" t="t" r="r" b="b"/>
            <a:pathLst>
              <a:path w="5191723" h="611849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503876"/>
                </a:lnTo>
                <a:cubicBezTo>
                  <a:pt x="5191723" y="563508"/>
                  <a:pt x="5143381" y="611849"/>
                  <a:pt x="5083749" y="611849"/>
                </a:cubicBezTo>
                <a:lnTo>
                  <a:pt x="107973" y="611849"/>
                </a:lnTo>
                <a:cubicBezTo>
                  <a:pt x="48381" y="611849"/>
                  <a:pt x="0" y="563468"/>
                  <a:pt x="0" y="50387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526432" y="4012903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4" name="Shape 31"/>
          <p:cNvSpPr/>
          <p:nvPr/>
        </p:nvSpPr>
        <p:spPr>
          <a:xfrm>
            <a:off x="6634405" y="4120876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8998" y="8998"/>
                </a:moveTo>
                <a:cubicBezTo>
                  <a:pt x="13975" y="8998"/>
                  <a:pt x="17996" y="13019"/>
                  <a:pt x="17996" y="17996"/>
                </a:cubicBezTo>
                <a:lnTo>
                  <a:pt x="17996" y="112472"/>
                </a:lnTo>
                <a:cubicBezTo>
                  <a:pt x="17996" y="114947"/>
                  <a:pt x="20020" y="116971"/>
                  <a:pt x="22494" y="116971"/>
                </a:cubicBezTo>
                <a:lnTo>
                  <a:pt x="134967" y="116971"/>
                </a:lnTo>
                <a:cubicBezTo>
                  <a:pt x="139944" y="116971"/>
                  <a:pt x="143965" y="120992"/>
                  <a:pt x="143965" y="125969"/>
                </a:cubicBezTo>
                <a:cubicBezTo>
                  <a:pt x="143965" y="130946"/>
                  <a:pt x="139944" y="134967"/>
                  <a:pt x="134967" y="134967"/>
                </a:cubicBezTo>
                <a:lnTo>
                  <a:pt x="22494" y="134967"/>
                </a:lnTo>
                <a:cubicBezTo>
                  <a:pt x="10066" y="134967"/>
                  <a:pt x="0" y="124901"/>
                  <a:pt x="0" y="112472"/>
                </a:cubicBezTo>
                <a:lnTo>
                  <a:pt x="0" y="17996"/>
                </a:lnTo>
                <a:cubicBezTo>
                  <a:pt x="0" y="13019"/>
                  <a:pt x="4021" y="8998"/>
                  <a:pt x="8998" y="8998"/>
                </a:cubicBezTo>
                <a:close/>
                <a:moveTo>
                  <a:pt x="35991" y="26993"/>
                </a:moveTo>
                <a:cubicBezTo>
                  <a:pt x="35991" y="22016"/>
                  <a:pt x="40012" y="17996"/>
                  <a:pt x="44989" y="17996"/>
                </a:cubicBezTo>
                <a:lnTo>
                  <a:pt x="98976" y="17996"/>
                </a:lnTo>
                <a:cubicBezTo>
                  <a:pt x="103953" y="17996"/>
                  <a:pt x="107973" y="22016"/>
                  <a:pt x="107973" y="26993"/>
                </a:cubicBezTo>
                <a:cubicBezTo>
                  <a:pt x="107973" y="31970"/>
                  <a:pt x="103953" y="35991"/>
                  <a:pt x="98976" y="35991"/>
                </a:cubicBezTo>
                <a:lnTo>
                  <a:pt x="44989" y="35991"/>
                </a:lnTo>
                <a:cubicBezTo>
                  <a:pt x="40012" y="35991"/>
                  <a:pt x="35991" y="31970"/>
                  <a:pt x="35991" y="26993"/>
                </a:cubicBezTo>
                <a:close/>
                <a:moveTo>
                  <a:pt x="44989" y="49488"/>
                </a:moveTo>
                <a:lnTo>
                  <a:pt x="80980" y="49488"/>
                </a:lnTo>
                <a:cubicBezTo>
                  <a:pt x="85957" y="49488"/>
                  <a:pt x="89978" y="53509"/>
                  <a:pt x="89978" y="58486"/>
                </a:cubicBezTo>
                <a:cubicBezTo>
                  <a:pt x="89978" y="63463"/>
                  <a:pt x="85957" y="67483"/>
                  <a:pt x="80980" y="67483"/>
                </a:cubicBezTo>
                <a:lnTo>
                  <a:pt x="44989" y="67483"/>
                </a:lnTo>
                <a:cubicBezTo>
                  <a:pt x="40012" y="67483"/>
                  <a:pt x="35991" y="63463"/>
                  <a:pt x="35991" y="58486"/>
                </a:cubicBezTo>
                <a:cubicBezTo>
                  <a:pt x="35991" y="53509"/>
                  <a:pt x="40012" y="49488"/>
                  <a:pt x="44989" y="49488"/>
                </a:cubicBezTo>
                <a:close/>
                <a:moveTo>
                  <a:pt x="44989" y="80980"/>
                </a:moveTo>
                <a:lnTo>
                  <a:pt x="116971" y="80980"/>
                </a:lnTo>
                <a:cubicBezTo>
                  <a:pt x="121948" y="80980"/>
                  <a:pt x="125969" y="85001"/>
                  <a:pt x="125969" y="89978"/>
                </a:cubicBezTo>
                <a:cubicBezTo>
                  <a:pt x="125969" y="94955"/>
                  <a:pt x="121948" y="98976"/>
                  <a:pt x="116971" y="98976"/>
                </a:cubicBezTo>
                <a:lnTo>
                  <a:pt x="44989" y="98976"/>
                </a:lnTo>
                <a:cubicBezTo>
                  <a:pt x="40012" y="98976"/>
                  <a:pt x="35991" y="94955"/>
                  <a:pt x="35991" y="89978"/>
                </a:cubicBezTo>
                <a:cubicBezTo>
                  <a:pt x="35991" y="85001"/>
                  <a:pt x="40012" y="80980"/>
                  <a:pt x="44989" y="809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6994317" y="3994907"/>
            <a:ext cx="108873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994317" y="4210854"/>
            <a:ext cx="107973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data visually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18458" y="4606757"/>
            <a:ext cx="5191723" cy="611849"/>
          </a:xfrm>
          <a:custGeom>
            <a:avLst/>
            <a:gdLst/>
            <a:ahLst/>
            <a:cxnLst/>
            <a:rect l="l" t="t" r="r" b="b"/>
            <a:pathLst>
              <a:path w="5191723" h="611849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503876"/>
                </a:lnTo>
                <a:cubicBezTo>
                  <a:pt x="5191723" y="563508"/>
                  <a:pt x="5143381" y="611849"/>
                  <a:pt x="5083749" y="611849"/>
                </a:cubicBezTo>
                <a:lnTo>
                  <a:pt x="107973" y="611849"/>
                </a:lnTo>
                <a:cubicBezTo>
                  <a:pt x="48381" y="611849"/>
                  <a:pt x="0" y="563468"/>
                  <a:pt x="0" y="50387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526432" y="4732726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Shape 36"/>
          <p:cNvSpPr/>
          <p:nvPr/>
        </p:nvSpPr>
        <p:spPr>
          <a:xfrm>
            <a:off x="6634405" y="484069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80165" y="14256"/>
                </a:moveTo>
                <a:cubicBezTo>
                  <a:pt x="78703" y="11050"/>
                  <a:pt x="75497" y="8998"/>
                  <a:pt x="71982" y="8998"/>
                </a:cubicBezTo>
                <a:cubicBezTo>
                  <a:pt x="68468" y="8998"/>
                  <a:pt x="65262" y="11050"/>
                  <a:pt x="63800" y="14256"/>
                </a:cubicBezTo>
                <a:lnTo>
                  <a:pt x="16730" y="116971"/>
                </a:lnTo>
                <a:lnTo>
                  <a:pt x="13497" y="116971"/>
                </a:lnTo>
                <a:cubicBezTo>
                  <a:pt x="8520" y="116971"/>
                  <a:pt x="4499" y="120992"/>
                  <a:pt x="4499" y="125969"/>
                </a:cubicBezTo>
                <a:cubicBezTo>
                  <a:pt x="4499" y="130946"/>
                  <a:pt x="8520" y="134967"/>
                  <a:pt x="13497" y="134967"/>
                </a:cubicBezTo>
                <a:lnTo>
                  <a:pt x="38241" y="134967"/>
                </a:lnTo>
                <a:cubicBezTo>
                  <a:pt x="43217" y="134967"/>
                  <a:pt x="47238" y="130946"/>
                  <a:pt x="47238" y="125969"/>
                </a:cubicBezTo>
                <a:cubicBezTo>
                  <a:pt x="47238" y="120992"/>
                  <a:pt x="43217" y="116971"/>
                  <a:pt x="38241" y="116971"/>
                </a:cubicBezTo>
                <a:lnTo>
                  <a:pt x="36525" y="116971"/>
                </a:lnTo>
                <a:lnTo>
                  <a:pt x="42711" y="103475"/>
                </a:lnTo>
                <a:lnTo>
                  <a:pt x="101281" y="103475"/>
                </a:lnTo>
                <a:lnTo>
                  <a:pt x="107467" y="116971"/>
                </a:lnTo>
                <a:lnTo>
                  <a:pt x="105752" y="116971"/>
                </a:lnTo>
                <a:cubicBezTo>
                  <a:pt x="100775" y="116971"/>
                  <a:pt x="96754" y="120992"/>
                  <a:pt x="96754" y="125969"/>
                </a:cubicBezTo>
                <a:cubicBezTo>
                  <a:pt x="96754" y="130946"/>
                  <a:pt x="100775" y="134967"/>
                  <a:pt x="105752" y="134967"/>
                </a:cubicBezTo>
                <a:lnTo>
                  <a:pt x="130496" y="134967"/>
                </a:lnTo>
                <a:cubicBezTo>
                  <a:pt x="135473" y="134967"/>
                  <a:pt x="139494" y="130946"/>
                  <a:pt x="139494" y="125969"/>
                </a:cubicBezTo>
                <a:cubicBezTo>
                  <a:pt x="139494" y="120992"/>
                  <a:pt x="135473" y="116971"/>
                  <a:pt x="130496" y="116971"/>
                </a:cubicBezTo>
                <a:lnTo>
                  <a:pt x="127262" y="116971"/>
                </a:lnTo>
                <a:lnTo>
                  <a:pt x="80193" y="14256"/>
                </a:lnTo>
                <a:close/>
                <a:moveTo>
                  <a:pt x="93015" y="85479"/>
                </a:moveTo>
                <a:lnTo>
                  <a:pt x="50950" y="85479"/>
                </a:lnTo>
                <a:lnTo>
                  <a:pt x="71982" y="39590"/>
                </a:lnTo>
                <a:lnTo>
                  <a:pt x="93015" y="854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6994317" y="4714730"/>
            <a:ext cx="119670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WordArt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994317" y="4930677"/>
            <a:ext cx="118770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text look fancy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18458" y="5326579"/>
            <a:ext cx="5191723" cy="611849"/>
          </a:xfrm>
          <a:custGeom>
            <a:avLst/>
            <a:gdLst/>
            <a:ahLst/>
            <a:cxnLst/>
            <a:rect l="l" t="t" r="r" b="b"/>
            <a:pathLst>
              <a:path w="5191723" h="611849">
                <a:moveTo>
                  <a:pt x="107973" y="0"/>
                </a:moveTo>
                <a:lnTo>
                  <a:pt x="5083749" y="0"/>
                </a:lnTo>
                <a:cubicBezTo>
                  <a:pt x="5143381" y="0"/>
                  <a:pt x="5191723" y="48341"/>
                  <a:pt x="5191723" y="107973"/>
                </a:cubicBezTo>
                <a:lnTo>
                  <a:pt x="5191723" y="503876"/>
                </a:lnTo>
                <a:cubicBezTo>
                  <a:pt x="5191723" y="563508"/>
                  <a:pt x="5143381" y="611849"/>
                  <a:pt x="5083749" y="611849"/>
                </a:cubicBezTo>
                <a:lnTo>
                  <a:pt x="107973" y="611849"/>
                </a:lnTo>
                <a:cubicBezTo>
                  <a:pt x="48381" y="611849"/>
                  <a:pt x="0" y="563468"/>
                  <a:pt x="0" y="50387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526432" y="545254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44" name="Shape 41"/>
          <p:cNvSpPr/>
          <p:nvPr/>
        </p:nvSpPr>
        <p:spPr>
          <a:xfrm>
            <a:off x="6643403" y="5560522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0" y="17996"/>
                </a:moveTo>
                <a:cubicBezTo>
                  <a:pt x="0" y="13019"/>
                  <a:pt x="4021" y="8998"/>
                  <a:pt x="8998" y="8998"/>
                </a:cubicBezTo>
                <a:lnTo>
                  <a:pt x="35991" y="8998"/>
                </a:lnTo>
                <a:cubicBezTo>
                  <a:pt x="40968" y="8998"/>
                  <a:pt x="44989" y="13019"/>
                  <a:pt x="44989" y="17996"/>
                </a:cubicBezTo>
                <a:cubicBezTo>
                  <a:pt x="44989" y="22972"/>
                  <a:pt x="40968" y="26993"/>
                  <a:pt x="35991" y="26993"/>
                </a:cubicBezTo>
                <a:lnTo>
                  <a:pt x="31492" y="26993"/>
                </a:lnTo>
                <a:lnTo>
                  <a:pt x="31492" y="58486"/>
                </a:lnTo>
                <a:lnTo>
                  <a:pt x="94477" y="58486"/>
                </a:lnTo>
                <a:lnTo>
                  <a:pt x="94477" y="26993"/>
                </a:lnTo>
                <a:lnTo>
                  <a:pt x="89978" y="26993"/>
                </a:lnTo>
                <a:cubicBezTo>
                  <a:pt x="85001" y="26993"/>
                  <a:pt x="80980" y="22972"/>
                  <a:pt x="80980" y="17996"/>
                </a:cubicBezTo>
                <a:cubicBezTo>
                  <a:pt x="80980" y="13019"/>
                  <a:pt x="85001" y="8998"/>
                  <a:pt x="89978" y="8998"/>
                </a:cubicBezTo>
                <a:lnTo>
                  <a:pt x="116971" y="8998"/>
                </a:lnTo>
                <a:cubicBezTo>
                  <a:pt x="121948" y="8998"/>
                  <a:pt x="125969" y="13019"/>
                  <a:pt x="125969" y="17996"/>
                </a:cubicBezTo>
                <a:cubicBezTo>
                  <a:pt x="125969" y="22972"/>
                  <a:pt x="121948" y="26993"/>
                  <a:pt x="116971" y="26993"/>
                </a:cubicBezTo>
                <a:lnTo>
                  <a:pt x="112472" y="26993"/>
                </a:lnTo>
                <a:lnTo>
                  <a:pt x="112472" y="116971"/>
                </a:lnTo>
                <a:lnTo>
                  <a:pt x="116971" y="116971"/>
                </a:lnTo>
                <a:cubicBezTo>
                  <a:pt x="121948" y="116971"/>
                  <a:pt x="125969" y="120992"/>
                  <a:pt x="125969" y="125969"/>
                </a:cubicBezTo>
                <a:cubicBezTo>
                  <a:pt x="125969" y="130946"/>
                  <a:pt x="121948" y="134967"/>
                  <a:pt x="116971" y="134967"/>
                </a:cubicBezTo>
                <a:lnTo>
                  <a:pt x="89978" y="134967"/>
                </a:lnTo>
                <a:cubicBezTo>
                  <a:pt x="85001" y="134967"/>
                  <a:pt x="80980" y="130946"/>
                  <a:pt x="80980" y="125969"/>
                </a:cubicBezTo>
                <a:cubicBezTo>
                  <a:pt x="80980" y="120992"/>
                  <a:pt x="85001" y="116971"/>
                  <a:pt x="89978" y="116971"/>
                </a:cubicBezTo>
                <a:lnTo>
                  <a:pt x="94477" y="116971"/>
                </a:lnTo>
                <a:lnTo>
                  <a:pt x="94477" y="76481"/>
                </a:lnTo>
                <a:lnTo>
                  <a:pt x="31492" y="76481"/>
                </a:lnTo>
                <a:lnTo>
                  <a:pt x="31492" y="116971"/>
                </a:lnTo>
                <a:lnTo>
                  <a:pt x="35991" y="116971"/>
                </a:lnTo>
                <a:cubicBezTo>
                  <a:pt x="40968" y="116971"/>
                  <a:pt x="44989" y="120992"/>
                  <a:pt x="44989" y="125969"/>
                </a:cubicBezTo>
                <a:cubicBezTo>
                  <a:pt x="44989" y="130946"/>
                  <a:pt x="40968" y="134967"/>
                  <a:pt x="35991" y="134967"/>
                </a:cubicBezTo>
                <a:lnTo>
                  <a:pt x="8998" y="134967"/>
                </a:lnTo>
                <a:cubicBezTo>
                  <a:pt x="4021" y="134967"/>
                  <a:pt x="0" y="130946"/>
                  <a:pt x="0" y="125969"/>
                </a:cubicBezTo>
                <a:cubicBezTo>
                  <a:pt x="0" y="120992"/>
                  <a:pt x="4021" y="116971"/>
                  <a:pt x="8998" y="116971"/>
                </a:cubicBezTo>
                <a:lnTo>
                  <a:pt x="13497" y="116971"/>
                </a:lnTo>
                <a:lnTo>
                  <a:pt x="13497" y="26993"/>
                </a:lnTo>
                <a:lnTo>
                  <a:pt x="8998" y="26993"/>
                </a:lnTo>
                <a:cubicBezTo>
                  <a:pt x="4021" y="26993"/>
                  <a:pt x="0" y="22972"/>
                  <a:pt x="0" y="17996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45" name="Text 42"/>
          <p:cNvSpPr/>
          <p:nvPr/>
        </p:nvSpPr>
        <p:spPr>
          <a:xfrm>
            <a:off x="6994317" y="5434553"/>
            <a:ext cx="141265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&amp; Footer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994317" y="5650500"/>
            <a:ext cx="140365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and bottom margins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59911" y="6298340"/>
            <a:ext cx="11472177" cy="557863"/>
          </a:xfrm>
          <a:custGeom>
            <a:avLst/>
            <a:gdLst/>
            <a:ahLst/>
            <a:cxnLst/>
            <a:rect l="l" t="t" r="r" b="b"/>
            <a:pathLst>
              <a:path w="11472177" h="557863">
                <a:moveTo>
                  <a:pt x="143962" y="0"/>
                </a:moveTo>
                <a:lnTo>
                  <a:pt x="11328215" y="0"/>
                </a:lnTo>
                <a:cubicBezTo>
                  <a:pt x="11407723" y="0"/>
                  <a:pt x="11472177" y="64454"/>
                  <a:pt x="11472177" y="143962"/>
                </a:cubicBezTo>
                <a:lnTo>
                  <a:pt x="11472177" y="413901"/>
                </a:lnTo>
                <a:cubicBezTo>
                  <a:pt x="11472177" y="493409"/>
                  <a:pt x="11407723" y="557863"/>
                  <a:pt x="11328215" y="557863"/>
                </a:cubicBezTo>
                <a:lnTo>
                  <a:pt x="143962" y="557863"/>
                </a:lnTo>
                <a:cubicBezTo>
                  <a:pt x="64507" y="557863"/>
                  <a:pt x="0" y="493355"/>
                  <a:pt x="0" y="413901"/>
                </a:cubicBezTo>
                <a:lnTo>
                  <a:pt x="0" y="143962"/>
                </a:lnTo>
                <a:cubicBezTo>
                  <a:pt x="0" y="64507"/>
                  <a:pt x="64507" y="0"/>
                  <a:pt x="14396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Shape 45"/>
          <p:cNvSpPr/>
          <p:nvPr/>
        </p:nvSpPr>
        <p:spPr>
          <a:xfrm>
            <a:off x="522996" y="6442305"/>
            <a:ext cx="303675" cy="269934"/>
          </a:xfrm>
          <a:custGeom>
            <a:avLst/>
            <a:gdLst/>
            <a:ahLst/>
            <a:cxnLst/>
            <a:rect l="l" t="t" r="r" b="b"/>
            <a:pathLst>
              <a:path w="303675" h="269934">
                <a:moveTo>
                  <a:pt x="163173" y="-9964"/>
                </a:moveTo>
                <a:cubicBezTo>
                  <a:pt x="161011" y="-14182"/>
                  <a:pt x="156635" y="-16871"/>
                  <a:pt x="151890" y="-16871"/>
                </a:cubicBezTo>
                <a:cubicBezTo>
                  <a:pt x="147145" y="-16871"/>
                  <a:pt x="142770" y="-14182"/>
                  <a:pt x="140608" y="-9964"/>
                </a:cubicBezTo>
                <a:lnTo>
                  <a:pt x="101805" y="66060"/>
                </a:lnTo>
                <a:lnTo>
                  <a:pt x="17504" y="79451"/>
                </a:lnTo>
                <a:cubicBezTo>
                  <a:pt x="12811" y="80189"/>
                  <a:pt x="8910" y="83511"/>
                  <a:pt x="7434" y="88045"/>
                </a:cubicBezTo>
                <a:cubicBezTo>
                  <a:pt x="5958" y="92579"/>
                  <a:pt x="7170" y="97535"/>
                  <a:pt x="10492" y="100909"/>
                </a:cubicBezTo>
                <a:lnTo>
                  <a:pt x="70805" y="161275"/>
                </a:lnTo>
                <a:lnTo>
                  <a:pt x="57519" y="245576"/>
                </a:lnTo>
                <a:cubicBezTo>
                  <a:pt x="56781" y="250268"/>
                  <a:pt x="58732" y="255013"/>
                  <a:pt x="62580" y="257808"/>
                </a:cubicBezTo>
                <a:cubicBezTo>
                  <a:pt x="66429" y="260602"/>
                  <a:pt x="71490" y="261024"/>
                  <a:pt x="75761" y="258862"/>
                </a:cubicBezTo>
                <a:lnTo>
                  <a:pt x="151890" y="220165"/>
                </a:lnTo>
                <a:lnTo>
                  <a:pt x="227967" y="258862"/>
                </a:lnTo>
                <a:cubicBezTo>
                  <a:pt x="232185" y="261024"/>
                  <a:pt x="237299" y="260602"/>
                  <a:pt x="241148" y="257808"/>
                </a:cubicBezTo>
                <a:cubicBezTo>
                  <a:pt x="244996" y="255013"/>
                  <a:pt x="246947" y="250321"/>
                  <a:pt x="246209" y="245576"/>
                </a:cubicBezTo>
                <a:lnTo>
                  <a:pt x="232870" y="161275"/>
                </a:lnTo>
                <a:lnTo>
                  <a:pt x="293184" y="100909"/>
                </a:lnTo>
                <a:cubicBezTo>
                  <a:pt x="296558" y="97535"/>
                  <a:pt x="297718" y="92579"/>
                  <a:pt x="296242" y="88045"/>
                </a:cubicBezTo>
                <a:cubicBezTo>
                  <a:pt x="294765" y="83511"/>
                  <a:pt x="290917" y="80189"/>
                  <a:pt x="286172" y="79451"/>
                </a:cubicBezTo>
                <a:lnTo>
                  <a:pt x="201923" y="66060"/>
                </a:lnTo>
                <a:lnTo>
                  <a:pt x="163173" y="-99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985258" y="6451303"/>
            <a:ext cx="65323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30000"/>
              </a:lnSpc>
            </a:pPr>
            <a:r>
              <a:rPr lang="en-US" sz="12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use the Insert tab to add pictures, text, and background to create our comic!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3035" y="317500"/>
            <a:ext cx="1404938" cy="349250"/>
          </a:xfrm>
          <a:custGeom>
            <a:avLst/>
            <a:gdLst/>
            <a:ahLst/>
            <a:cxnLst/>
            <a:rect l="l" t="t" r="r" b="b"/>
            <a:pathLst>
              <a:path w="1404938" h="349250">
                <a:moveTo>
                  <a:pt x="174625" y="0"/>
                </a:moveTo>
                <a:lnTo>
                  <a:pt x="1230313" y="0"/>
                </a:lnTo>
                <a:cubicBezTo>
                  <a:pt x="1326691" y="0"/>
                  <a:pt x="1404938" y="78247"/>
                  <a:pt x="1404938" y="174625"/>
                </a:cubicBezTo>
                <a:lnTo>
                  <a:pt x="1404938" y="174625"/>
                </a:lnTo>
                <a:cubicBezTo>
                  <a:pt x="1404938" y="271003"/>
                  <a:pt x="1326691" y="349250"/>
                  <a:pt x="1230313" y="349250"/>
                </a:cubicBezTo>
                <a:lnTo>
                  <a:pt x="174625" y="349250"/>
                </a:lnTo>
                <a:cubicBezTo>
                  <a:pt x="78247" y="349250"/>
                  <a:pt x="0" y="271003"/>
                  <a:pt x="0" y="174625"/>
                </a:cubicBezTo>
                <a:lnTo>
                  <a:pt x="0" y="174625"/>
                </a:lnTo>
                <a:cubicBezTo>
                  <a:pt x="0" y="78247"/>
                  <a:pt x="78247" y="0"/>
                  <a:pt x="174625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5603379" y="4191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43811"/>
                </a:moveTo>
                <a:lnTo>
                  <a:pt x="79375" y="139712"/>
                </a:lnTo>
                <a:lnTo>
                  <a:pt x="79530" y="139650"/>
                </a:lnTo>
                <a:cubicBezTo>
                  <a:pt x="96459" y="132612"/>
                  <a:pt x="114629" y="128984"/>
                  <a:pt x="132953" y="128984"/>
                </a:cubicBezTo>
                <a:lnTo>
                  <a:pt x="138906" y="128984"/>
                </a:lnTo>
                <a:lnTo>
                  <a:pt x="138906" y="29766"/>
                </a:lnTo>
                <a:lnTo>
                  <a:pt x="132953" y="29766"/>
                </a:lnTo>
                <a:cubicBezTo>
                  <a:pt x="119869" y="29766"/>
                  <a:pt x="106877" y="32370"/>
                  <a:pt x="94785" y="37393"/>
                </a:cubicBezTo>
                <a:cubicBezTo>
                  <a:pt x="89576" y="39563"/>
                  <a:pt x="84429" y="41703"/>
                  <a:pt x="79375" y="43811"/>
                </a:cubicBezTo>
                <a:close/>
                <a:moveTo>
                  <a:pt x="71593" y="19069"/>
                </a:moveTo>
                <a:lnTo>
                  <a:pt x="79375" y="22324"/>
                </a:lnTo>
                <a:lnTo>
                  <a:pt x="87157" y="19069"/>
                </a:lnTo>
                <a:cubicBezTo>
                  <a:pt x="101668" y="13022"/>
                  <a:pt x="117233" y="9922"/>
                  <a:pt x="132953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133945"/>
                </a:lnTo>
                <a:cubicBezTo>
                  <a:pt x="158750" y="142162"/>
                  <a:pt x="152084" y="148828"/>
                  <a:pt x="143867" y="148828"/>
                </a:cubicBezTo>
                <a:lnTo>
                  <a:pt x="132953" y="148828"/>
                </a:lnTo>
                <a:cubicBezTo>
                  <a:pt x="117233" y="148828"/>
                  <a:pt x="101668" y="151929"/>
                  <a:pt x="87157" y="157975"/>
                </a:cubicBezTo>
                <a:lnTo>
                  <a:pt x="83189" y="159618"/>
                </a:lnTo>
                <a:cubicBezTo>
                  <a:pt x="80739" y="160641"/>
                  <a:pt x="78011" y="160641"/>
                  <a:pt x="75561" y="159618"/>
                </a:cubicBezTo>
                <a:lnTo>
                  <a:pt x="71593" y="157975"/>
                </a:lnTo>
                <a:cubicBezTo>
                  <a:pt x="57082" y="151929"/>
                  <a:pt x="41517" y="148828"/>
                  <a:pt x="25797" y="148828"/>
                </a:cubicBezTo>
                <a:lnTo>
                  <a:pt x="14883" y="148828"/>
                </a:lnTo>
                <a:cubicBezTo>
                  <a:pt x="6666" y="148828"/>
                  <a:pt x="0" y="142162"/>
                  <a:pt x="0" y="133945"/>
                </a:cubicBezTo>
                <a:lnTo>
                  <a:pt x="0" y="24805"/>
                </a:lnTo>
                <a:cubicBezTo>
                  <a:pt x="0" y="16588"/>
                  <a:pt x="6666" y="9922"/>
                  <a:pt x="14883" y="9922"/>
                </a:cubicBezTo>
                <a:lnTo>
                  <a:pt x="25797" y="9922"/>
                </a:lnTo>
                <a:cubicBezTo>
                  <a:pt x="41517" y="9922"/>
                  <a:pt x="57082" y="13022"/>
                  <a:pt x="71593" y="190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591473" y="317500"/>
            <a:ext cx="1246188" cy="349250"/>
          </a:xfrm>
          <a:prstGeom prst="rect">
            <a:avLst/>
          </a:prstGeom>
          <a:noFill/>
          <a:ln/>
        </p:spPr>
        <p:txBody>
          <a:bodyPr wrap="square" lIns="190500" tIns="63500" rIns="190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Our 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225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Best Friends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7813" y="1206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Makdoo the frog and Saloni the crane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7500" y="1555750"/>
            <a:ext cx="4548188" cy="2349500"/>
          </a:xfrm>
          <a:custGeom>
            <a:avLst/>
            <a:gdLst/>
            <a:ahLst/>
            <a:cxnLst/>
            <a:rect l="l" t="t" r="r" b="b"/>
            <a:pathLst>
              <a:path w="4548188" h="2349500">
                <a:moveTo>
                  <a:pt x="190497" y="0"/>
                </a:moveTo>
                <a:lnTo>
                  <a:pt x="4357690" y="0"/>
                </a:lnTo>
                <a:cubicBezTo>
                  <a:pt x="4462899" y="0"/>
                  <a:pt x="4548187" y="85289"/>
                  <a:pt x="4548187" y="190497"/>
                </a:cubicBezTo>
                <a:lnTo>
                  <a:pt x="4548188" y="2159003"/>
                </a:lnTo>
                <a:cubicBezTo>
                  <a:pt x="4548187" y="2264211"/>
                  <a:pt x="4462899" y="2349500"/>
                  <a:pt x="4357690" y="2349500"/>
                </a:cubicBezTo>
                <a:lnTo>
                  <a:pt x="190497" y="2349500"/>
                </a:lnTo>
                <a:cubicBezTo>
                  <a:pt x="85289" y="2349500"/>
                  <a:pt x="0" y="2264211"/>
                  <a:pt x="0" y="2159003"/>
                </a:cubicBezTo>
                <a:lnTo>
                  <a:pt x="0" y="190497"/>
                </a:lnTo>
                <a:cubicBezTo>
                  <a:pt x="0" y="85289"/>
                  <a:pt x="85289" y="0"/>
                  <a:pt x="1904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pic>
        <p:nvPicPr>
          <p:cNvPr id="8" name="Image 0" descr="https://kimi-web-img.moonshot.cn/img/static.vecteezy.com/8cd37a0732a864a202ab3d3822a1066f22e5884e.jp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2082800" y="1714500"/>
            <a:ext cx="1016000" cy="1016000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428625" y="2794000"/>
            <a:ext cx="4325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Makdoo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0531" y="3047903"/>
            <a:ext cx="430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Frog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6250" y="3365403"/>
            <a:ext cx="4230688" cy="381000"/>
          </a:xfrm>
          <a:custGeom>
            <a:avLst/>
            <a:gdLst/>
            <a:ahLst/>
            <a:cxnLst/>
            <a:rect l="l" t="t" r="r" b="b"/>
            <a:pathLst>
              <a:path w="4230688" h="381000">
                <a:moveTo>
                  <a:pt x="95250" y="0"/>
                </a:moveTo>
                <a:lnTo>
                  <a:pt x="4135438" y="0"/>
                </a:lnTo>
                <a:cubicBezTo>
                  <a:pt x="4188007" y="0"/>
                  <a:pt x="4230688" y="42680"/>
                  <a:pt x="4230688" y="95250"/>
                </a:cubicBezTo>
                <a:lnTo>
                  <a:pt x="4230688" y="285750"/>
                </a:lnTo>
                <a:cubicBezTo>
                  <a:pt x="4230688" y="338320"/>
                  <a:pt x="4188007" y="381000"/>
                  <a:pt x="4135438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030214" y="34860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9779" y="21605"/>
                </a:moveTo>
                <a:lnTo>
                  <a:pt x="63500" y="26739"/>
                </a:lnTo>
                <a:lnTo>
                  <a:pt x="67221" y="21605"/>
                </a:lnTo>
                <a:cubicBezTo>
                  <a:pt x="73422" y="13022"/>
                  <a:pt x="83393" y="7938"/>
                  <a:pt x="93985" y="7938"/>
                </a:cubicBezTo>
                <a:cubicBezTo>
                  <a:pt x="112216" y="7938"/>
                  <a:pt x="127000" y="22721"/>
                  <a:pt x="127000" y="40953"/>
                </a:cubicBezTo>
                <a:lnTo>
                  <a:pt x="127000" y="41597"/>
                </a:lnTo>
                <a:cubicBezTo>
                  <a:pt x="127000" y="69428"/>
                  <a:pt x="92298" y="101749"/>
                  <a:pt x="74191" y="115565"/>
                </a:cubicBezTo>
                <a:cubicBezTo>
                  <a:pt x="71115" y="117897"/>
                  <a:pt x="67345" y="119063"/>
                  <a:pt x="63500" y="119063"/>
                </a:cubicBezTo>
                <a:cubicBezTo>
                  <a:pt x="59655" y="119063"/>
                  <a:pt x="55860" y="117921"/>
                  <a:pt x="52809" y="115565"/>
                </a:cubicBezTo>
                <a:cubicBezTo>
                  <a:pt x="34702" y="101749"/>
                  <a:pt x="0" y="69428"/>
                  <a:pt x="0" y="41597"/>
                </a:cubicBezTo>
                <a:lnTo>
                  <a:pt x="0" y="40953"/>
                </a:lnTo>
                <a:cubicBezTo>
                  <a:pt x="0" y="22721"/>
                  <a:pt x="14784" y="7938"/>
                  <a:pt x="33015" y="7938"/>
                </a:cubicBezTo>
                <a:cubicBezTo>
                  <a:pt x="43607" y="7938"/>
                  <a:pt x="53578" y="13022"/>
                  <a:pt x="59779" y="21605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3" name="Text 10"/>
          <p:cNvSpPr/>
          <p:nvPr/>
        </p:nvSpPr>
        <p:spPr>
          <a:xfrm>
            <a:off x="738188" y="3460653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Lives in the pond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17500" y="4032153"/>
            <a:ext cx="4548188" cy="2349500"/>
          </a:xfrm>
          <a:custGeom>
            <a:avLst/>
            <a:gdLst/>
            <a:ahLst/>
            <a:cxnLst/>
            <a:rect l="l" t="t" r="r" b="b"/>
            <a:pathLst>
              <a:path w="4548188" h="2349500">
                <a:moveTo>
                  <a:pt x="190497" y="0"/>
                </a:moveTo>
                <a:lnTo>
                  <a:pt x="4357690" y="0"/>
                </a:lnTo>
                <a:cubicBezTo>
                  <a:pt x="4462899" y="0"/>
                  <a:pt x="4548187" y="85289"/>
                  <a:pt x="4548187" y="190497"/>
                </a:cubicBezTo>
                <a:lnTo>
                  <a:pt x="4548188" y="2159003"/>
                </a:lnTo>
                <a:cubicBezTo>
                  <a:pt x="4548187" y="2264211"/>
                  <a:pt x="4462899" y="2349500"/>
                  <a:pt x="4357690" y="2349500"/>
                </a:cubicBezTo>
                <a:lnTo>
                  <a:pt x="190497" y="2349500"/>
                </a:lnTo>
                <a:cubicBezTo>
                  <a:pt x="85289" y="2349500"/>
                  <a:pt x="0" y="2264211"/>
                  <a:pt x="0" y="2159003"/>
                </a:cubicBezTo>
                <a:lnTo>
                  <a:pt x="0" y="190497"/>
                </a:lnTo>
                <a:cubicBezTo>
                  <a:pt x="0" y="85289"/>
                  <a:pt x="85289" y="0"/>
                  <a:pt x="1904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pic>
        <p:nvPicPr>
          <p:cNvPr id="15" name="Image 1" descr="https://kimi-web-img.moonshot.cn/img/www.alamy.com/c5cd63b129f938638a8b0f2640c84dcdc02b0ce7">    </p:cNvPr>
          <p:cNvPicPr>
            <a:picLocks noChangeAspect="1"/>
          </p:cNvPicPr>
          <p:nvPr/>
        </p:nvPicPr>
        <p:blipFill>
          <a:blip r:embed="rId2"/>
          <a:srcRect l="0" r="0" t="11978" b="11978"/>
          <a:stretch/>
        </p:blipFill>
        <p:spPr>
          <a:xfrm>
            <a:off x="2082800" y="4190903"/>
            <a:ext cx="1016000" cy="1016000"/>
          </a:xfrm>
          <a:prstGeom prst="roundRect">
            <a:avLst>
              <a:gd name="adj" fmla="val 0"/>
            </a:avLst>
          </a:prstGeom>
        </p:spPr>
      </p:pic>
      <p:sp>
        <p:nvSpPr>
          <p:cNvPr id="16" name="Text 12"/>
          <p:cNvSpPr/>
          <p:nvPr/>
        </p:nvSpPr>
        <p:spPr>
          <a:xfrm>
            <a:off x="428625" y="5270403"/>
            <a:ext cx="4325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Saloni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0531" y="5524302"/>
            <a:ext cx="430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D405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Crane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6250" y="5841802"/>
            <a:ext cx="4230688" cy="381000"/>
          </a:xfrm>
          <a:custGeom>
            <a:avLst/>
            <a:gdLst/>
            <a:ahLst/>
            <a:cxnLst/>
            <a:rect l="l" t="t" r="r" b="b"/>
            <a:pathLst>
              <a:path w="4230688" h="381000">
                <a:moveTo>
                  <a:pt x="95250" y="0"/>
                </a:moveTo>
                <a:lnTo>
                  <a:pt x="4135438" y="0"/>
                </a:lnTo>
                <a:cubicBezTo>
                  <a:pt x="4188007" y="0"/>
                  <a:pt x="4230688" y="42680"/>
                  <a:pt x="4230688" y="95250"/>
                </a:cubicBezTo>
                <a:lnTo>
                  <a:pt x="4230688" y="285750"/>
                </a:lnTo>
                <a:cubicBezTo>
                  <a:pt x="4230688" y="338320"/>
                  <a:pt x="4188007" y="381000"/>
                  <a:pt x="4135438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2141934" y="596245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7313" y="0"/>
                </a:moveTo>
                <a:cubicBezTo>
                  <a:pt x="97482" y="0"/>
                  <a:pt x="107231" y="4043"/>
                  <a:pt x="114399" y="11212"/>
                </a:cubicBezTo>
                <a:lnTo>
                  <a:pt x="115763" y="12576"/>
                </a:lnTo>
                <a:cubicBezTo>
                  <a:pt x="122957" y="19769"/>
                  <a:pt x="127000" y="29518"/>
                  <a:pt x="127000" y="39663"/>
                </a:cubicBezTo>
                <a:cubicBezTo>
                  <a:pt x="127000" y="45641"/>
                  <a:pt x="125586" y="51470"/>
                  <a:pt x="122982" y="56728"/>
                </a:cubicBezTo>
                <a:cubicBezTo>
                  <a:pt x="122510" y="57646"/>
                  <a:pt x="121667" y="58341"/>
                  <a:pt x="120675" y="58638"/>
                </a:cubicBezTo>
                <a:lnTo>
                  <a:pt x="92894" y="66973"/>
                </a:lnTo>
                <a:cubicBezTo>
                  <a:pt x="91926" y="67270"/>
                  <a:pt x="91281" y="68138"/>
                  <a:pt x="91281" y="69155"/>
                </a:cubicBezTo>
                <a:cubicBezTo>
                  <a:pt x="91281" y="70421"/>
                  <a:pt x="92298" y="71438"/>
                  <a:pt x="93563" y="71438"/>
                </a:cubicBezTo>
                <a:lnTo>
                  <a:pt x="101550" y="71438"/>
                </a:lnTo>
                <a:cubicBezTo>
                  <a:pt x="105097" y="71438"/>
                  <a:pt x="106859" y="75704"/>
                  <a:pt x="104353" y="78209"/>
                </a:cubicBezTo>
                <a:lnTo>
                  <a:pt x="98797" y="83765"/>
                </a:lnTo>
                <a:cubicBezTo>
                  <a:pt x="98326" y="84237"/>
                  <a:pt x="97755" y="84559"/>
                  <a:pt x="97135" y="84758"/>
                </a:cubicBezTo>
                <a:lnTo>
                  <a:pt x="77043" y="90785"/>
                </a:lnTo>
                <a:cubicBezTo>
                  <a:pt x="76076" y="91083"/>
                  <a:pt x="75431" y="91951"/>
                  <a:pt x="75431" y="92968"/>
                </a:cubicBezTo>
                <a:cubicBezTo>
                  <a:pt x="75431" y="94233"/>
                  <a:pt x="76448" y="95250"/>
                  <a:pt x="77713" y="95250"/>
                </a:cubicBezTo>
                <a:cubicBezTo>
                  <a:pt x="80987" y="95250"/>
                  <a:pt x="82401" y="99144"/>
                  <a:pt x="79648" y="100930"/>
                </a:cubicBezTo>
                <a:cubicBezTo>
                  <a:pt x="69453" y="107528"/>
                  <a:pt x="57497" y="111125"/>
                  <a:pt x="45169" y="111125"/>
                </a:cubicBezTo>
                <a:lnTo>
                  <a:pt x="23837" y="111125"/>
                </a:lnTo>
                <a:lnTo>
                  <a:pt x="11931" y="123031"/>
                </a:lnTo>
                <a:cubicBezTo>
                  <a:pt x="9748" y="125214"/>
                  <a:pt x="6176" y="125214"/>
                  <a:pt x="3994" y="123031"/>
                </a:cubicBezTo>
                <a:cubicBezTo>
                  <a:pt x="1811" y="120848"/>
                  <a:pt x="1811" y="117277"/>
                  <a:pt x="3994" y="115094"/>
                </a:cubicBezTo>
                <a:lnTo>
                  <a:pt x="63500" y="55563"/>
                </a:lnTo>
                <a:cubicBezTo>
                  <a:pt x="65683" y="53380"/>
                  <a:pt x="65683" y="49808"/>
                  <a:pt x="63500" y="47625"/>
                </a:cubicBezTo>
                <a:cubicBezTo>
                  <a:pt x="61317" y="45442"/>
                  <a:pt x="57745" y="45442"/>
                  <a:pt x="55563" y="47625"/>
                </a:cubicBezTo>
                <a:lnTo>
                  <a:pt x="19720" y="83468"/>
                </a:lnTo>
                <a:cubicBezTo>
                  <a:pt x="18306" y="84882"/>
                  <a:pt x="15875" y="83889"/>
                  <a:pt x="15875" y="81880"/>
                </a:cubicBezTo>
                <a:cubicBezTo>
                  <a:pt x="15875" y="65038"/>
                  <a:pt x="22572" y="48890"/>
                  <a:pt x="34479" y="36984"/>
                </a:cubicBezTo>
                <a:lnTo>
                  <a:pt x="60226" y="11212"/>
                </a:lnTo>
                <a:cubicBezTo>
                  <a:pt x="67394" y="4043"/>
                  <a:pt x="77143" y="0"/>
                  <a:pt x="87313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6"/>
          <p:cNvSpPr/>
          <p:nvPr/>
        </p:nvSpPr>
        <p:spPr>
          <a:xfrm>
            <a:off x="738188" y="5937052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fly away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991100" y="1555750"/>
            <a:ext cx="6881813" cy="4826000"/>
          </a:xfrm>
          <a:custGeom>
            <a:avLst/>
            <a:gdLst/>
            <a:ahLst/>
            <a:cxnLst/>
            <a:rect l="l" t="t" r="r" b="b"/>
            <a:pathLst>
              <a:path w="6881813" h="4826000">
                <a:moveTo>
                  <a:pt x="190482" y="0"/>
                </a:moveTo>
                <a:lnTo>
                  <a:pt x="6691330" y="0"/>
                </a:lnTo>
                <a:cubicBezTo>
                  <a:pt x="6796531" y="0"/>
                  <a:pt x="6881813" y="85282"/>
                  <a:pt x="6881813" y="190482"/>
                </a:cubicBezTo>
                <a:lnTo>
                  <a:pt x="6881813" y="4635518"/>
                </a:lnTo>
                <a:cubicBezTo>
                  <a:pt x="6881813" y="4740718"/>
                  <a:pt x="6796531" y="4826000"/>
                  <a:pt x="6691330" y="4826000"/>
                </a:cubicBezTo>
                <a:lnTo>
                  <a:pt x="190482" y="4826000"/>
                </a:lnTo>
                <a:cubicBezTo>
                  <a:pt x="85282" y="4826000"/>
                  <a:pt x="0" y="4740718"/>
                  <a:pt x="0" y="4635518"/>
                </a:cubicBezTo>
                <a:lnTo>
                  <a:pt x="0" y="190482"/>
                </a:lnTo>
                <a:cubicBezTo>
                  <a:pt x="0" y="85282"/>
                  <a:pt x="85282" y="0"/>
                  <a:pt x="19048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354491" y="1746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3" name="Text 19"/>
          <p:cNvSpPr/>
          <p:nvPr/>
        </p:nvSpPr>
        <p:spPr>
          <a:xfrm>
            <a:off x="5380037" y="1714500"/>
            <a:ext cx="638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The Story Dialogues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165725" y="2095403"/>
            <a:ext cx="6548438" cy="571500"/>
          </a:xfrm>
          <a:custGeom>
            <a:avLst/>
            <a:gdLst/>
            <a:ahLst/>
            <a:cxnLst/>
            <a:rect l="l" t="t" r="r" b="b"/>
            <a:pathLst>
              <a:path w="6548438" h="571500">
                <a:moveTo>
                  <a:pt x="31750" y="0"/>
                </a:moveTo>
                <a:lnTo>
                  <a:pt x="6453186" y="0"/>
                </a:lnTo>
                <a:cubicBezTo>
                  <a:pt x="6505792" y="0"/>
                  <a:pt x="6548438" y="42646"/>
                  <a:pt x="6548438" y="95252"/>
                </a:cubicBezTo>
                <a:lnTo>
                  <a:pt x="6548438" y="476248"/>
                </a:lnTo>
                <a:cubicBezTo>
                  <a:pt x="6548438" y="528854"/>
                  <a:pt x="6505792" y="571500"/>
                  <a:pt x="645318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5165725" y="209540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Shape 22"/>
          <p:cNvSpPr/>
          <p:nvPr/>
        </p:nvSpPr>
        <p:spPr>
          <a:xfrm>
            <a:off x="5276850" y="21906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3"/>
          <p:cNvSpPr/>
          <p:nvPr/>
        </p:nvSpPr>
        <p:spPr>
          <a:xfrm>
            <a:off x="5241131" y="219065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689600" y="2190653"/>
            <a:ext cx="303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Saloni: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689600" y="2381153"/>
            <a:ext cx="303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"Makdoo, I am leaving! I will be back in a few months."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165725" y="2762153"/>
            <a:ext cx="6548438" cy="571500"/>
          </a:xfrm>
          <a:custGeom>
            <a:avLst/>
            <a:gdLst/>
            <a:ahLst/>
            <a:cxnLst/>
            <a:rect l="l" t="t" r="r" b="b"/>
            <a:pathLst>
              <a:path w="6548438" h="571500">
                <a:moveTo>
                  <a:pt x="31750" y="0"/>
                </a:moveTo>
                <a:lnTo>
                  <a:pt x="6453186" y="0"/>
                </a:lnTo>
                <a:cubicBezTo>
                  <a:pt x="6505792" y="0"/>
                  <a:pt x="6548438" y="42646"/>
                  <a:pt x="6548438" y="95252"/>
                </a:cubicBezTo>
                <a:lnTo>
                  <a:pt x="6548438" y="476248"/>
                </a:lnTo>
                <a:cubicBezTo>
                  <a:pt x="6548438" y="528854"/>
                  <a:pt x="6505792" y="571500"/>
                  <a:pt x="645318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5165725" y="276215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2" name="Shape 28"/>
          <p:cNvSpPr/>
          <p:nvPr/>
        </p:nvSpPr>
        <p:spPr>
          <a:xfrm>
            <a:off x="5276850" y="285740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3" name="Text 29"/>
          <p:cNvSpPr/>
          <p:nvPr/>
        </p:nvSpPr>
        <p:spPr>
          <a:xfrm>
            <a:off x="5241131" y="285740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689600" y="2857403"/>
            <a:ext cx="363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Makdoo: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689600" y="3047903"/>
            <a:ext cx="363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"Where are you going Saloni? Why don't you stay here with me?"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5165725" y="3428903"/>
            <a:ext cx="6548438" cy="571500"/>
          </a:xfrm>
          <a:custGeom>
            <a:avLst/>
            <a:gdLst/>
            <a:ahLst/>
            <a:cxnLst/>
            <a:rect l="l" t="t" r="r" b="b"/>
            <a:pathLst>
              <a:path w="6548438" h="571500">
                <a:moveTo>
                  <a:pt x="31750" y="0"/>
                </a:moveTo>
                <a:lnTo>
                  <a:pt x="6453186" y="0"/>
                </a:lnTo>
                <a:cubicBezTo>
                  <a:pt x="6505792" y="0"/>
                  <a:pt x="6548438" y="42646"/>
                  <a:pt x="6548438" y="95252"/>
                </a:cubicBezTo>
                <a:lnTo>
                  <a:pt x="6548438" y="476248"/>
                </a:lnTo>
                <a:cubicBezTo>
                  <a:pt x="6548438" y="528854"/>
                  <a:pt x="6505792" y="571500"/>
                  <a:pt x="645318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5165725" y="342890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Shape 34"/>
          <p:cNvSpPr/>
          <p:nvPr/>
        </p:nvSpPr>
        <p:spPr>
          <a:xfrm>
            <a:off x="5276850" y="35241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5"/>
          <p:cNvSpPr/>
          <p:nvPr/>
        </p:nvSpPr>
        <p:spPr>
          <a:xfrm>
            <a:off x="5241131" y="352415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5689600" y="352415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Saloni: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5689600" y="371465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am going south for the Winter. It is very cold here and I cannot find any food."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5165725" y="4095653"/>
            <a:ext cx="6548438" cy="571500"/>
          </a:xfrm>
          <a:custGeom>
            <a:avLst/>
            <a:gdLst/>
            <a:ahLst/>
            <a:cxnLst/>
            <a:rect l="l" t="t" r="r" b="b"/>
            <a:pathLst>
              <a:path w="6548438" h="571500">
                <a:moveTo>
                  <a:pt x="31750" y="0"/>
                </a:moveTo>
                <a:lnTo>
                  <a:pt x="6453186" y="0"/>
                </a:lnTo>
                <a:cubicBezTo>
                  <a:pt x="6505792" y="0"/>
                  <a:pt x="6548438" y="42646"/>
                  <a:pt x="6548438" y="95252"/>
                </a:cubicBezTo>
                <a:lnTo>
                  <a:pt x="6548438" y="476248"/>
                </a:lnTo>
                <a:cubicBezTo>
                  <a:pt x="6548438" y="528854"/>
                  <a:pt x="6505792" y="571500"/>
                  <a:pt x="645318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5165725" y="409565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4" name="Shape 40"/>
          <p:cNvSpPr/>
          <p:nvPr/>
        </p:nvSpPr>
        <p:spPr>
          <a:xfrm>
            <a:off x="5276850" y="419090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5" name="Text 41"/>
          <p:cNvSpPr/>
          <p:nvPr/>
        </p:nvSpPr>
        <p:spPr>
          <a:xfrm>
            <a:off x="5241131" y="419090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5689600" y="41909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Makdoo: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5689600" y="43814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"Come back soon! I will miss you."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5165725" y="4762403"/>
            <a:ext cx="6548438" cy="571500"/>
          </a:xfrm>
          <a:custGeom>
            <a:avLst/>
            <a:gdLst/>
            <a:ahLst/>
            <a:cxnLst/>
            <a:rect l="l" t="t" r="r" b="b"/>
            <a:pathLst>
              <a:path w="6548438" h="571500">
                <a:moveTo>
                  <a:pt x="31750" y="0"/>
                </a:moveTo>
                <a:lnTo>
                  <a:pt x="6453186" y="0"/>
                </a:lnTo>
                <a:cubicBezTo>
                  <a:pt x="6505792" y="0"/>
                  <a:pt x="6548438" y="42646"/>
                  <a:pt x="6548438" y="95252"/>
                </a:cubicBezTo>
                <a:lnTo>
                  <a:pt x="6548438" y="476248"/>
                </a:lnTo>
                <a:cubicBezTo>
                  <a:pt x="6548438" y="528854"/>
                  <a:pt x="6505792" y="571500"/>
                  <a:pt x="645318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5165725" y="476240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Shape 46"/>
          <p:cNvSpPr/>
          <p:nvPr/>
        </p:nvSpPr>
        <p:spPr>
          <a:xfrm>
            <a:off x="5276850" y="48576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7"/>
          <p:cNvSpPr/>
          <p:nvPr/>
        </p:nvSpPr>
        <p:spPr>
          <a:xfrm>
            <a:off x="5241131" y="485765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5689600" y="4857653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Saloni: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5689600" y="5048153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"Yes, I will tell you all about my trip when I am back."</a:t>
            </a:r>
            <a:endParaRPr lang="en-US" sz="1600" dirty="0"/>
          </a:p>
        </p:txBody>
      </p:sp>
      <p:sp>
        <p:nvSpPr>
          <p:cNvPr id="54" name="Shape 50"/>
          <p:cNvSpPr/>
          <p:nvPr/>
        </p:nvSpPr>
        <p:spPr>
          <a:xfrm>
            <a:off x="5165725" y="5429153"/>
            <a:ext cx="6548438" cy="571500"/>
          </a:xfrm>
          <a:custGeom>
            <a:avLst/>
            <a:gdLst/>
            <a:ahLst/>
            <a:cxnLst/>
            <a:rect l="l" t="t" r="r" b="b"/>
            <a:pathLst>
              <a:path w="6548438" h="571500">
                <a:moveTo>
                  <a:pt x="31750" y="0"/>
                </a:moveTo>
                <a:lnTo>
                  <a:pt x="6453186" y="0"/>
                </a:lnTo>
                <a:cubicBezTo>
                  <a:pt x="6505792" y="0"/>
                  <a:pt x="6548438" y="42646"/>
                  <a:pt x="6548438" y="95252"/>
                </a:cubicBezTo>
                <a:lnTo>
                  <a:pt x="6548438" y="476248"/>
                </a:lnTo>
                <a:cubicBezTo>
                  <a:pt x="6548438" y="528854"/>
                  <a:pt x="6505792" y="571500"/>
                  <a:pt x="645318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5165725" y="5429153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56" name="Shape 52"/>
          <p:cNvSpPr/>
          <p:nvPr/>
        </p:nvSpPr>
        <p:spPr>
          <a:xfrm>
            <a:off x="5276850" y="552440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57" name="Text 53"/>
          <p:cNvSpPr/>
          <p:nvPr/>
        </p:nvSpPr>
        <p:spPr>
          <a:xfrm>
            <a:off x="5241131" y="552440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5689600" y="5524403"/>
            <a:ext cx="53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Makdoo: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5689600" y="5714903"/>
            <a:ext cx="53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"Bye"</a:t>
            </a:r>
            <a:endParaRPr lang="en-US" sz="1600" dirty="0"/>
          </a:p>
        </p:txBody>
      </p:sp>
      <p:sp>
        <p:nvSpPr>
          <p:cNvPr id="60" name="Shape 56"/>
          <p:cNvSpPr/>
          <p:nvPr/>
        </p:nvSpPr>
        <p:spPr>
          <a:xfrm>
            <a:off x="317500" y="6476802"/>
            <a:ext cx="11557000" cy="412750"/>
          </a:xfrm>
          <a:custGeom>
            <a:avLst/>
            <a:gdLst/>
            <a:ahLst/>
            <a:cxnLst/>
            <a:rect l="l" t="t" r="r" b="b"/>
            <a:pathLst>
              <a:path w="11557000" h="412750">
                <a:moveTo>
                  <a:pt x="126999" y="0"/>
                </a:moveTo>
                <a:lnTo>
                  <a:pt x="11430001" y="0"/>
                </a:lnTo>
                <a:cubicBezTo>
                  <a:pt x="11500141" y="0"/>
                  <a:pt x="11557000" y="56859"/>
                  <a:pt x="11557000" y="126999"/>
                </a:cubicBezTo>
                <a:lnTo>
                  <a:pt x="11557000" y="285751"/>
                </a:lnTo>
                <a:cubicBezTo>
                  <a:pt x="11557000" y="355891"/>
                  <a:pt x="11500141" y="412750"/>
                  <a:pt x="11430001" y="412750"/>
                </a:cubicBezTo>
                <a:lnTo>
                  <a:pt x="126999" y="412750"/>
                </a:lnTo>
                <a:cubicBezTo>
                  <a:pt x="56859" y="412750"/>
                  <a:pt x="0" y="355891"/>
                  <a:pt x="0" y="28575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1" name="Shape 57"/>
          <p:cNvSpPr/>
          <p:nvPr/>
        </p:nvSpPr>
        <p:spPr>
          <a:xfrm>
            <a:off x="4204791" y="661015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1203" y="3404"/>
                </a:moveTo>
                <a:lnTo>
                  <a:pt x="86590" y="28017"/>
                </a:lnTo>
                <a:lnTo>
                  <a:pt x="114858" y="56285"/>
                </a:lnTo>
                <a:lnTo>
                  <a:pt x="139471" y="31672"/>
                </a:lnTo>
                <a:cubicBezTo>
                  <a:pt x="141647" y="29468"/>
                  <a:pt x="142875" y="26510"/>
                  <a:pt x="142875" y="23440"/>
                </a:cubicBezTo>
                <a:cubicBezTo>
                  <a:pt x="142875" y="20371"/>
                  <a:pt x="141647" y="17413"/>
                  <a:pt x="139471" y="15208"/>
                </a:cubicBezTo>
                <a:lnTo>
                  <a:pt x="127667" y="3404"/>
                </a:lnTo>
                <a:cubicBezTo>
                  <a:pt x="125462" y="1228"/>
                  <a:pt x="122504" y="0"/>
                  <a:pt x="119435" y="0"/>
                </a:cubicBezTo>
                <a:cubicBezTo>
                  <a:pt x="116365" y="0"/>
                  <a:pt x="113407" y="1228"/>
                  <a:pt x="111203" y="3404"/>
                </a:cubicBezTo>
                <a:close/>
                <a:moveTo>
                  <a:pt x="77130" y="37477"/>
                </a:moveTo>
                <a:lnTo>
                  <a:pt x="3404" y="111203"/>
                </a:lnTo>
                <a:cubicBezTo>
                  <a:pt x="1228" y="113407"/>
                  <a:pt x="0" y="116365"/>
                  <a:pt x="0" y="119435"/>
                </a:cubicBezTo>
                <a:cubicBezTo>
                  <a:pt x="0" y="122504"/>
                  <a:pt x="1228" y="125462"/>
                  <a:pt x="3404" y="127667"/>
                </a:cubicBezTo>
                <a:lnTo>
                  <a:pt x="15208" y="139471"/>
                </a:lnTo>
                <a:cubicBezTo>
                  <a:pt x="17413" y="141647"/>
                  <a:pt x="20371" y="142875"/>
                  <a:pt x="23440" y="142875"/>
                </a:cubicBezTo>
                <a:cubicBezTo>
                  <a:pt x="26510" y="142875"/>
                  <a:pt x="29468" y="141647"/>
                  <a:pt x="31672" y="139471"/>
                </a:cubicBezTo>
                <a:lnTo>
                  <a:pt x="105398" y="65745"/>
                </a:lnTo>
                <a:lnTo>
                  <a:pt x="77130" y="37477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62" name="Text 58"/>
          <p:cNvSpPr/>
          <p:nvPr/>
        </p:nvSpPr>
        <p:spPr>
          <a:xfrm>
            <a:off x="599281" y="6572052"/>
            <a:ext cx="1121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 let's create this comic strip in MS Word step by step!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57200"/>
            <a:ext cx="5762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Steps 1-3: Setting Up Your Comic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3686175" cy="4629150"/>
          </a:xfrm>
          <a:custGeom>
            <a:avLst/>
            <a:gdLst/>
            <a:ahLst/>
            <a:cxnLst/>
            <a:rect l="l" t="t" r="r" b="b"/>
            <a:pathLst>
              <a:path w="3686175" h="462915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400533"/>
                </a:lnTo>
                <a:cubicBezTo>
                  <a:pt x="3686175" y="4526795"/>
                  <a:pt x="3583820" y="4629150"/>
                  <a:pt x="3457558" y="4629150"/>
                </a:cubicBezTo>
                <a:lnTo>
                  <a:pt x="228617" y="4629150"/>
                </a:lnTo>
                <a:cubicBezTo>
                  <a:pt x="102355" y="4629150"/>
                  <a:pt x="0" y="4526795"/>
                  <a:pt x="0" y="440053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1049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514350" y="133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44780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Open MS Word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0193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by opening Microsoft Word on your computer.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667000"/>
            <a:ext cx="3305175" cy="1562100"/>
          </a:xfrm>
          <a:custGeom>
            <a:avLst/>
            <a:gdLst/>
            <a:ahLst/>
            <a:cxnLst/>
            <a:rect l="l" t="t" r="r" b="b"/>
            <a:pathLst>
              <a:path w="3305175" h="1562100">
                <a:moveTo>
                  <a:pt x="114299" y="0"/>
                </a:moveTo>
                <a:lnTo>
                  <a:pt x="3190876" y="0"/>
                </a:lnTo>
                <a:cubicBezTo>
                  <a:pt x="3254002" y="0"/>
                  <a:pt x="3305175" y="51173"/>
                  <a:pt x="3305175" y="114299"/>
                </a:cubicBezTo>
                <a:lnTo>
                  <a:pt x="3305175" y="1447801"/>
                </a:lnTo>
                <a:cubicBezTo>
                  <a:pt x="3305175" y="1510927"/>
                  <a:pt x="3254002" y="1562100"/>
                  <a:pt x="3190876" y="1562100"/>
                </a:cubicBezTo>
                <a:lnTo>
                  <a:pt x="114299" y="1562100"/>
                </a:lnTo>
                <a:cubicBezTo>
                  <a:pt x="51173" y="1562100"/>
                  <a:pt x="0" y="1510927"/>
                  <a:pt x="0" y="14478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2475" y="281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28194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open: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31623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106" y="31242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the Start menu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35052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106" y="34671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Microsoft Word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38481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106" y="38100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to open!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" y="508635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572578" y="52311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5350" y="52006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create!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4460" y="1104900"/>
            <a:ext cx="3686175" cy="4629150"/>
          </a:xfrm>
          <a:custGeom>
            <a:avLst/>
            <a:gdLst/>
            <a:ahLst/>
            <a:cxnLst/>
            <a:rect l="l" t="t" r="r" b="b"/>
            <a:pathLst>
              <a:path w="3686175" h="462915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400533"/>
                </a:lnTo>
                <a:cubicBezTo>
                  <a:pt x="3686175" y="4526795"/>
                  <a:pt x="3583820" y="4629150"/>
                  <a:pt x="3457558" y="4629150"/>
                </a:cubicBezTo>
                <a:lnTo>
                  <a:pt x="228617" y="4629150"/>
                </a:lnTo>
                <a:cubicBezTo>
                  <a:pt x="102355" y="4629150"/>
                  <a:pt x="0" y="4526795"/>
                  <a:pt x="0" y="440053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4460" y="11049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Shape 23"/>
          <p:cNvSpPr/>
          <p:nvPr/>
        </p:nvSpPr>
        <p:spPr>
          <a:xfrm>
            <a:off x="4444960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4387810" y="133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92661" y="144780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Add Header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4960" y="20193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header is the top margin of the page. We'll add our comic title here!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4960" y="2667000"/>
            <a:ext cx="3305175" cy="1790700"/>
          </a:xfrm>
          <a:custGeom>
            <a:avLst/>
            <a:gdLst/>
            <a:ahLst/>
            <a:cxnLst/>
            <a:rect l="l" t="t" r="r" b="b"/>
            <a:pathLst>
              <a:path w="3305175" h="1790700">
                <a:moveTo>
                  <a:pt x="114300" y="0"/>
                </a:moveTo>
                <a:lnTo>
                  <a:pt x="3190875" y="0"/>
                </a:lnTo>
                <a:cubicBezTo>
                  <a:pt x="3254001" y="0"/>
                  <a:pt x="3305175" y="51174"/>
                  <a:pt x="3305175" y="114300"/>
                </a:cubicBezTo>
                <a:lnTo>
                  <a:pt x="3305175" y="1676400"/>
                </a:lnTo>
                <a:cubicBezTo>
                  <a:pt x="3305175" y="1739526"/>
                  <a:pt x="3254001" y="1790700"/>
                  <a:pt x="3190875" y="1790700"/>
                </a:cubicBezTo>
                <a:lnTo>
                  <a:pt x="114300" y="1790700"/>
                </a:lnTo>
                <a:cubicBezTo>
                  <a:pt x="51174" y="1790700"/>
                  <a:pt x="0" y="1739526"/>
                  <a:pt x="0" y="1676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16410" y="2849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1431"/>
                </a:moveTo>
                <a:cubicBezTo>
                  <a:pt x="0" y="17502"/>
                  <a:pt x="3185" y="14288"/>
                  <a:pt x="7144" y="14288"/>
                </a:cubicBezTo>
                <a:lnTo>
                  <a:pt x="21431" y="14288"/>
                </a:lnTo>
                <a:cubicBezTo>
                  <a:pt x="25390" y="14288"/>
                  <a:pt x="28575" y="17472"/>
                  <a:pt x="28575" y="21431"/>
                </a:cubicBezTo>
                <a:lnTo>
                  <a:pt x="28575" y="52388"/>
                </a:lnTo>
                <a:lnTo>
                  <a:pt x="35719" y="52388"/>
                </a:lnTo>
                <a:cubicBezTo>
                  <a:pt x="39678" y="52388"/>
                  <a:pt x="42863" y="55572"/>
                  <a:pt x="42863" y="59531"/>
                </a:cubicBezTo>
                <a:cubicBezTo>
                  <a:pt x="42863" y="63490"/>
                  <a:pt x="39678" y="66675"/>
                  <a:pt x="35719" y="66675"/>
                </a:cubicBezTo>
                <a:lnTo>
                  <a:pt x="7144" y="66675"/>
                </a:lnTo>
                <a:cubicBezTo>
                  <a:pt x="3185" y="66675"/>
                  <a:pt x="0" y="63490"/>
                  <a:pt x="0" y="59531"/>
                </a:cubicBezTo>
                <a:cubicBezTo>
                  <a:pt x="0" y="55572"/>
                  <a:pt x="3185" y="52388"/>
                  <a:pt x="7144" y="52388"/>
                </a:cubicBezTo>
                <a:lnTo>
                  <a:pt x="14288" y="52388"/>
                </a:lnTo>
                <a:lnTo>
                  <a:pt x="14288" y="28575"/>
                </a:lnTo>
                <a:lnTo>
                  <a:pt x="7144" y="28575"/>
                </a:lnTo>
                <a:cubicBezTo>
                  <a:pt x="3185" y="28575"/>
                  <a:pt x="0" y="25390"/>
                  <a:pt x="0" y="21431"/>
                </a:cubicBezTo>
                <a:close/>
                <a:moveTo>
                  <a:pt x="9049" y="89654"/>
                </a:moveTo>
                <a:cubicBezTo>
                  <a:pt x="12442" y="87094"/>
                  <a:pt x="16579" y="85725"/>
                  <a:pt x="20836" y="85725"/>
                </a:cubicBezTo>
                <a:lnTo>
                  <a:pt x="22294" y="85725"/>
                </a:lnTo>
                <a:cubicBezTo>
                  <a:pt x="32325" y="85725"/>
                  <a:pt x="40481" y="93881"/>
                  <a:pt x="40481" y="103912"/>
                </a:cubicBezTo>
                <a:cubicBezTo>
                  <a:pt x="40481" y="109746"/>
                  <a:pt x="37683" y="115193"/>
                  <a:pt x="32980" y="118616"/>
                </a:cubicBezTo>
                <a:lnTo>
                  <a:pt x="25837" y="123825"/>
                </a:lnTo>
                <a:lnTo>
                  <a:pt x="35719" y="123825"/>
                </a:lnTo>
                <a:cubicBezTo>
                  <a:pt x="39678" y="123825"/>
                  <a:pt x="42863" y="127010"/>
                  <a:pt x="42863" y="130969"/>
                </a:cubicBezTo>
                <a:cubicBezTo>
                  <a:pt x="42863" y="134928"/>
                  <a:pt x="39678" y="138113"/>
                  <a:pt x="35719" y="138113"/>
                </a:cubicBezTo>
                <a:lnTo>
                  <a:pt x="8721" y="138113"/>
                </a:lnTo>
                <a:cubicBezTo>
                  <a:pt x="3899" y="138113"/>
                  <a:pt x="0" y="134213"/>
                  <a:pt x="0" y="129391"/>
                </a:cubicBezTo>
                <a:cubicBezTo>
                  <a:pt x="0" y="126593"/>
                  <a:pt x="1339" y="123974"/>
                  <a:pt x="3602" y="122337"/>
                </a:cubicBezTo>
                <a:lnTo>
                  <a:pt x="24586" y="107067"/>
                </a:lnTo>
                <a:cubicBezTo>
                  <a:pt x="25598" y="106323"/>
                  <a:pt x="26194" y="105162"/>
                  <a:pt x="26194" y="103912"/>
                </a:cubicBezTo>
                <a:cubicBezTo>
                  <a:pt x="26194" y="101769"/>
                  <a:pt x="24438" y="100012"/>
                  <a:pt x="22294" y="100012"/>
                </a:cubicBezTo>
                <a:lnTo>
                  <a:pt x="20836" y="100013"/>
                </a:lnTo>
                <a:cubicBezTo>
                  <a:pt x="19675" y="100013"/>
                  <a:pt x="18544" y="100399"/>
                  <a:pt x="17621" y="101084"/>
                </a:cubicBezTo>
                <a:lnTo>
                  <a:pt x="11430" y="105728"/>
                </a:lnTo>
                <a:cubicBezTo>
                  <a:pt x="8275" y="108109"/>
                  <a:pt x="3810" y="107454"/>
                  <a:pt x="1429" y="104299"/>
                </a:cubicBezTo>
                <a:cubicBezTo>
                  <a:pt x="-953" y="101144"/>
                  <a:pt x="-298" y="96679"/>
                  <a:pt x="2858" y="94298"/>
                </a:cubicBezTo>
                <a:lnTo>
                  <a:pt x="9049" y="89654"/>
                </a:lnTo>
                <a:close/>
                <a:moveTo>
                  <a:pt x="66675" y="19050"/>
                </a:move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66675" y="38100"/>
                </a:lnTo>
                <a:cubicBezTo>
                  <a:pt x="61406" y="38100"/>
                  <a:pt x="57150" y="33844"/>
                  <a:pt x="57150" y="28575"/>
                </a:cubicBezTo>
                <a:cubicBezTo>
                  <a:pt x="57150" y="23306"/>
                  <a:pt x="61406" y="19050"/>
                  <a:pt x="66675" y="19050"/>
                </a:cubicBezTo>
                <a:close/>
                <a:moveTo>
                  <a:pt x="66675" y="66675"/>
                </a:move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66675" y="85725"/>
                </a:lnTo>
                <a:cubicBezTo>
                  <a:pt x="61406" y="85725"/>
                  <a:pt x="57150" y="81469"/>
                  <a:pt x="57150" y="76200"/>
                </a:cubicBezTo>
                <a:cubicBezTo>
                  <a:pt x="57150" y="70931"/>
                  <a:pt x="61406" y="66675"/>
                  <a:pt x="66675" y="66675"/>
                </a:cubicBezTo>
                <a:close/>
                <a:moveTo>
                  <a:pt x="66675" y="114300"/>
                </a:move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66675" y="133350"/>
                </a:lnTo>
                <a:cubicBezTo>
                  <a:pt x="61406" y="133350"/>
                  <a:pt x="57150" y="129094"/>
                  <a:pt x="57150" y="123825"/>
                </a:cubicBezTo>
                <a:cubicBezTo>
                  <a:pt x="57150" y="118556"/>
                  <a:pt x="61406" y="114300"/>
                  <a:pt x="66675" y="1143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5010" y="281940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97360" y="3181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4568785" y="31813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64060" y="316230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menu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97360" y="3486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4568785" y="34861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64060" y="34671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97360" y="3790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4568785" y="37909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64060" y="37719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Blank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97360" y="409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4568785" y="40957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64060" y="4076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"BEST FRIEND"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44960" y="508635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02593" y="523113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lnTo>
                  <a:pt x="38100" y="9525"/>
                </a:lnTo>
                <a:cubicBezTo>
                  <a:pt x="43369" y="9525"/>
                  <a:pt x="47625" y="13781"/>
                  <a:pt x="47625" y="19050"/>
                </a:cubicBezTo>
                <a:cubicBezTo>
                  <a:pt x="47625" y="24319"/>
                  <a:pt x="43369" y="28575"/>
                  <a:pt x="38100" y="28575"/>
                </a:cubicBezTo>
                <a:lnTo>
                  <a:pt x="33338" y="28575"/>
                </a:lnTo>
                <a:lnTo>
                  <a:pt x="33338" y="61912"/>
                </a:lnTo>
                <a:lnTo>
                  <a:pt x="100013" y="61912"/>
                </a:lnTo>
                <a:lnTo>
                  <a:pt x="100013" y="28575"/>
                </a:lnTo>
                <a:lnTo>
                  <a:pt x="95250" y="28575"/>
                </a:ln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23825" y="9525"/>
                </a:lnTo>
                <a:cubicBezTo>
                  <a:pt x="129094" y="9525"/>
                  <a:pt x="133350" y="13781"/>
                  <a:pt x="133350" y="19050"/>
                </a:cubicBezTo>
                <a:cubicBezTo>
                  <a:pt x="133350" y="24319"/>
                  <a:pt x="129094" y="28575"/>
                  <a:pt x="123825" y="28575"/>
                </a:cubicBezTo>
                <a:lnTo>
                  <a:pt x="119062" y="28575"/>
                </a:lnTo>
                <a:lnTo>
                  <a:pt x="119062" y="123825"/>
                </a:ln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ubicBezTo>
                  <a:pt x="133350" y="138619"/>
                  <a:pt x="129094" y="142875"/>
                  <a:pt x="123825" y="142875"/>
                </a:cubicBezTo>
                <a:lnTo>
                  <a:pt x="95250" y="142875"/>
                </a:ln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0013" y="123825"/>
                </a:lnTo>
                <a:lnTo>
                  <a:pt x="100013" y="80962"/>
                </a:lnTo>
                <a:lnTo>
                  <a:pt x="33338" y="80962"/>
                </a:lnTo>
                <a:lnTo>
                  <a:pt x="33338" y="123825"/>
                </a:lnTo>
                <a:lnTo>
                  <a:pt x="38100" y="123825"/>
                </a:lnTo>
                <a:cubicBezTo>
                  <a:pt x="43369" y="123825"/>
                  <a:pt x="47625" y="128081"/>
                  <a:pt x="47625" y="133350"/>
                </a:cubicBezTo>
                <a:cubicBezTo>
                  <a:pt x="47625" y="138619"/>
                  <a:pt x="43369" y="142875"/>
                  <a:pt x="3810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4288" y="123825"/>
                </a:lnTo>
                <a:lnTo>
                  <a:pt x="14288" y="28575"/>
                </a:ln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768810" y="52006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added!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27921" y="1104900"/>
            <a:ext cx="3686175" cy="4629150"/>
          </a:xfrm>
          <a:custGeom>
            <a:avLst/>
            <a:gdLst/>
            <a:ahLst/>
            <a:cxnLst/>
            <a:rect l="l" t="t" r="r" b="b"/>
            <a:pathLst>
              <a:path w="3686175" h="462915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400533"/>
                </a:lnTo>
                <a:cubicBezTo>
                  <a:pt x="3686175" y="4526795"/>
                  <a:pt x="3583820" y="4629150"/>
                  <a:pt x="3457558" y="4629150"/>
                </a:cubicBezTo>
                <a:lnTo>
                  <a:pt x="228617" y="4629150"/>
                </a:lnTo>
                <a:cubicBezTo>
                  <a:pt x="102355" y="4629150"/>
                  <a:pt x="0" y="4526795"/>
                  <a:pt x="0" y="440053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127921" y="11049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49" name="Shape 47"/>
          <p:cNvSpPr/>
          <p:nvPr/>
        </p:nvSpPr>
        <p:spPr>
          <a:xfrm>
            <a:off x="8318421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0" name="Text 48"/>
          <p:cNvSpPr/>
          <p:nvPr/>
        </p:nvSpPr>
        <p:spPr>
          <a:xfrm>
            <a:off x="8261271" y="133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966121" y="144780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Apply WordArt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8421" y="20193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WordArt makes your heading look fancy and colorful!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8421" y="2667000"/>
            <a:ext cx="3305175" cy="1790700"/>
          </a:xfrm>
          <a:custGeom>
            <a:avLst/>
            <a:gdLst/>
            <a:ahLst/>
            <a:cxnLst/>
            <a:rect l="l" t="t" r="r" b="b"/>
            <a:pathLst>
              <a:path w="3305175" h="1790700">
                <a:moveTo>
                  <a:pt x="114300" y="0"/>
                </a:moveTo>
                <a:lnTo>
                  <a:pt x="3190875" y="0"/>
                </a:lnTo>
                <a:cubicBezTo>
                  <a:pt x="3254001" y="0"/>
                  <a:pt x="3305175" y="51174"/>
                  <a:pt x="3305175" y="114300"/>
                </a:cubicBezTo>
                <a:lnTo>
                  <a:pt x="3305175" y="1676400"/>
                </a:lnTo>
                <a:cubicBezTo>
                  <a:pt x="3305175" y="1739526"/>
                  <a:pt x="3254001" y="1790700"/>
                  <a:pt x="3190875" y="1790700"/>
                </a:cubicBezTo>
                <a:lnTo>
                  <a:pt x="114300" y="1790700"/>
                </a:lnTo>
                <a:cubicBezTo>
                  <a:pt x="51174" y="1790700"/>
                  <a:pt x="0" y="1739526"/>
                  <a:pt x="0" y="1676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89871" y="28498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5" name="Text 53"/>
          <p:cNvSpPr/>
          <p:nvPr/>
        </p:nvSpPr>
        <p:spPr>
          <a:xfrm>
            <a:off x="8718471" y="281940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Steps: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70821" y="3181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7" name="Text 55"/>
          <p:cNvSpPr/>
          <p:nvPr/>
        </p:nvSpPr>
        <p:spPr>
          <a:xfrm>
            <a:off x="8442246" y="31813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37521" y="31623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WordArt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Insert tab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70821" y="3486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0" name="Text 58"/>
          <p:cNvSpPr/>
          <p:nvPr/>
        </p:nvSpPr>
        <p:spPr>
          <a:xfrm>
            <a:off x="8442246" y="34861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737521" y="34671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any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like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70821" y="3790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3" name="Text 61"/>
          <p:cNvSpPr/>
          <p:nvPr/>
        </p:nvSpPr>
        <p:spPr>
          <a:xfrm>
            <a:off x="8442246" y="37909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737521" y="37719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 heading to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70821" y="409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6" name="Text 64"/>
          <p:cNvSpPr/>
          <p:nvPr/>
        </p:nvSpPr>
        <p:spPr>
          <a:xfrm>
            <a:off x="8442246" y="409575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737521" y="40767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Double-click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apply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18421" y="508635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9" name="Shape 67"/>
          <p:cNvSpPr/>
          <p:nvPr/>
        </p:nvSpPr>
        <p:spPr>
          <a:xfrm>
            <a:off x="9384030" y="523113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70" name="Text 68"/>
          <p:cNvSpPr/>
          <p:nvPr/>
        </p:nvSpPr>
        <p:spPr>
          <a:xfrm>
            <a:off x="8642271" y="520065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great!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81000" y="5886450"/>
            <a:ext cx="11430000" cy="590550"/>
          </a:xfrm>
          <a:custGeom>
            <a:avLst/>
            <a:gdLst/>
            <a:ahLst/>
            <a:cxnLst/>
            <a:rect l="l" t="t" r="r" b="b"/>
            <a:pathLst>
              <a:path w="11430000" h="590550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438153"/>
                </a:lnTo>
                <a:cubicBezTo>
                  <a:pt x="11430000" y="522319"/>
                  <a:pt x="11361769" y="590550"/>
                  <a:pt x="11277603" y="590550"/>
                </a:cubicBezTo>
                <a:lnTo>
                  <a:pt x="152397" y="590550"/>
                </a:lnTo>
                <a:cubicBezTo>
                  <a:pt x="68231" y="590550"/>
                  <a:pt x="0" y="522319"/>
                  <a:pt x="0" y="43815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72" name="Shape 70"/>
          <p:cNvSpPr/>
          <p:nvPr/>
        </p:nvSpPr>
        <p:spPr>
          <a:xfrm>
            <a:off x="607219" y="60388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73" name="Text 71"/>
          <p:cNvSpPr/>
          <p:nvPr/>
        </p:nvSpPr>
        <p:spPr>
          <a:xfrm>
            <a:off x="1042988" y="6048375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Headers and footers are used for information you want to repeat on multiple pages!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14702"/>
                  <a:pt x="228600" y="115104"/>
                  <a:pt x="228600" y="115506"/>
                </a:cubicBezTo>
                <a:cubicBezTo>
                  <a:pt x="228421" y="131802"/>
                  <a:pt x="213598" y="142875"/>
                  <a:pt x="197301" y="142875"/>
                </a:cubicBezTo>
                <a:lnTo>
                  <a:pt x="153591" y="142875"/>
                </a:lnTo>
                <a:cubicBezTo>
                  <a:pt x="141759" y="142875"/>
                  <a:pt x="132159" y="152474"/>
                  <a:pt x="132159" y="164306"/>
                </a:cubicBezTo>
                <a:cubicBezTo>
                  <a:pt x="132159" y="165824"/>
                  <a:pt x="132338" y="167298"/>
                  <a:pt x="132606" y="168726"/>
                </a:cubicBezTo>
                <a:cubicBezTo>
                  <a:pt x="133543" y="173281"/>
                  <a:pt x="135508" y="177656"/>
                  <a:pt x="137428" y="182076"/>
                </a:cubicBezTo>
                <a:cubicBezTo>
                  <a:pt x="140151" y="188238"/>
                  <a:pt x="142830" y="194355"/>
                  <a:pt x="142830" y="200829"/>
                </a:cubicBezTo>
                <a:cubicBezTo>
                  <a:pt x="142830" y="215027"/>
                  <a:pt x="133186" y="227930"/>
                  <a:pt x="118988" y="228511"/>
                </a:cubicBezTo>
                <a:cubicBezTo>
                  <a:pt x="117425" y="228555"/>
                  <a:pt x="115863" y="228600"/>
                  <a:pt x="114255" y="228600"/>
                </a:cubicBezTo>
                <a:cubicBezTo>
                  <a:pt x="51122" y="228600"/>
                  <a:pt x="-45" y="177433"/>
                  <a:pt x="-45" y="114300"/>
                </a:cubicBezTo>
                <a:cubicBezTo>
                  <a:pt x="-45" y="51167"/>
                  <a:pt x="51167" y="0"/>
                  <a:pt x="114300" y="0"/>
                </a:cubicBezTo>
                <a:cubicBezTo>
                  <a:pt x="177433" y="0"/>
                  <a:pt x="228600" y="51167"/>
                  <a:pt x="228600" y="114300"/>
                </a:cubicBezTo>
                <a:close/>
                <a:moveTo>
                  <a:pt x="57150" y="128588"/>
                </a:moveTo>
                <a:cubicBezTo>
                  <a:pt x="57150" y="120702"/>
                  <a:pt x="50748" y="114300"/>
                  <a:pt x="42863" y="114300"/>
                </a:cubicBezTo>
                <a:cubicBezTo>
                  <a:pt x="34977" y="114300"/>
                  <a:pt x="28575" y="120702"/>
                  <a:pt x="28575" y="128588"/>
                </a:cubicBezTo>
                <a:cubicBezTo>
                  <a:pt x="28575" y="136473"/>
                  <a:pt x="34977" y="142875"/>
                  <a:pt x="42863" y="142875"/>
                </a:cubicBezTo>
                <a:cubicBezTo>
                  <a:pt x="50748" y="142875"/>
                  <a:pt x="57150" y="136473"/>
                  <a:pt x="57150" y="128588"/>
                </a:cubicBezTo>
                <a:close/>
                <a:moveTo>
                  <a:pt x="57150" y="85725"/>
                </a:moveTo>
                <a:cubicBezTo>
                  <a:pt x="65035" y="85725"/>
                  <a:pt x="71438" y="79323"/>
                  <a:pt x="71438" y="71438"/>
                </a:cubicBezTo>
                <a:cubicBezTo>
                  <a:pt x="71438" y="63552"/>
                  <a:pt x="65035" y="57150"/>
                  <a:pt x="57150" y="57150"/>
                </a:cubicBezTo>
                <a:cubicBezTo>
                  <a:pt x="49265" y="57150"/>
                  <a:pt x="42863" y="63552"/>
                  <a:pt x="42863" y="71438"/>
                </a:cubicBezTo>
                <a:cubicBezTo>
                  <a:pt x="42863" y="79323"/>
                  <a:pt x="49265" y="85725"/>
                  <a:pt x="57150" y="85725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71450" y="85725"/>
                </a:moveTo>
                <a:cubicBezTo>
                  <a:pt x="179335" y="85725"/>
                  <a:pt x="185738" y="79323"/>
                  <a:pt x="185738" y="71438"/>
                </a:cubicBezTo>
                <a:cubicBezTo>
                  <a:pt x="185738" y="63552"/>
                  <a:pt x="179335" y="57150"/>
                  <a:pt x="171450" y="57150"/>
                </a:cubicBezTo>
                <a:cubicBezTo>
                  <a:pt x="163565" y="57150"/>
                  <a:pt x="157163" y="63552"/>
                  <a:pt x="157163" y="71438"/>
                </a:cubicBezTo>
                <a:cubicBezTo>
                  <a:pt x="157163" y="79323"/>
                  <a:pt x="163565" y="85725"/>
                  <a:pt x="171450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57200"/>
            <a:ext cx="651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Steps 4-6: Background &amp; Characters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3686175" cy="4800600"/>
          </a:xfrm>
          <a:custGeom>
            <a:avLst/>
            <a:gdLst/>
            <a:ahLst/>
            <a:cxnLst/>
            <a:rect l="l" t="t" r="r" b="b"/>
            <a:pathLst>
              <a:path w="3686175" h="48006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571983"/>
                </a:lnTo>
                <a:cubicBezTo>
                  <a:pt x="3686175" y="4698245"/>
                  <a:pt x="3583820" y="4800600"/>
                  <a:pt x="3457558" y="4800600"/>
                </a:cubicBezTo>
                <a:lnTo>
                  <a:pt x="228617" y="4800600"/>
                </a:lnTo>
                <a:cubicBezTo>
                  <a:pt x="102355" y="4800600"/>
                  <a:pt x="0" y="4698245"/>
                  <a:pt x="0" y="457198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1049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514350" y="133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466850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Create Background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9812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shapes to create a colorful background for your comic!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590800"/>
            <a:ext cx="3305175" cy="1638300"/>
          </a:xfrm>
          <a:custGeom>
            <a:avLst/>
            <a:gdLst/>
            <a:ahLst/>
            <a:cxnLst/>
            <a:rect l="l" t="t" r="r" b="b"/>
            <a:pathLst>
              <a:path w="3305175" h="1638300">
                <a:moveTo>
                  <a:pt x="114304" y="0"/>
                </a:moveTo>
                <a:lnTo>
                  <a:pt x="3190871" y="0"/>
                </a:lnTo>
                <a:cubicBezTo>
                  <a:pt x="3253999" y="0"/>
                  <a:pt x="3305175" y="51176"/>
                  <a:pt x="3305175" y="114304"/>
                </a:cubicBezTo>
                <a:lnTo>
                  <a:pt x="3305175" y="1523996"/>
                </a:lnTo>
                <a:cubicBezTo>
                  <a:pt x="3305175" y="1587124"/>
                  <a:pt x="3253999" y="1638300"/>
                  <a:pt x="3190871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4850" y="27355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9534" y="0"/>
                  <a:pt x="82659" y="1756"/>
                  <a:pt x="84356" y="4614"/>
                </a:cubicBezTo>
                <a:lnTo>
                  <a:pt x="112931" y="52239"/>
                </a:lnTo>
                <a:cubicBezTo>
                  <a:pt x="114687" y="55185"/>
                  <a:pt x="114746" y="58847"/>
                  <a:pt x="113050" y="61823"/>
                </a:cubicBezTo>
                <a:cubicBezTo>
                  <a:pt x="111353" y="64800"/>
                  <a:pt x="108198" y="66675"/>
                  <a:pt x="104775" y="66675"/>
                </a:cubicBezTo>
                <a:lnTo>
                  <a:pt x="47625" y="66675"/>
                </a:lnTo>
                <a:cubicBezTo>
                  <a:pt x="44202" y="66675"/>
                  <a:pt x="41017" y="64830"/>
                  <a:pt x="39350" y="61853"/>
                </a:cubicBezTo>
                <a:cubicBezTo>
                  <a:pt x="37683" y="58876"/>
                  <a:pt x="37713" y="55215"/>
                  <a:pt x="39469" y="52268"/>
                </a:cubicBezTo>
                <a:lnTo>
                  <a:pt x="68044" y="4643"/>
                </a:lnTo>
                <a:cubicBezTo>
                  <a:pt x="69741" y="1756"/>
                  <a:pt x="72866" y="0"/>
                  <a:pt x="76200" y="0"/>
                </a:cubicBezTo>
                <a:close/>
                <a:moveTo>
                  <a:pt x="38100" y="80962"/>
                </a:moveTo>
                <a:cubicBezTo>
                  <a:pt x="56499" y="80962"/>
                  <a:pt x="71438" y="95901"/>
                  <a:pt x="71438" y="114300"/>
                </a:cubicBezTo>
                <a:cubicBezTo>
                  <a:pt x="71438" y="132699"/>
                  <a:pt x="56499" y="147638"/>
                  <a:pt x="38100" y="147638"/>
                </a:cubicBezTo>
                <a:cubicBezTo>
                  <a:pt x="19701" y="147638"/>
                  <a:pt x="4763" y="132699"/>
                  <a:pt x="4763" y="114300"/>
                </a:cubicBezTo>
                <a:cubicBezTo>
                  <a:pt x="4763" y="95901"/>
                  <a:pt x="19701" y="80962"/>
                  <a:pt x="38100" y="80962"/>
                </a:cubicBezTo>
                <a:close/>
                <a:moveTo>
                  <a:pt x="97631" y="85725"/>
                </a:moveTo>
                <a:lnTo>
                  <a:pt x="130969" y="85725"/>
                </a:lnTo>
                <a:cubicBezTo>
                  <a:pt x="137547" y="85725"/>
                  <a:pt x="142875" y="91053"/>
                  <a:pt x="142875" y="97631"/>
                </a:cubicBezTo>
                <a:lnTo>
                  <a:pt x="142875" y="130969"/>
                </a:lnTo>
                <a:cubicBezTo>
                  <a:pt x="142875" y="137547"/>
                  <a:pt x="137547" y="142875"/>
                  <a:pt x="130969" y="142875"/>
                </a:cubicBezTo>
                <a:lnTo>
                  <a:pt x="97631" y="142875"/>
                </a:lnTo>
                <a:cubicBezTo>
                  <a:pt x="91053" y="142875"/>
                  <a:pt x="85725" y="137547"/>
                  <a:pt x="85725" y="130969"/>
                </a:cubicBezTo>
                <a:lnTo>
                  <a:pt x="85725" y="97631"/>
                </a:lnTo>
                <a:cubicBezTo>
                  <a:pt x="85725" y="91053"/>
                  <a:pt x="91053" y="85725"/>
                  <a:pt x="97631" y="85725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" y="27051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Shapes: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0099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 Word has basic shapes, lines, curves, arrows, and speech bubbles!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486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6" name="Text 14"/>
          <p:cNvSpPr/>
          <p:nvPr/>
        </p:nvSpPr>
        <p:spPr>
          <a:xfrm>
            <a:off x="657225" y="34861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46710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Insert tab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714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9" name="Text 17"/>
          <p:cNvSpPr/>
          <p:nvPr/>
        </p:nvSpPr>
        <p:spPr>
          <a:xfrm>
            <a:off x="657225" y="3714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6957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3943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2" name="Text 20"/>
          <p:cNvSpPr/>
          <p:nvPr/>
        </p:nvSpPr>
        <p:spPr>
          <a:xfrm>
            <a:off x="657225" y="39433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9243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draw &amp; resize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525780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501140" y="540258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5350" y="53721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ready!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54460" y="1104900"/>
            <a:ext cx="3686175" cy="4800600"/>
          </a:xfrm>
          <a:custGeom>
            <a:avLst/>
            <a:gdLst/>
            <a:ahLst/>
            <a:cxnLst/>
            <a:rect l="l" t="t" r="r" b="b"/>
            <a:pathLst>
              <a:path w="3686175" h="48006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571983"/>
                </a:lnTo>
                <a:cubicBezTo>
                  <a:pt x="3686175" y="4698245"/>
                  <a:pt x="3583820" y="4800600"/>
                  <a:pt x="3457558" y="4800600"/>
                </a:cubicBezTo>
                <a:lnTo>
                  <a:pt x="228617" y="4800600"/>
                </a:lnTo>
                <a:cubicBezTo>
                  <a:pt x="102355" y="4800600"/>
                  <a:pt x="0" y="4698245"/>
                  <a:pt x="0" y="457198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4460" y="11049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4444960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4387810" y="133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92661" y="14668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Add Characters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4960" y="19812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pictures of your characters in front of the background!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44960" y="2590800"/>
            <a:ext cx="3305175" cy="1409700"/>
          </a:xfrm>
          <a:custGeom>
            <a:avLst/>
            <a:gdLst/>
            <a:ahLst/>
            <a:cxnLst/>
            <a:rect l="l" t="t" r="r" b="b"/>
            <a:pathLst>
              <a:path w="3305175" h="1409700">
                <a:moveTo>
                  <a:pt x="114298" y="0"/>
                </a:moveTo>
                <a:lnTo>
                  <a:pt x="3190877" y="0"/>
                </a:lnTo>
                <a:cubicBezTo>
                  <a:pt x="3254002" y="0"/>
                  <a:pt x="3305175" y="51173"/>
                  <a:pt x="3305175" y="114298"/>
                </a:cubicBezTo>
                <a:lnTo>
                  <a:pt x="3305175" y="1295402"/>
                </a:lnTo>
                <a:cubicBezTo>
                  <a:pt x="3305175" y="1358527"/>
                  <a:pt x="3254002" y="1409700"/>
                  <a:pt x="3190877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87835" y="273558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4806910" y="27051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Pictures: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59260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4530685" y="30289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87860" y="3009900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to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→ Pictures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59260" y="3257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4530685" y="32575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87860" y="32385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for clip art online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59260" y="3486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4530685" y="34861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87860" y="346710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keywords: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"crane bird clip art"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59260" y="3714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Text 44"/>
          <p:cNvSpPr/>
          <p:nvPr/>
        </p:nvSpPr>
        <p:spPr>
          <a:xfrm>
            <a:off x="4530685" y="3714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87860" y="36957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"frog clip art"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444960" y="4114800"/>
            <a:ext cx="3305175" cy="533400"/>
          </a:xfrm>
          <a:custGeom>
            <a:avLst/>
            <a:gdLst/>
            <a:ahLst/>
            <a:cxnLst/>
            <a:rect l="l" t="t" r="r" b="b"/>
            <a:pathLst>
              <a:path w="3305175" h="533400">
                <a:moveTo>
                  <a:pt x="114302" y="0"/>
                </a:moveTo>
                <a:lnTo>
                  <a:pt x="3190873" y="0"/>
                </a:lnTo>
                <a:cubicBezTo>
                  <a:pt x="3253958" y="0"/>
                  <a:pt x="3305175" y="51217"/>
                  <a:pt x="3305175" y="114302"/>
                </a:cubicBezTo>
                <a:lnTo>
                  <a:pt x="3305175" y="419098"/>
                </a:lnTo>
                <a:cubicBezTo>
                  <a:pt x="3305175" y="482183"/>
                  <a:pt x="3253958" y="533400"/>
                  <a:pt x="3190873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540210" y="42138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0" name="Text 48"/>
          <p:cNvSpPr/>
          <p:nvPr/>
        </p:nvSpPr>
        <p:spPr>
          <a:xfrm>
            <a:off x="4721185" y="4191000"/>
            <a:ext cx="3019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Clip Art: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 pictures available online to add to documents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44960" y="525780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Shape 50"/>
          <p:cNvSpPr/>
          <p:nvPr/>
        </p:nvSpPr>
        <p:spPr>
          <a:xfrm>
            <a:off x="5369243" y="54025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9537" y="9525"/>
                </a:moveTo>
                <a:cubicBezTo>
                  <a:pt x="121950" y="9525"/>
                  <a:pt x="132130" y="18990"/>
                  <a:pt x="133261" y="31105"/>
                </a:cubicBezTo>
                <a:lnTo>
                  <a:pt x="158740" y="38933"/>
                </a:lnTo>
                <a:cubicBezTo>
                  <a:pt x="166301" y="41255"/>
                  <a:pt x="171480" y="48250"/>
                  <a:pt x="171480" y="56168"/>
                </a:cubicBezTo>
                <a:cubicBezTo>
                  <a:pt x="171480" y="62657"/>
                  <a:pt x="167997" y="68640"/>
                  <a:pt x="162342" y="71854"/>
                </a:cubicBezTo>
                <a:lnTo>
                  <a:pt x="119330" y="96292"/>
                </a:lnTo>
                <a:lnTo>
                  <a:pt x="146864" y="123825"/>
                </a:lnTo>
                <a:lnTo>
                  <a:pt x="161955" y="123825"/>
                </a:lnTo>
                <a:cubicBezTo>
                  <a:pt x="167223" y="123825"/>
                  <a:pt x="171480" y="128081"/>
                  <a:pt x="171480" y="133350"/>
                </a:cubicBezTo>
                <a:cubicBezTo>
                  <a:pt x="171480" y="138619"/>
                  <a:pt x="167223" y="142875"/>
                  <a:pt x="161955" y="142875"/>
                </a:cubicBezTo>
                <a:lnTo>
                  <a:pt x="142905" y="142875"/>
                </a:lnTo>
                <a:cubicBezTo>
                  <a:pt x="140375" y="142875"/>
                  <a:pt x="137964" y="141863"/>
                  <a:pt x="136178" y="140077"/>
                </a:cubicBezTo>
                <a:lnTo>
                  <a:pt x="103257" y="107216"/>
                </a:lnTo>
                <a:cubicBezTo>
                  <a:pt x="106740" y="96500"/>
                  <a:pt x="104209" y="84266"/>
                  <a:pt x="95696" y="75754"/>
                </a:cubicBezTo>
                <a:cubicBezTo>
                  <a:pt x="83612" y="63669"/>
                  <a:pt x="64056" y="63669"/>
                  <a:pt x="51971" y="75724"/>
                </a:cubicBezTo>
                <a:lnTo>
                  <a:pt x="30063" y="96560"/>
                </a:lnTo>
                <a:cubicBezTo>
                  <a:pt x="28158" y="98375"/>
                  <a:pt x="28069" y="101382"/>
                  <a:pt x="29885" y="103287"/>
                </a:cubicBezTo>
                <a:cubicBezTo>
                  <a:pt x="31700" y="105192"/>
                  <a:pt x="34707" y="105251"/>
                  <a:pt x="36612" y="103465"/>
                </a:cubicBezTo>
                <a:lnTo>
                  <a:pt x="58579" y="82570"/>
                </a:lnTo>
                <a:lnTo>
                  <a:pt x="58609" y="82540"/>
                </a:lnTo>
                <a:lnTo>
                  <a:pt x="58638" y="82510"/>
                </a:lnTo>
                <a:cubicBezTo>
                  <a:pt x="59680" y="81469"/>
                  <a:pt x="60811" y="80546"/>
                  <a:pt x="62002" y="79772"/>
                </a:cubicBezTo>
                <a:cubicBezTo>
                  <a:pt x="70306" y="74265"/>
                  <a:pt x="81617" y="75188"/>
                  <a:pt x="88940" y="82510"/>
                </a:cubicBezTo>
                <a:cubicBezTo>
                  <a:pt x="96292" y="89862"/>
                  <a:pt x="97185" y="101233"/>
                  <a:pt x="91619" y="109567"/>
                </a:cubicBezTo>
                <a:cubicBezTo>
                  <a:pt x="90845" y="110698"/>
                  <a:pt x="89952" y="111800"/>
                  <a:pt x="88940" y="112812"/>
                </a:cubicBezTo>
                <a:lnTo>
                  <a:pt x="77926" y="123825"/>
                </a:lnTo>
                <a:lnTo>
                  <a:pt x="104775" y="123825"/>
                </a:lnTo>
                <a:cubicBezTo>
                  <a:pt x="110044" y="123825"/>
                  <a:pt x="114300" y="128081"/>
                  <a:pt x="114300" y="133350"/>
                </a:cubicBezTo>
                <a:cubicBezTo>
                  <a:pt x="114300" y="138619"/>
                  <a:pt x="110044" y="142875"/>
                  <a:pt x="104775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cubicBezTo>
                  <a:pt x="0" y="74295"/>
                  <a:pt x="37802" y="33605"/>
                  <a:pt x="86112" y="29021"/>
                </a:cubicBezTo>
                <a:cubicBezTo>
                  <a:pt x="88166" y="17919"/>
                  <a:pt x="97869" y="9525"/>
                  <a:pt x="109537" y="9525"/>
                </a:cubicBezTo>
                <a:close/>
                <a:moveTo>
                  <a:pt x="109537" y="40481"/>
                </a:moveTo>
                <a:cubicBezTo>
                  <a:pt x="113480" y="40481"/>
                  <a:pt x="116681" y="37280"/>
                  <a:pt x="116681" y="33338"/>
                </a:cubicBezTo>
                <a:cubicBezTo>
                  <a:pt x="116681" y="29395"/>
                  <a:pt x="113480" y="26194"/>
                  <a:pt x="109537" y="26194"/>
                </a:cubicBezTo>
                <a:cubicBezTo>
                  <a:pt x="105595" y="26194"/>
                  <a:pt x="102394" y="29395"/>
                  <a:pt x="102394" y="33338"/>
                </a:cubicBezTo>
                <a:cubicBezTo>
                  <a:pt x="102394" y="37280"/>
                  <a:pt x="105595" y="40481"/>
                  <a:pt x="109537" y="404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768810" y="53721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 added!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27921" y="1104900"/>
            <a:ext cx="3686175" cy="4800600"/>
          </a:xfrm>
          <a:custGeom>
            <a:avLst/>
            <a:gdLst/>
            <a:ahLst/>
            <a:cxnLst/>
            <a:rect l="l" t="t" r="r" b="b"/>
            <a:pathLst>
              <a:path w="3686175" h="48006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4571983"/>
                </a:lnTo>
                <a:cubicBezTo>
                  <a:pt x="3686175" y="4698245"/>
                  <a:pt x="3583820" y="4800600"/>
                  <a:pt x="3457558" y="4800600"/>
                </a:cubicBezTo>
                <a:lnTo>
                  <a:pt x="228617" y="4800600"/>
                </a:lnTo>
                <a:cubicBezTo>
                  <a:pt x="102355" y="4800600"/>
                  <a:pt x="0" y="4698245"/>
                  <a:pt x="0" y="4571983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127921" y="1104900"/>
            <a:ext cx="3686175" cy="76200"/>
          </a:xfrm>
          <a:custGeom>
            <a:avLst/>
            <a:gdLst/>
            <a:ahLst/>
            <a:cxnLst/>
            <a:rect l="l" t="t" r="r" b="b"/>
            <a:pathLst>
              <a:path w="3686175" h="76200">
                <a:moveTo>
                  <a:pt x="7620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76200"/>
                </a:lnTo>
                <a:lnTo>
                  <a:pt x="0" y="762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6" name="Shape 54"/>
          <p:cNvSpPr/>
          <p:nvPr/>
        </p:nvSpPr>
        <p:spPr>
          <a:xfrm>
            <a:off x="8318421" y="133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7" name="Text 55"/>
          <p:cNvSpPr/>
          <p:nvPr/>
        </p:nvSpPr>
        <p:spPr>
          <a:xfrm>
            <a:off x="8261271" y="13335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66121" y="146685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Speech Bubbles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18421" y="19812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speech bubbles to show what characters are saying!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318421" y="2590800"/>
            <a:ext cx="3305175" cy="1638300"/>
          </a:xfrm>
          <a:custGeom>
            <a:avLst/>
            <a:gdLst/>
            <a:ahLst/>
            <a:cxnLst/>
            <a:rect l="l" t="t" r="r" b="b"/>
            <a:pathLst>
              <a:path w="3305175" h="1638300">
                <a:moveTo>
                  <a:pt x="114304" y="0"/>
                </a:moveTo>
                <a:lnTo>
                  <a:pt x="3190871" y="0"/>
                </a:lnTo>
                <a:cubicBezTo>
                  <a:pt x="3253999" y="0"/>
                  <a:pt x="3305175" y="51176"/>
                  <a:pt x="3305175" y="114304"/>
                </a:cubicBezTo>
                <a:lnTo>
                  <a:pt x="3305175" y="1523996"/>
                </a:lnTo>
                <a:cubicBezTo>
                  <a:pt x="3305175" y="1587124"/>
                  <a:pt x="3253999" y="1638300"/>
                  <a:pt x="3190871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51771" y="27355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1438"/>
                </a:moveTo>
                <a:cubicBezTo>
                  <a:pt x="152400" y="110877"/>
                  <a:pt x="118289" y="142875"/>
                  <a:pt x="76200" y="142875"/>
                </a:cubicBezTo>
                <a:cubicBezTo>
                  <a:pt x="65157" y="142875"/>
                  <a:pt x="54679" y="140672"/>
                  <a:pt x="45214" y="136714"/>
                </a:cubicBezTo>
                <a:lnTo>
                  <a:pt x="9971" y="151834"/>
                </a:lnTo>
                <a:cubicBezTo>
                  <a:pt x="7174" y="153025"/>
                  <a:pt x="3959" y="152340"/>
                  <a:pt x="1905" y="150108"/>
                </a:cubicBezTo>
                <a:cubicBezTo>
                  <a:pt x="-149" y="147876"/>
                  <a:pt x="-595" y="144601"/>
                  <a:pt x="833" y="141923"/>
                </a:cubicBezTo>
                <a:lnTo>
                  <a:pt x="15359" y="114479"/>
                </a:lnTo>
                <a:cubicBezTo>
                  <a:pt x="5715" y="102483"/>
                  <a:pt x="0" y="87600"/>
                  <a:pt x="0" y="71438"/>
                </a:cubicBezTo>
                <a:cubicBezTo>
                  <a:pt x="0" y="31998"/>
                  <a:pt x="34111" y="0"/>
                  <a:pt x="76200" y="0"/>
                </a:cubicBezTo>
                <a:cubicBezTo>
                  <a:pt x="118289" y="0"/>
                  <a:pt x="152400" y="31998"/>
                  <a:pt x="152400" y="71438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2" name="Text 60"/>
          <p:cNvSpPr/>
          <p:nvPr/>
        </p:nvSpPr>
        <p:spPr>
          <a:xfrm>
            <a:off x="8680371" y="27051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Callouts: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32721" y="3028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4" name="Text 62"/>
          <p:cNvSpPr/>
          <p:nvPr/>
        </p:nvSpPr>
        <p:spPr>
          <a:xfrm>
            <a:off x="8404146" y="30289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61321" y="30099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Callout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Shapes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32721" y="3257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7" name="Text 65"/>
          <p:cNvSpPr/>
          <p:nvPr/>
        </p:nvSpPr>
        <p:spPr>
          <a:xfrm>
            <a:off x="8404146" y="32575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61321" y="323850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a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bubble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432721" y="3486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70" name="Text 68"/>
          <p:cNvSpPr/>
          <p:nvPr/>
        </p:nvSpPr>
        <p:spPr>
          <a:xfrm>
            <a:off x="8404146" y="34861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661321" y="346710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inside background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432721" y="3714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73" name="Text 71"/>
          <p:cNvSpPr/>
          <p:nvPr/>
        </p:nvSpPr>
        <p:spPr>
          <a:xfrm>
            <a:off x="8404146" y="3714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661321" y="36957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dialogue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432721" y="3943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76" name="Text 74"/>
          <p:cNvSpPr/>
          <p:nvPr/>
        </p:nvSpPr>
        <p:spPr>
          <a:xfrm>
            <a:off x="8404146" y="39433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661321" y="39243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text (size, color)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318421" y="5257800"/>
            <a:ext cx="3305175" cy="457200"/>
          </a:xfrm>
          <a:custGeom>
            <a:avLst/>
            <a:gdLst/>
            <a:ahLst/>
            <a:cxnLst/>
            <a:rect l="l" t="t" r="r" b="b"/>
            <a:pathLst>
              <a:path w="3305175" h="457200">
                <a:moveTo>
                  <a:pt x="114300" y="0"/>
                </a:moveTo>
                <a:lnTo>
                  <a:pt x="3190875" y="0"/>
                </a:lnTo>
                <a:cubicBezTo>
                  <a:pt x="3253959" y="0"/>
                  <a:pt x="3305175" y="51216"/>
                  <a:pt x="3305175" y="114300"/>
                </a:cubicBezTo>
                <a:lnTo>
                  <a:pt x="3305175" y="342900"/>
                </a:lnTo>
                <a:cubicBezTo>
                  <a:pt x="3305175" y="405984"/>
                  <a:pt x="3253959" y="457200"/>
                  <a:pt x="3190875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79" name="Shape 77"/>
          <p:cNvSpPr/>
          <p:nvPr/>
        </p:nvSpPr>
        <p:spPr>
          <a:xfrm>
            <a:off x="9275564" y="54025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80" name="Text 78"/>
          <p:cNvSpPr/>
          <p:nvPr/>
        </p:nvSpPr>
        <p:spPr>
          <a:xfrm>
            <a:off x="8642271" y="53721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Dialogues added!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81000" y="60198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14300" y="0"/>
                </a:moveTo>
                <a:lnTo>
                  <a:pt x="5524500" y="0"/>
                </a:lnTo>
                <a:cubicBezTo>
                  <a:pt x="5587584" y="0"/>
                  <a:pt x="5638800" y="51216"/>
                  <a:pt x="5638800" y="114300"/>
                </a:cubicBezTo>
                <a:lnTo>
                  <a:pt x="5638800" y="342900"/>
                </a:lnTo>
                <a:cubicBezTo>
                  <a:pt x="5638800" y="405984"/>
                  <a:pt x="5587584" y="457200"/>
                  <a:pt x="55245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531019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83" name="Text 81"/>
          <p:cNvSpPr/>
          <p:nvPr/>
        </p:nvSpPr>
        <p:spPr>
          <a:xfrm>
            <a:off x="847725" y="6134100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Practice: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Creative Commons images (free to use!)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172200" y="6019800"/>
            <a:ext cx="5638800" cy="457200"/>
          </a:xfrm>
          <a:custGeom>
            <a:avLst/>
            <a:gdLst/>
            <a:ahLst/>
            <a:cxnLst/>
            <a:rect l="l" t="t" r="r" b="b"/>
            <a:pathLst>
              <a:path w="5638800" h="457200">
                <a:moveTo>
                  <a:pt x="114300" y="0"/>
                </a:moveTo>
                <a:lnTo>
                  <a:pt x="5524500" y="0"/>
                </a:lnTo>
                <a:cubicBezTo>
                  <a:pt x="5587584" y="0"/>
                  <a:pt x="5638800" y="51216"/>
                  <a:pt x="5638800" y="114300"/>
                </a:cubicBezTo>
                <a:lnTo>
                  <a:pt x="5638800" y="342900"/>
                </a:lnTo>
                <a:cubicBezTo>
                  <a:pt x="5638800" y="405984"/>
                  <a:pt x="5587584" y="457200"/>
                  <a:pt x="55245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322219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30969" y="23812"/>
                </a:moveTo>
                <a:cubicBezTo>
                  <a:pt x="130969" y="17227"/>
                  <a:pt x="125648" y="11906"/>
                  <a:pt x="119063" y="11906"/>
                </a:cubicBezTo>
                <a:lnTo>
                  <a:pt x="47625" y="11906"/>
                </a:lnTo>
                <a:cubicBezTo>
                  <a:pt x="41039" y="11906"/>
                  <a:pt x="35719" y="17227"/>
                  <a:pt x="35719" y="23812"/>
                </a:cubicBezTo>
                <a:cubicBezTo>
                  <a:pt x="35719" y="30398"/>
                  <a:pt x="41039" y="35719"/>
                  <a:pt x="47625" y="35719"/>
                </a:cubicBezTo>
                <a:lnTo>
                  <a:pt x="119063" y="35719"/>
                </a:lnTo>
                <a:cubicBezTo>
                  <a:pt x="125648" y="35719"/>
                  <a:pt x="130969" y="30398"/>
                  <a:pt x="130969" y="23812"/>
                </a:cubicBezTo>
                <a:close/>
                <a:moveTo>
                  <a:pt x="166688" y="71438"/>
                </a:moveTo>
                <a:cubicBezTo>
                  <a:pt x="166688" y="64852"/>
                  <a:pt x="161367" y="59531"/>
                  <a:pt x="154781" y="59531"/>
                </a:cubicBezTo>
                <a:lnTo>
                  <a:pt x="11906" y="59531"/>
                </a:lnTo>
                <a:cubicBezTo>
                  <a:pt x="5321" y="59531"/>
                  <a:pt x="0" y="64852"/>
                  <a:pt x="0" y="71438"/>
                </a:cubicBezTo>
                <a:cubicBezTo>
                  <a:pt x="0" y="78023"/>
                  <a:pt x="5321" y="83344"/>
                  <a:pt x="11906" y="83344"/>
                </a:cubicBezTo>
                <a:lnTo>
                  <a:pt x="154781" y="83344"/>
                </a:lnTo>
                <a:cubicBezTo>
                  <a:pt x="161367" y="83344"/>
                  <a:pt x="166688" y="78023"/>
                  <a:pt x="166688" y="71438"/>
                </a:cubicBezTo>
                <a:close/>
                <a:moveTo>
                  <a:pt x="0" y="166688"/>
                </a:moveTo>
                <a:cubicBezTo>
                  <a:pt x="0" y="173273"/>
                  <a:pt x="5321" y="178594"/>
                  <a:pt x="11906" y="178594"/>
                </a:cubicBezTo>
                <a:lnTo>
                  <a:pt x="154781" y="178594"/>
                </a:lnTo>
                <a:cubicBezTo>
                  <a:pt x="161367" y="178594"/>
                  <a:pt x="166688" y="173273"/>
                  <a:pt x="166688" y="166688"/>
                </a:cubicBezTo>
                <a:cubicBezTo>
                  <a:pt x="166688" y="160102"/>
                  <a:pt x="161367" y="154781"/>
                  <a:pt x="154781" y="154781"/>
                </a:cubicBezTo>
                <a:lnTo>
                  <a:pt x="11906" y="154781"/>
                </a:lnTo>
                <a:cubicBezTo>
                  <a:pt x="5321" y="154781"/>
                  <a:pt x="0" y="160102"/>
                  <a:pt x="0" y="166688"/>
                </a:cubicBezTo>
                <a:close/>
                <a:moveTo>
                  <a:pt x="130969" y="119063"/>
                </a:moveTo>
                <a:cubicBezTo>
                  <a:pt x="130969" y="112477"/>
                  <a:pt x="125648" y="107156"/>
                  <a:pt x="119063" y="107156"/>
                </a:cubicBezTo>
                <a:lnTo>
                  <a:pt x="47625" y="107156"/>
                </a:lnTo>
                <a:cubicBezTo>
                  <a:pt x="41039" y="107156"/>
                  <a:pt x="35719" y="112477"/>
                  <a:pt x="35719" y="119063"/>
                </a:cubicBezTo>
                <a:cubicBezTo>
                  <a:pt x="35719" y="125648"/>
                  <a:pt x="41039" y="130969"/>
                  <a:pt x="47625" y="130969"/>
                </a:cubicBezTo>
                <a:lnTo>
                  <a:pt x="119063" y="130969"/>
                </a:lnTo>
                <a:cubicBezTo>
                  <a:pt x="125648" y="130969"/>
                  <a:pt x="130969" y="125648"/>
                  <a:pt x="130969" y="11906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6" name="Text 84"/>
          <p:cNvSpPr/>
          <p:nvPr/>
        </p:nvSpPr>
        <p:spPr>
          <a:xfrm>
            <a:off x="6638925" y="613410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"In Front of Text" to place images over background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56231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42490" y="0"/>
                </a:moveTo>
                <a:lnTo>
                  <a:pt x="356233" y="0"/>
                </a:lnTo>
                <a:cubicBezTo>
                  <a:pt x="434875" y="0"/>
                  <a:pt x="498723" y="63848"/>
                  <a:pt x="498723" y="142490"/>
                </a:cubicBezTo>
                <a:lnTo>
                  <a:pt x="498723" y="356233"/>
                </a:lnTo>
                <a:cubicBezTo>
                  <a:pt x="498723" y="434928"/>
                  <a:pt x="434928" y="498723"/>
                  <a:pt x="356233" y="498723"/>
                </a:cubicBezTo>
                <a:lnTo>
                  <a:pt x="142490" y="498723"/>
                </a:lnTo>
                <a:cubicBezTo>
                  <a:pt x="63848" y="498723"/>
                  <a:pt x="0" y="434875"/>
                  <a:pt x="0" y="356233"/>
                </a:cubicBezTo>
                <a:lnTo>
                  <a:pt x="0" y="142490"/>
                </a:lnTo>
                <a:cubicBezTo>
                  <a:pt x="0" y="63848"/>
                  <a:pt x="63848" y="0"/>
                  <a:pt x="14249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" name="Shape 1"/>
          <p:cNvSpPr/>
          <p:nvPr/>
        </p:nvSpPr>
        <p:spPr>
          <a:xfrm>
            <a:off x="512082" y="498723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13359" y="0"/>
                </a:moveTo>
                <a:cubicBezTo>
                  <a:pt x="20748" y="0"/>
                  <a:pt x="26717" y="5970"/>
                  <a:pt x="26717" y="13359"/>
                </a:cubicBezTo>
                <a:lnTo>
                  <a:pt x="26717" y="20038"/>
                </a:lnTo>
                <a:lnTo>
                  <a:pt x="55522" y="12858"/>
                </a:lnTo>
                <a:cubicBezTo>
                  <a:pt x="71427" y="8892"/>
                  <a:pt x="88209" y="10729"/>
                  <a:pt x="102903" y="18076"/>
                </a:cubicBezTo>
                <a:cubicBezTo>
                  <a:pt x="122232" y="27761"/>
                  <a:pt x="144983" y="27761"/>
                  <a:pt x="164311" y="18076"/>
                </a:cubicBezTo>
                <a:lnTo>
                  <a:pt x="168319" y="16072"/>
                </a:lnTo>
                <a:cubicBezTo>
                  <a:pt x="176919" y="11731"/>
                  <a:pt x="187021" y="17992"/>
                  <a:pt x="187021" y="27594"/>
                </a:cubicBezTo>
                <a:lnTo>
                  <a:pt x="187021" y="144357"/>
                </a:lnTo>
                <a:cubicBezTo>
                  <a:pt x="187021" y="149909"/>
                  <a:pt x="183556" y="154919"/>
                  <a:pt x="178338" y="156881"/>
                </a:cubicBezTo>
                <a:lnTo>
                  <a:pt x="163852" y="162308"/>
                </a:lnTo>
                <a:cubicBezTo>
                  <a:pt x="144566" y="169530"/>
                  <a:pt x="123108" y="168403"/>
                  <a:pt x="104698" y="159218"/>
                </a:cubicBezTo>
                <a:cubicBezTo>
                  <a:pt x="88877" y="151287"/>
                  <a:pt x="70717" y="149325"/>
                  <a:pt x="53560" y="153625"/>
                </a:cubicBezTo>
                <a:lnTo>
                  <a:pt x="26717" y="160304"/>
                </a:lnTo>
                <a:lnTo>
                  <a:pt x="26717" y="200380"/>
                </a:lnTo>
                <a:cubicBezTo>
                  <a:pt x="26717" y="207769"/>
                  <a:pt x="20748" y="213738"/>
                  <a:pt x="13359" y="213738"/>
                </a:cubicBezTo>
                <a:cubicBezTo>
                  <a:pt x="5970" y="213738"/>
                  <a:pt x="0" y="207769"/>
                  <a:pt x="0" y="200380"/>
                </a:cubicBezTo>
                <a:lnTo>
                  <a:pt x="0" y="13359"/>
                </a:lnTo>
                <a:cubicBezTo>
                  <a:pt x="0" y="5970"/>
                  <a:pt x="5970" y="0"/>
                  <a:pt x="13359" y="0"/>
                </a:cubicBezTo>
                <a:close/>
                <a:moveTo>
                  <a:pt x="26717" y="78106"/>
                </a:moveTo>
                <a:lnTo>
                  <a:pt x="53435" y="72304"/>
                </a:lnTo>
                <a:lnTo>
                  <a:pt x="53435" y="99647"/>
                </a:lnTo>
                <a:lnTo>
                  <a:pt x="26717" y="105450"/>
                </a:lnTo>
                <a:lnTo>
                  <a:pt x="26717" y="132793"/>
                </a:lnTo>
                <a:lnTo>
                  <a:pt x="47089" y="127700"/>
                </a:lnTo>
                <a:cubicBezTo>
                  <a:pt x="49218" y="127158"/>
                  <a:pt x="51306" y="126699"/>
                  <a:pt x="53435" y="126323"/>
                </a:cubicBezTo>
                <a:lnTo>
                  <a:pt x="53435" y="99647"/>
                </a:lnTo>
                <a:lnTo>
                  <a:pt x="69674" y="96141"/>
                </a:lnTo>
                <a:cubicBezTo>
                  <a:pt x="73139" y="95389"/>
                  <a:pt x="76645" y="95097"/>
                  <a:pt x="80152" y="95264"/>
                </a:cubicBezTo>
                <a:lnTo>
                  <a:pt x="80152" y="68547"/>
                </a:lnTo>
                <a:cubicBezTo>
                  <a:pt x="85829" y="68714"/>
                  <a:pt x="91507" y="69632"/>
                  <a:pt x="97017" y="71218"/>
                </a:cubicBezTo>
                <a:lnTo>
                  <a:pt x="106869" y="74099"/>
                </a:lnTo>
                <a:lnTo>
                  <a:pt x="106869" y="101943"/>
                </a:lnTo>
                <a:lnTo>
                  <a:pt x="89461" y="96809"/>
                </a:lnTo>
                <a:cubicBezTo>
                  <a:pt x="86414" y="95932"/>
                  <a:pt x="83283" y="95389"/>
                  <a:pt x="80152" y="95222"/>
                </a:cubicBezTo>
                <a:lnTo>
                  <a:pt x="80152" y="125029"/>
                </a:lnTo>
                <a:cubicBezTo>
                  <a:pt x="89253" y="125822"/>
                  <a:pt x="98228" y="127826"/>
                  <a:pt x="106869" y="131040"/>
                </a:cubicBezTo>
                <a:lnTo>
                  <a:pt x="106869" y="101901"/>
                </a:lnTo>
                <a:lnTo>
                  <a:pt x="116346" y="104698"/>
                </a:lnTo>
                <a:cubicBezTo>
                  <a:pt x="121981" y="106368"/>
                  <a:pt x="127742" y="107370"/>
                  <a:pt x="133587" y="107788"/>
                </a:cubicBezTo>
                <a:lnTo>
                  <a:pt x="133587" y="80987"/>
                </a:lnTo>
                <a:cubicBezTo>
                  <a:pt x="130330" y="80653"/>
                  <a:pt x="127074" y="80027"/>
                  <a:pt x="123902" y="79108"/>
                </a:cubicBezTo>
                <a:lnTo>
                  <a:pt x="106869" y="74099"/>
                </a:lnTo>
                <a:lnTo>
                  <a:pt x="106869" y="48216"/>
                </a:lnTo>
                <a:cubicBezTo>
                  <a:pt x="101442" y="46630"/>
                  <a:pt x="96099" y="44543"/>
                  <a:pt x="90922" y="41955"/>
                </a:cubicBezTo>
                <a:cubicBezTo>
                  <a:pt x="87499" y="40243"/>
                  <a:pt x="83867" y="39032"/>
                  <a:pt x="80152" y="38281"/>
                </a:cubicBezTo>
                <a:lnTo>
                  <a:pt x="80152" y="68505"/>
                </a:lnTo>
                <a:cubicBezTo>
                  <a:pt x="74725" y="68338"/>
                  <a:pt x="69298" y="68839"/>
                  <a:pt x="63996" y="70008"/>
                </a:cubicBezTo>
                <a:lnTo>
                  <a:pt x="53435" y="72304"/>
                </a:lnTo>
                <a:lnTo>
                  <a:pt x="53435" y="40911"/>
                </a:lnTo>
                <a:lnTo>
                  <a:pt x="26717" y="47590"/>
                </a:lnTo>
                <a:lnTo>
                  <a:pt x="26717" y="78106"/>
                </a:lnTo>
                <a:close/>
                <a:moveTo>
                  <a:pt x="133587" y="140141"/>
                </a:moveTo>
                <a:cubicBezTo>
                  <a:pt x="140600" y="140767"/>
                  <a:pt x="147738" y="139848"/>
                  <a:pt x="154459" y="137302"/>
                </a:cubicBezTo>
                <a:lnTo>
                  <a:pt x="160304" y="135131"/>
                </a:lnTo>
                <a:lnTo>
                  <a:pt x="160304" y="105199"/>
                </a:lnTo>
                <a:lnTo>
                  <a:pt x="157006" y="105951"/>
                </a:lnTo>
                <a:cubicBezTo>
                  <a:pt x="149325" y="107746"/>
                  <a:pt x="141435" y="108330"/>
                  <a:pt x="133587" y="107829"/>
                </a:cubicBezTo>
                <a:lnTo>
                  <a:pt x="133587" y="140141"/>
                </a:lnTo>
                <a:close/>
                <a:moveTo>
                  <a:pt x="160304" y="77772"/>
                </a:moveTo>
                <a:lnTo>
                  <a:pt x="160304" y="48216"/>
                </a:lnTo>
                <a:cubicBezTo>
                  <a:pt x="151579" y="50763"/>
                  <a:pt x="142604" y="52015"/>
                  <a:pt x="133587" y="52015"/>
                </a:cubicBezTo>
                <a:lnTo>
                  <a:pt x="133587" y="80987"/>
                </a:lnTo>
                <a:cubicBezTo>
                  <a:pt x="139389" y="81571"/>
                  <a:pt x="145275" y="81196"/>
                  <a:pt x="150995" y="79901"/>
                </a:cubicBezTo>
                <a:lnTo>
                  <a:pt x="160304" y="77731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4" name="Text 2"/>
          <p:cNvSpPr/>
          <p:nvPr/>
        </p:nvSpPr>
        <p:spPr>
          <a:xfrm>
            <a:off x="997446" y="427477"/>
            <a:ext cx="5147535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Steps 7-10: Finishing Your Comic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1854" y="997446"/>
            <a:ext cx="5610636" cy="2315500"/>
          </a:xfrm>
          <a:custGeom>
            <a:avLst/>
            <a:gdLst/>
            <a:ahLst/>
            <a:cxnLst/>
            <a:rect l="l" t="t" r="r" b="b"/>
            <a:pathLst>
              <a:path w="5610636" h="2315500">
                <a:moveTo>
                  <a:pt x="71246" y="0"/>
                </a:moveTo>
                <a:lnTo>
                  <a:pt x="5396892" y="0"/>
                </a:lnTo>
                <a:cubicBezTo>
                  <a:pt x="5514939" y="0"/>
                  <a:pt x="5610636" y="95696"/>
                  <a:pt x="5610636" y="213744"/>
                </a:cubicBezTo>
                <a:lnTo>
                  <a:pt x="5610636" y="2101757"/>
                </a:lnTo>
                <a:cubicBezTo>
                  <a:pt x="5610636" y="2219804"/>
                  <a:pt x="5514939" y="2315500"/>
                  <a:pt x="5396892" y="2315500"/>
                </a:cubicBezTo>
                <a:lnTo>
                  <a:pt x="71246" y="2315500"/>
                </a:lnTo>
                <a:cubicBezTo>
                  <a:pt x="31898" y="2315500"/>
                  <a:pt x="0" y="2283602"/>
                  <a:pt x="0" y="2244254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587" dist="89058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1854" y="997446"/>
            <a:ext cx="71246" cy="2315500"/>
          </a:xfrm>
          <a:custGeom>
            <a:avLst/>
            <a:gdLst/>
            <a:ahLst/>
            <a:cxnLst/>
            <a:rect l="l" t="t" r="r" b="b"/>
            <a:pathLst>
              <a:path w="71246" h="2315500">
                <a:moveTo>
                  <a:pt x="71246" y="0"/>
                </a:moveTo>
                <a:lnTo>
                  <a:pt x="71246" y="0"/>
                </a:lnTo>
                <a:lnTo>
                  <a:pt x="71246" y="2315500"/>
                </a:lnTo>
                <a:lnTo>
                  <a:pt x="71246" y="2315500"/>
                </a:lnTo>
                <a:cubicBezTo>
                  <a:pt x="31898" y="2315500"/>
                  <a:pt x="0" y="2283602"/>
                  <a:pt x="0" y="2244254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7" name="Shape 5"/>
          <p:cNvSpPr/>
          <p:nvPr/>
        </p:nvSpPr>
        <p:spPr>
          <a:xfrm>
            <a:off x="605592" y="1175562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561064" y="1175562"/>
            <a:ext cx="516535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9939" y="1264619"/>
            <a:ext cx="1095410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Spell Check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5592" y="1709908"/>
            <a:ext cx="529002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your spelling to make sure everything is correct!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5592" y="2030516"/>
            <a:ext cx="5218782" cy="1104316"/>
          </a:xfrm>
          <a:custGeom>
            <a:avLst/>
            <a:gdLst/>
            <a:ahLst/>
            <a:cxnLst/>
            <a:rect l="l" t="t" r="r" b="b"/>
            <a:pathLst>
              <a:path w="5218782" h="1104316">
                <a:moveTo>
                  <a:pt x="106865" y="0"/>
                </a:moveTo>
                <a:lnTo>
                  <a:pt x="5111917" y="0"/>
                </a:lnTo>
                <a:cubicBezTo>
                  <a:pt x="5170937" y="0"/>
                  <a:pt x="5218782" y="47845"/>
                  <a:pt x="5218782" y="106865"/>
                </a:cubicBezTo>
                <a:lnTo>
                  <a:pt x="5218782" y="997451"/>
                </a:lnTo>
                <a:cubicBezTo>
                  <a:pt x="5218782" y="1056471"/>
                  <a:pt x="5170937" y="1104316"/>
                  <a:pt x="5111917" y="1104316"/>
                </a:cubicBezTo>
                <a:lnTo>
                  <a:pt x="106865" y="1104316"/>
                </a:lnTo>
                <a:cubicBezTo>
                  <a:pt x="47845" y="1104316"/>
                  <a:pt x="0" y="1056471"/>
                  <a:pt x="0" y="997451"/>
                </a:cubicBezTo>
                <a:lnTo>
                  <a:pt x="0" y="106865"/>
                </a:lnTo>
                <a:cubicBezTo>
                  <a:pt x="0" y="47884"/>
                  <a:pt x="47884" y="0"/>
                  <a:pt x="106865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21367" y="2173008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33397" y="8906"/>
                </a:moveTo>
                <a:cubicBezTo>
                  <a:pt x="19871" y="8906"/>
                  <a:pt x="8906" y="19871"/>
                  <a:pt x="8906" y="33397"/>
                </a:cubicBezTo>
                <a:lnTo>
                  <a:pt x="8906" y="80152"/>
                </a:lnTo>
                <a:cubicBezTo>
                  <a:pt x="8906" y="85078"/>
                  <a:pt x="12886" y="89058"/>
                  <a:pt x="17812" y="89058"/>
                </a:cubicBezTo>
                <a:cubicBezTo>
                  <a:pt x="22738" y="89058"/>
                  <a:pt x="26717" y="85078"/>
                  <a:pt x="26717" y="80152"/>
                </a:cubicBezTo>
                <a:lnTo>
                  <a:pt x="26717" y="62340"/>
                </a:lnTo>
                <a:lnTo>
                  <a:pt x="44529" y="62340"/>
                </a:lnTo>
                <a:lnTo>
                  <a:pt x="44529" y="80152"/>
                </a:lnTo>
                <a:cubicBezTo>
                  <a:pt x="44529" y="85078"/>
                  <a:pt x="48509" y="89058"/>
                  <a:pt x="53435" y="89058"/>
                </a:cubicBezTo>
                <a:cubicBezTo>
                  <a:pt x="58361" y="89058"/>
                  <a:pt x="62340" y="85078"/>
                  <a:pt x="62340" y="80152"/>
                </a:cubicBezTo>
                <a:lnTo>
                  <a:pt x="62340" y="33397"/>
                </a:lnTo>
                <a:cubicBezTo>
                  <a:pt x="62340" y="19871"/>
                  <a:pt x="51375" y="8906"/>
                  <a:pt x="37850" y="8906"/>
                </a:cubicBezTo>
                <a:lnTo>
                  <a:pt x="33397" y="8906"/>
                </a:lnTo>
                <a:close/>
                <a:moveTo>
                  <a:pt x="44529" y="44529"/>
                </a:moveTo>
                <a:lnTo>
                  <a:pt x="26717" y="44529"/>
                </a:lnTo>
                <a:lnTo>
                  <a:pt x="26717" y="33397"/>
                </a:lnTo>
                <a:cubicBezTo>
                  <a:pt x="26717" y="29695"/>
                  <a:pt x="29695" y="26717"/>
                  <a:pt x="33397" y="26717"/>
                </a:cubicBezTo>
                <a:lnTo>
                  <a:pt x="37850" y="26717"/>
                </a:lnTo>
                <a:cubicBezTo>
                  <a:pt x="41551" y="26717"/>
                  <a:pt x="44529" y="29695"/>
                  <a:pt x="44529" y="33397"/>
                </a:cubicBezTo>
                <a:lnTo>
                  <a:pt x="44529" y="44529"/>
                </a:lnTo>
                <a:close/>
                <a:moveTo>
                  <a:pt x="84605" y="8906"/>
                </a:moveTo>
                <a:cubicBezTo>
                  <a:pt x="79679" y="8906"/>
                  <a:pt x="75699" y="12886"/>
                  <a:pt x="75699" y="17812"/>
                </a:cubicBezTo>
                <a:lnTo>
                  <a:pt x="75699" y="80152"/>
                </a:lnTo>
                <a:cubicBezTo>
                  <a:pt x="75699" y="85078"/>
                  <a:pt x="79679" y="89058"/>
                  <a:pt x="84605" y="89058"/>
                </a:cubicBezTo>
                <a:lnTo>
                  <a:pt x="104643" y="89058"/>
                </a:lnTo>
                <a:cubicBezTo>
                  <a:pt x="118168" y="89058"/>
                  <a:pt x="129134" y="78092"/>
                  <a:pt x="129134" y="64567"/>
                </a:cubicBezTo>
                <a:cubicBezTo>
                  <a:pt x="129134" y="57999"/>
                  <a:pt x="126545" y="52043"/>
                  <a:pt x="122343" y="47646"/>
                </a:cubicBezTo>
                <a:cubicBezTo>
                  <a:pt x="125210" y="43638"/>
                  <a:pt x="126907" y="38712"/>
                  <a:pt x="126907" y="33397"/>
                </a:cubicBezTo>
                <a:cubicBezTo>
                  <a:pt x="126907" y="19871"/>
                  <a:pt x="115942" y="8906"/>
                  <a:pt x="102416" y="8906"/>
                </a:cubicBezTo>
                <a:lnTo>
                  <a:pt x="84605" y="8906"/>
                </a:lnTo>
                <a:close/>
                <a:moveTo>
                  <a:pt x="102416" y="40076"/>
                </a:moveTo>
                <a:lnTo>
                  <a:pt x="93511" y="40076"/>
                </a:lnTo>
                <a:lnTo>
                  <a:pt x="93511" y="26717"/>
                </a:lnTo>
                <a:lnTo>
                  <a:pt x="102416" y="26717"/>
                </a:lnTo>
                <a:cubicBezTo>
                  <a:pt x="106118" y="26717"/>
                  <a:pt x="109096" y="29695"/>
                  <a:pt x="109096" y="33397"/>
                </a:cubicBezTo>
                <a:cubicBezTo>
                  <a:pt x="109096" y="37098"/>
                  <a:pt x="106118" y="40076"/>
                  <a:pt x="102416" y="40076"/>
                </a:cubicBezTo>
                <a:close/>
                <a:moveTo>
                  <a:pt x="93511" y="71246"/>
                </a:moveTo>
                <a:lnTo>
                  <a:pt x="93511" y="57888"/>
                </a:lnTo>
                <a:lnTo>
                  <a:pt x="104643" y="57888"/>
                </a:lnTo>
                <a:cubicBezTo>
                  <a:pt x="108344" y="57888"/>
                  <a:pt x="111322" y="60865"/>
                  <a:pt x="111322" y="64567"/>
                </a:cubicBezTo>
                <a:cubicBezTo>
                  <a:pt x="111322" y="68268"/>
                  <a:pt x="108344" y="71246"/>
                  <a:pt x="104643" y="71246"/>
                </a:cubicBezTo>
                <a:lnTo>
                  <a:pt x="93511" y="71246"/>
                </a:lnTo>
                <a:close/>
                <a:moveTo>
                  <a:pt x="158356" y="94624"/>
                </a:moveTo>
                <a:cubicBezTo>
                  <a:pt x="161417" y="90783"/>
                  <a:pt x="160805" y="85189"/>
                  <a:pt x="156964" y="82100"/>
                </a:cubicBezTo>
                <a:cubicBezTo>
                  <a:pt x="153124" y="79011"/>
                  <a:pt x="147530" y="79651"/>
                  <a:pt x="144440" y="83492"/>
                </a:cubicBezTo>
                <a:lnTo>
                  <a:pt x="115024" y="120256"/>
                </a:lnTo>
                <a:lnTo>
                  <a:pt x="104253" y="109485"/>
                </a:lnTo>
                <a:cubicBezTo>
                  <a:pt x="100774" y="106007"/>
                  <a:pt x="95125" y="106007"/>
                  <a:pt x="91646" y="109485"/>
                </a:cubicBezTo>
                <a:cubicBezTo>
                  <a:pt x="88167" y="112964"/>
                  <a:pt x="88167" y="118614"/>
                  <a:pt x="91646" y="122093"/>
                </a:cubicBezTo>
                <a:lnTo>
                  <a:pt x="109457" y="139904"/>
                </a:lnTo>
                <a:cubicBezTo>
                  <a:pt x="111239" y="141685"/>
                  <a:pt x="113716" y="142631"/>
                  <a:pt x="116248" y="142492"/>
                </a:cubicBezTo>
                <a:cubicBezTo>
                  <a:pt x="118781" y="142353"/>
                  <a:pt x="121118" y="141129"/>
                  <a:pt x="122705" y="139153"/>
                </a:cubicBezTo>
                <a:lnTo>
                  <a:pt x="158356" y="94624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3" name="Text 11"/>
          <p:cNvSpPr/>
          <p:nvPr/>
        </p:nvSpPr>
        <p:spPr>
          <a:xfrm>
            <a:off x="961823" y="2137385"/>
            <a:ext cx="92620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2462" y="2422370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line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spelling mistake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2462" y="2636108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Right-click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word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2462" y="2849847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Choose the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spelling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1854" y="3455439"/>
            <a:ext cx="5610636" cy="2315500"/>
          </a:xfrm>
          <a:custGeom>
            <a:avLst/>
            <a:gdLst/>
            <a:ahLst/>
            <a:cxnLst/>
            <a:rect l="l" t="t" r="r" b="b"/>
            <a:pathLst>
              <a:path w="5610636" h="2315500">
                <a:moveTo>
                  <a:pt x="71246" y="0"/>
                </a:moveTo>
                <a:lnTo>
                  <a:pt x="5396892" y="0"/>
                </a:lnTo>
                <a:cubicBezTo>
                  <a:pt x="5514939" y="0"/>
                  <a:pt x="5610636" y="95696"/>
                  <a:pt x="5610636" y="213744"/>
                </a:cubicBezTo>
                <a:lnTo>
                  <a:pt x="5610636" y="2101757"/>
                </a:lnTo>
                <a:cubicBezTo>
                  <a:pt x="5610636" y="2219804"/>
                  <a:pt x="5514939" y="2315500"/>
                  <a:pt x="5396892" y="2315500"/>
                </a:cubicBezTo>
                <a:lnTo>
                  <a:pt x="71246" y="2315500"/>
                </a:lnTo>
                <a:cubicBezTo>
                  <a:pt x="31898" y="2315500"/>
                  <a:pt x="0" y="2283602"/>
                  <a:pt x="0" y="2244254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587" dist="89058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1854" y="3455439"/>
            <a:ext cx="71246" cy="2315500"/>
          </a:xfrm>
          <a:custGeom>
            <a:avLst/>
            <a:gdLst/>
            <a:ahLst/>
            <a:cxnLst/>
            <a:rect l="l" t="t" r="r" b="b"/>
            <a:pathLst>
              <a:path w="71246" h="2315500">
                <a:moveTo>
                  <a:pt x="71246" y="0"/>
                </a:moveTo>
                <a:lnTo>
                  <a:pt x="71246" y="0"/>
                </a:lnTo>
                <a:lnTo>
                  <a:pt x="71246" y="2315500"/>
                </a:lnTo>
                <a:lnTo>
                  <a:pt x="71246" y="2315500"/>
                </a:lnTo>
                <a:cubicBezTo>
                  <a:pt x="31898" y="2315500"/>
                  <a:pt x="0" y="2283602"/>
                  <a:pt x="0" y="2244254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5592" y="3633554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561064" y="3633554"/>
            <a:ext cx="516535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9939" y="3722612"/>
            <a:ext cx="1050881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Add Colors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5592" y="4167901"/>
            <a:ext cx="529002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your comic colorful with Shape Fill!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5592" y="4488508"/>
            <a:ext cx="5218782" cy="1104316"/>
          </a:xfrm>
          <a:custGeom>
            <a:avLst/>
            <a:gdLst/>
            <a:ahLst/>
            <a:cxnLst/>
            <a:rect l="l" t="t" r="r" b="b"/>
            <a:pathLst>
              <a:path w="5218782" h="1104316">
                <a:moveTo>
                  <a:pt x="106865" y="0"/>
                </a:moveTo>
                <a:lnTo>
                  <a:pt x="5111917" y="0"/>
                </a:lnTo>
                <a:cubicBezTo>
                  <a:pt x="5170937" y="0"/>
                  <a:pt x="5218782" y="47845"/>
                  <a:pt x="5218782" y="106865"/>
                </a:cubicBezTo>
                <a:lnTo>
                  <a:pt x="5218782" y="997451"/>
                </a:lnTo>
                <a:cubicBezTo>
                  <a:pt x="5218782" y="1056471"/>
                  <a:pt x="5170937" y="1104316"/>
                  <a:pt x="5111917" y="1104316"/>
                </a:cubicBezTo>
                <a:lnTo>
                  <a:pt x="106865" y="1104316"/>
                </a:lnTo>
                <a:cubicBezTo>
                  <a:pt x="47845" y="1104316"/>
                  <a:pt x="0" y="1056471"/>
                  <a:pt x="0" y="997451"/>
                </a:cubicBezTo>
                <a:lnTo>
                  <a:pt x="0" y="106865"/>
                </a:lnTo>
                <a:cubicBezTo>
                  <a:pt x="0" y="47884"/>
                  <a:pt x="47884" y="0"/>
                  <a:pt x="106865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1367" y="4631001"/>
            <a:ext cx="160304" cy="142492"/>
          </a:xfrm>
          <a:custGeom>
            <a:avLst/>
            <a:gdLst/>
            <a:ahLst/>
            <a:cxnLst/>
            <a:rect l="l" t="t" r="r" b="b"/>
            <a:pathLst>
              <a:path w="160304" h="142492">
                <a:moveTo>
                  <a:pt x="86191" y="19927"/>
                </a:moveTo>
                <a:lnTo>
                  <a:pt x="68268" y="37850"/>
                </a:lnTo>
                <a:lnTo>
                  <a:pt x="77564" y="47145"/>
                </a:lnTo>
                <a:cubicBezTo>
                  <a:pt x="81043" y="50624"/>
                  <a:pt x="81043" y="56273"/>
                  <a:pt x="77564" y="59752"/>
                </a:cubicBezTo>
                <a:cubicBezTo>
                  <a:pt x="74085" y="63231"/>
                  <a:pt x="68435" y="63231"/>
                  <a:pt x="64956" y="59752"/>
                </a:cubicBezTo>
                <a:lnTo>
                  <a:pt x="55661" y="50457"/>
                </a:lnTo>
                <a:lnTo>
                  <a:pt x="28832" y="77285"/>
                </a:lnTo>
                <a:cubicBezTo>
                  <a:pt x="28025" y="78092"/>
                  <a:pt x="27413" y="79094"/>
                  <a:pt x="27079" y="80152"/>
                </a:cubicBezTo>
                <a:lnTo>
                  <a:pt x="116554" y="80152"/>
                </a:lnTo>
                <a:lnTo>
                  <a:pt x="131499" y="65207"/>
                </a:lnTo>
                <a:cubicBezTo>
                  <a:pt x="132863" y="63843"/>
                  <a:pt x="133614" y="62006"/>
                  <a:pt x="133614" y="60114"/>
                </a:cubicBezTo>
                <a:cubicBezTo>
                  <a:pt x="133614" y="58221"/>
                  <a:pt x="132863" y="56357"/>
                  <a:pt x="131499" y="55021"/>
                </a:cubicBezTo>
                <a:lnTo>
                  <a:pt x="96377" y="19927"/>
                </a:lnTo>
                <a:cubicBezTo>
                  <a:pt x="95041" y="18563"/>
                  <a:pt x="93204" y="17812"/>
                  <a:pt x="91284" y="17812"/>
                </a:cubicBezTo>
                <a:cubicBezTo>
                  <a:pt x="89364" y="17812"/>
                  <a:pt x="87527" y="18563"/>
                  <a:pt x="86191" y="19927"/>
                </a:cubicBezTo>
                <a:close/>
                <a:moveTo>
                  <a:pt x="16225" y="64678"/>
                </a:moveTo>
                <a:lnTo>
                  <a:pt x="43054" y="37850"/>
                </a:lnTo>
                <a:lnTo>
                  <a:pt x="29306" y="24101"/>
                </a:lnTo>
                <a:cubicBezTo>
                  <a:pt x="25827" y="20622"/>
                  <a:pt x="25827" y="14973"/>
                  <a:pt x="29306" y="11494"/>
                </a:cubicBezTo>
                <a:cubicBezTo>
                  <a:pt x="32784" y="8015"/>
                  <a:pt x="38434" y="8015"/>
                  <a:pt x="41913" y="11494"/>
                </a:cubicBezTo>
                <a:lnTo>
                  <a:pt x="55661" y="25242"/>
                </a:lnTo>
                <a:lnTo>
                  <a:pt x="73584" y="7319"/>
                </a:lnTo>
                <a:cubicBezTo>
                  <a:pt x="78287" y="2644"/>
                  <a:pt x="84633" y="0"/>
                  <a:pt x="91284" y="0"/>
                </a:cubicBezTo>
                <a:cubicBezTo>
                  <a:pt x="97936" y="0"/>
                  <a:pt x="104281" y="2644"/>
                  <a:pt x="108984" y="7319"/>
                </a:cubicBezTo>
                <a:lnTo>
                  <a:pt x="144079" y="42414"/>
                </a:lnTo>
                <a:cubicBezTo>
                  <a:pt x="148754" y="47117"/>
                  <a:pt x="151398" y="53462"/>
                  <a:pt x="151398" y="60114"/>
                </a:cubicBezTo>
                <a:cubicBezTo>
                  <a:pt x="151398" y="66765"/>
                  <a:pt x="148754" y="73111"/>
                  <a:pt x="144079" y="77814"/>
                </a:cubicBezTo>
                <a:lnTo>
                  <a:pt x="86720" y="135173"/>
                </a:lnTo>
                <a:cubicBezTo>
                  <a:pt x="82017" y="139848"/>
                  <a:pt x="75671" y="142492"/>
                  <a:pt x="69020" y="142492"/>
                </a:cubicBezTo>
                <a:cubicBezTo>
                  <a:pt x="62368" y="142492"/>
                  <a:pt x="56023" y="139848"/>
                  <a:pt x="51320" y="135173"/>
                </a:cubicBezTo>
                <a:lnTo>
                  <a:pt x="16225" y="100079"/>
                </a:lnTo>
                <a:cubicBezTo>
                  <a:pt x="11550" y="95375"/>
                  <a:pt x="8906" y="89030"/>
                  <a:pt x="8906" y="82378"/>
                </a:cubicBezTo>
                <a:cubicBezTo>
                  <a:pt x="8906" y="75727"/>
                  <a:pt x="11550" y="69382"/>
                  <a:pt x="16225" y="64678"/>
                </a:cubicBezTo>
                <a:close/>
                <a:moveTo>
                  <a:pt x="142492" y="151398"/>
                </a:moveTo>
                <a:cubicBezTo>
                  <a:pt x="132668" y="151398"/>
                  <a:pt x="124681" y="143411"/>
                  <a:pt x="124681" y="133587"/>
                </a:cubicBezTo>
                <a:cubicBezTo>
                  <a:pt x="124681" y="126573"/>
                  <a:pt x="133754" y="111433"/>
                  <a:pt x="138930" y="103335"/>
                </a:cubicBezTo>
                <a:cubicBezTo>
                  <a:pt x="140600" y="100719"/>
                  <a:pt x="144357" y="100719"/>
                  <a:pt x="146027" y="103335"/>
                </a:cubicBezTo>
                <a:cubicBezTo>
                  <a:pt x="151231" y="111433"/>
                  <a:pt x="160276" y="126573"/>
                  <a:pt x="160276" y="133587"/>
                </a:cubicBezTo>
                <a:cubicBezTo>
                  <a:pt x="160276" y="143411"/>
                  <a:pt x="152289" y="151398"/>
                  <a:pt x="142464" y="15139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961823" y="4595378"/>
            <a:ext cx="44528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2462" y="4880362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Double-click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background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462" y="5094101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Select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 Fill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62" y="5307839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Choose a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like!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0124" y="997446"/>
            <a:ext cx="5610636" cy="2529239"/>
          </a:xfrm>
          <a:custGeom>
            <a:avLst/>
            <a:gdLst/>
            <a:ahLst/>
            <a:cxnLst/>
            <a:rect l="l" t="t" r="r" b="b"/>
            <a:pathLst>
              <a:path w="5610636" h="2529239">
                <a:moveTo>
                  <a:pt x="71246" y="0"/>
                </a:moveTo>
                <a:lnTo>
                  <a:pt x="5396890" y="0"/>
                </a:lnTo>
                <a:cubicBezTo>
                  <a:pt x="5514938" y="0"/>
                  <a:pt x="5610636" y="95697"/>
                  <a:pt x="5610636" y="213746"/>
                </a:cubicBezTo>
                <a:lnTo>
                  <a:pt x="5610636" y="2315493"/>
                </a:lnTo>
                <a:cubicBezTo>
                  <a:pt x="5610636" y="2433542"/>
                  <a:pt x="5514938" y="2529239"/>
                  <a:pt x="5396890" y="2529239"/>
                </a:cubicBezTo>
                <a:lnTo>
                  <a:pt x="71246" y="2529239"/>
                </a:lnTo>
                <a:cubicBezTo>
                  <a:pt x="31898" y="2529239"/>
                  <a:pt x="0" y="2497341"/>
                  <a:pt x="0" y="245799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587" dist="89058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0124" y="997446"/>
            <a:ext cx="71246" cy="2529239"/>
          </a:xfrm>
          <a:custGeom>
            <a:avLst/>
            <a:gdLst/>
            <a:ahLst/>
            <a:cxnLst/>
            <a:rect l="l" t="t" r="r" b="b"/>
            <a:pathLst>
              <a:path w="71246" h="2529239">
                <a:moveTo>
                  <a:pt x="71246" y="0"/>
                </a:moveTo>
                <a:lnTo>
                  <a:pt x="71246" y="0"/>
                </a:lnTo>
                <a:lnTo>
                  <a:pt x="71246" y="2529239"/>
                </a:lnTo>
                <a:lnTo>
                  <a:pt x="71246" y="2529239"/>
                </a:lnTo>
                <a:cubicBezTo>
                  <a:pt x="31898" y="2529239"/>
                  <a:pt x="0" y="2497341"/>
                  <a:pt x="0" y="245799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3863" y="1175562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2" name="Text 30"/>
          <p:cNvSpPr/>
          <p:nvPr/>
        </p:nvSpPr>
        <p:spPr>
          <a:xfrm>
            <a:off x="6389334" y="1175562"/>
            <a:ext cx="516535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68209" y="1264619"/>
            <a:ext cx="1852400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Create More Panels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3863" y="1709908"/>
            <a:ext cx="529002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copy-paste to create more comic panels quickly!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3863" y="2030516"/>
            <a:ext cx="5218782" cy="1318054"/>
          </a:xfrm>
          <a:custGeom>
            <a:avLst/>
            <a:gdLst/>
            <a:ahLst/>
            <a:cxnLst/>
            <a:rect l="l" t="t" r="r" b="b"/>
            <a:pathLst>
              <a:path w="5218782" h="1318054">
                <a:moveTo>
                  <a:pt x="106868" y="0"/>
                </a:moveTo>
                <a:lnTo>
                  <a:pt x="5111914" y="0"/>
                </a:lnTo>
                <a:cubicBezTo>
                  <a:pt x="5170935" y="0"/>
                  <a:pt x="5218782" y="47846"/>
                  <a:pt x="5218782" y="106868"/>
                </a:cubicBezTo>
                <a:lnTo>
                  <a:pt x="5218782" y="1211186"/>
                </a:lnTo>
                <a:cubicBezTo>
                  <a:pt x="5218782" y="1270208"/>
                  <a:pt x="5170935" y="1318054"/>
                  <a:pt x="5111914" y="1318054"/>
                </a:cubicBezTo>
                <a:lnTo>
                  <a:pt x="106868" y="1318054"/>
                </a:lnTo>
                <a:cubicBezTo>
                  <a:pt x="47846" y="1318054"/>
                  <a:pt x="0" y="1270208"/>
                  <a:pt x="0" y="1211186"/>
                </a:cubicBezTo>
                <a:lnTo>
                  <a:pt x="0" y="106868"/>
                </a:lnTo>
                <a:cubicBezTo>
                  <a:pt x="0" y="47886"/>
                  <a:pt x="47886" y="0"/>
                  <a:pt x="106868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67449" y="2173008"/>
            <a:ext cx="124681" cy="142492"/>
          </a:xfrm>
          <a:custGeom>
            <a:avLst/>
            <a:gdLst/>
            <a:ahLst/>
            <a:cxnLst/>
            <a:rect l="l" t="t" r="r" b="b"/>
            <a:pathLst>
              <a:path w="124681" h="142492">
                <a:moveTo>
                  <a:pt x="53435" y="0"/>
                </a:moveTo>
                <a:cubicBezTo>
                  <a:pt x="43610" y="0"/>
                  <a:pt x="35623" y="7987"/>
                  <a:pt x="35623" y="17812"/>
                </a:cubicBezTo>
                <a:lnTo>
                  <a:pt x="35623" y="89058"/>
                </a:lnTo>
                <a:cubicBezTo>
                  <a:pt x="35623" y="98882"/>
                  <a:pt x="43610" y="106869"/>
                  <a:pt x="53435" y="106869"/>
                </a:cubicBezTo>
                <a:lnTo>
                  <a:pt x="106869" y="106869"/>
                </a:lnTo>
                <a:cubicBezTo>
                  <a:pt x="116693" y="106869"/>
                  <a:pt x="124681" y="98882"/>
                  <a:pt x="124681" y="89058"/>
                </a:cubicBezTo>
                <a:lnTo>
                  <a:pt x="124681" y="33230"/>
                </a:lnTo>
                <a:cubicBezTo>
                  <a:pt x="124681" y="28387"/>
                  <a:pt x="122705" y="23739"/>
                  <a:pt x="119198" y="20372"/>
                </a:cubicBezTo>
                <a:lnTo>
                  <a:pt x="103140" y="4954"/>
                </a:lnTo>
                <a:cubicBezTo>
                  <a:pt x="99828" y="1781"/>
                  <a:pt x="95403" y="0"/>
                  <a:pt x="90811" y="0"/>
                </a:cubicBezTo>
                <a:lnTo>
                  <a:pt x="53435" y="0"/>
                </a:lnTo>
                <a:close/>
                <a:moveTo>
                  <a:pt x="17812" y="35623"/>
                </a:moveTo>
                <a:cubicBezTo>
                  <a:pt x="7987" y="35623"/>
                  <a:pt x="0" y="43610"/>
                  <a:pt x="0" y="53435"/>
                </a:cubicBezTo>
                <a:lnTo>
                  <a:pt x="0" y="124681"/>
                </a:lnTo>
                <a:cubicBezTo>
                  <a:pt x="0" y="134505"/>
                  <a:pt x="7987" y="142492"/>
                  <a:pt x="17812" y="142492"/>
                </a:cubicBezTo>
                <a:lnTo>
                  <a:pt x="71246" y="142492"/>
                </a:lnTo>
                <a:cubicBezTo>
                  <a:pt x="81070" y="142492"/>
                  <a:pt x="89058" y="134505"/>
                  <a:pt x="89058" y="124681"/>
                </a:cubicBezTo>
                <a:lnTo>
                  <a:pt x="89058" y="120228"/>
                </a:lnTo>
                <a:lnTo>
                  <a:pt x="71246" y="120228"/>
                </a:lnTo>
                <a:lnTo>
                  <a:pt x="71246" y="124681"/>
                </a:lnTo>
                <a:lnTo>
                  <a:pt x="17812" y="124681"/>
                </a:lnTo>
                <a:lnTo>
                  <a:pt x="17812" y="53435"/>
                </a:lnTo>
                <a:lnTo>
                  <a:pt x="22264" y="53435"/>
                </a:lnTo>
                <a:lnTo>
                  <a:pt x="22264" y="35623"/>
                </a:lnTo>
                <a:lnTo>
                  <a:pt x="17812" y="35623"/>
                </a:ln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7" name="Text 35"/>
          <p:cNvSpPr/>
          <p:nvPr/>
        </p:nvSpPr>
        <p:spPr>
          <a:xfrm>
            <a:off x="6790093" y="2137385"/>
            <a:ext cx="103306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Shortcut Magic: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0732" y="2422370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Select elements with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key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0732" y="2636108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Ctrl+C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copy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40732" y="2849847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Ctrl+V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paste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40732" y="3063585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Rotate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speech bubbles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20124" y="3669178"/>
            <a:ext cx="5610636" cy="2529239"/>
          </a:xfrm>
          <a:custGeom>
            <a:avLst/>
            <a:gdLst/>
            <a:ahLst/>
            <a:cxnLst/>
            <a:rect l="l" t="t" r="r" b="b"/>
            <a:pathLst>
              <a:path w="5610636" h="2529239">
                <a:moveTo>
                  <a:pt x="71246" y="0"/>
                </a:moveTo>
                <a:lnTo>
                  <a:pt x="5396890" y="0"/>
                </a:lnTo>
                <a:cubicBezTo>
                  <a:pt x="5514938" y="0"/>
                  <a:pt x="5610636" y="95697"/>
                  <a:pt x="5610636" y="213746"/>
                </a:cubicBezTo>
                <a:lnTo>
                  <a:pt x="5610636" y="2315493"/>
                </a:lnTo>
                <a:cubicBezTo>
                  <a:pt x="5610636" y="2433542"/>
                  <a:pt x="5514938" y="2529239"/>
                  <a:pt x="5396890" y="2529239"/>
                </a:cubicBezTo>
                <a:lnTo>
                  <a:pt x="71246" y="2529239"/>
                </a:lnTo>
                <a:cubicBezTo>
                  <a:pt x="31898" y="2529239"/>
                  <a:pt x="0" y="2497341"/>
                  <a:pt x="0" y="245799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3587" dist="89058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20124" y="3669178"/>
            <a:ext cx="71246" cy="2529239"/>
          </a:xfrm>
          <a:custGeom>
            <a:avLst/>
            <a:gdLst/>
            <a:ahLst/>
            <a:cxnLst/>
            <a:rect l="l" t="t" r="r" b="b"/>
            <a:pathLst>
              <a:path w="71246" h="2529239">
                <a:moveTo>
                  <a:pt x="71246" y="0"/>
                </a:moveTo>
                <a:lnTo>
                  <a:pt x="71246" y="0"/>
                </a:lnTo>
                <a:lnTo>
                  <a:pt x="71246" y="2529239"/>
                </a:lnTo>
                <a:lnTo>
                  <a:pt x="71246" y="2529239"/>
                </a:lnTo>
                <a:cubicBezTo>
                  <a:pt x="31898" y="2529239"/>
                  <a:pt x="0" y="2497341"/>
                  <a:pt x="0" y="245799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4" name="Shape 42"/>
          <p:cNvSpPr/>
          <p:nvPr/>
        </p:nvSpPr>
        <p:spPr>
          <a:xfrm>
            <a:off x="6433863" y="3847293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5" name="Text 43"/>
          <p:cNvSpPr/>
          <p:nvPr/>
        </p:nvSpPr>
        <p:spPr>
          <a:xfrm>
            <a:off x="6389334" y="3847293"/>
            <a:ext cx="516535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10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68209" y="3936351"/>
            <a:ext cx="1095410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Add Footer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3863" y="4381639"/>
            <a:ext cx="529002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your name and date at the bottom!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33863" y="4702247"/>
            <a:ext cx="5218782" cy="1318054"/>
          </a:xfrm>
          <a:custGeom>
            <a:avLst/>
            <a:gdLst/>
            <a:ahLst/>
            <a:cxnLst/>
            <a:rect l="l" t="t" r="r" b="b"/>
            <a:pathLst>
              <a:path w="5218782" h="1318054">
                <a:moveTo>
                  <a:pt x="106868" y="0"/>
                </a:moveTo>
                <a:lnTo>
                  <a:pt x="5111914" y="0"/>
                </a:lnTo>
                <a:cubicBezTo>
                  <a:pt x="5170935" y="0"/>
                  <a:pt x="5218782" y="47846"/>
                  <a:pt x="5218782" y="106868"/>
                </a:cubicBezTo>
                <a:lnTo>
                  <a:pt x="5218782" y="1211186"/>
                </a:lnTo>
                <a:cubicBezTo>
                  <a:pt x="5218782" y="1270208"/>
                  <a:pt x="5170935" y="1318054"/>
                  <a:pt x="5111914" y="1318054"/>
                </a:cubicBezTo>
                <a:lnTo>
                  <a:pt x="106868" y="1318054"/>
                </a:lnTo>
                <a:cubicBezTo>
                  <a:pt x="47846" y="1318054"/>
                  <a:pt x="0" y="1270208"/>
                  <a:pt x="0" y="1211186"/>
                </a:cubicBezTo>
                <a:lnTo>
                  <a:pt x="0" y="106868"/>
                </a:lnTo>
                <a:cubicBezTo>
                  <a:pt x="0" y="47886"/>
                  <a:pt x="47886" y="0"/>
                  <a:pt x="106868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67449" y="4844739"/>
            <a:ext cx="124681" cy="142492"/>
          </a:xfrm>
          <a:custGeom>
            <a:avLst/>
            <a:gdLst/>
            <a:ahLst/>
            <a:cxnLst/>
            <a:rect l="l" t="t" r="r" b="b"/>
            <a:pathLst>
              <a:path w="124681" h="142492">
                <a:moveTo>
                  <a:pt x="0" y="17812"/>
                </a:moveTo>
                <a:cubicBezTo>
                  <a:pt x="0" y="12886"/>
                  <a:pt x="3980" y="8906"/>
                  <a:pt x="8906" y="8906"/>
                </a:cubicBezTo>
                <a:lnTo>
                  <a:pt x="35623" y="8906"/>
                </a:lnTo>
                <a:cubicBezTo>
                  <a:pt x="40549" y="8906"/>
                  <a:pt x="44529" y="12886"/>
                  <a:pt x="44529" y="17812"/>
                </a:cubicBezTo>
                <a:cubicBezTo>
                  <a:pt x="44529" y="22738"/>
                  <a:pt x="40549" y="26717"/>
                  <a:pt x="35623" y="26717"/>
                </a:cubicBezTo>
                <a:lnTo>
                  <a:pt x="31170" y="26717"/>
                </a:lnTo>
                <a:lnTo>
                  <a:pt x="31170" y="57888"/>
                </a:lnTo>
                <a:lnTo>
                  <a:pt x="93511" y="57888"/>
                </a:lnTo>
                <a:lnTo>
                  <a:pt x="93511" y="26717"/>
                </a:lnTo>
                <a:lnTo>
                  <a:pt x="89058" y="26717"/>
                </a:lnTo>
                <a:cubicBezTo>
                  <a:pt x="84132" y="26717"/>
                  <a:pt x="80152" y="22738"/>
                  <a:pt x="80152" y="17812"/>
                </a:cubicBezTo>
                <a:cubicBezTo>
                  <a:pt x="80152" y="12886"/>
                  <a:pt x="84132" y="8906"/>
                  <a:pt x="89058" y="8906"/>
                </a:cubicBezTo>
                <a:lnTo>
                  <a:pt x="115775" y="8906"/>
                </a:lnTo>
                <a:cubicBezTo>
                  <a:pt x="120701" y="8906"/>
                  <a:pt x="124681" y="12886"/>
                  <a:pt x="124681" y="17812"/>
                </a:cubicBezTo>
                <a:cubicBezTo>
                  <a:pt x="124681" y="22738"/>
                  <a:pt x="120701" y="26717"/>
                  <a:pt x="115775" y="26717"/>
                </a:cubicBezTo>
                <a:lnTo>
                  <a:pt x="111322" y="26717"/>
                </a:lnTo>
                <a:lnTo>
                  <a:pt x="111322" y="115775"/>
                </a:lnTo>
                <a:lnTo>
                  <a:pt x="115775" y="115775"/>
                </a:lnTo>
                <a:cubicBezTo>
                  <a:pt x="120701" y="115775"/>
                  <a:pt x="124681" y="119755"/>
                  <a:pt x="124681" y="124681"/>
                </a:cubicBezTo>
                <a:cubicBezTo>
                  <a:pt x="124681" y="129607"/>
                  <a:pt x="120701" y="133587"/>
                  <a:pt x="115775" y="133587"/>
                </a:cubicBezTo>
                <a:lnTo>
                  <a:pt x="89058" y="133587"/>
                </a:lnTo>
                <a:cubicBezTo>
                  <a:pt x="84132" y="133587"/>
                  <a:pt x="80152" y="129607"/>
                  <a:pt x="80152" y="124681"/>
                </a:cubicBezTo>
                <a:cubicBezTo>
                  <a:pt x="80152" y="119755"/>
                  <a:pt x="84132" y="115775"/>
                  <a:pt x="89058" y="115775"/>
                </a:cubicBezTo>
                <a:lnTo>
                  <a:pt x="93511" y="115775"/>
                </a:lnTo>
                <a:lnTo>
                  <a:pt x="93511" y="75699"/>
                </a:lnTo>
                <a:lnTo>
                  <a:pt x="31170" y="75699"/>
                </a:lnTo>
                <a:lnTo>
                  <a:pt x="31170" y="115775"/>
                </a:lnTo>
                <a:lnTo>
                  <a:pt x="35623" y="115775"/>
                </a:lnTo>
                <a:cubicBezTo>
                  <a:pt x="40549" y="115775"/>
                  <a:pt x="44529" y="119755"/>
                  <a:pt x="44529" y="124681"/>
                </a:cubicBezTo>
                <a:cubicBezTo>
                  <a:pt x="44529" y="129607"/>
                  <a:pt x="40549" y="133587"/>
                  <a:pt x="35623" y="133587"/>
                </a:cubicBezTo>
                <a:lnTo>
                  <a:pt x="8906" y="133587"/>
                </a:lnTo>
                <a:cubicBezTo>
                  <a:pt x="3980" y="133587"/>
                  <a:pt x="0" y="129607"/>
                  <a:pt x="0" y="124681"/>
                </a:cubicBezTo>
                <a:cubicBezTo>
                  <a:pt x="0" y="119755"/>
                  <a:pt x="3980" y="115775"/>
                  <a:pt x="8906" y="115775"/>
                </a:cubicBezTo>
                <a:lnTo>
                  <a:pt x="13359" y="115775"/>
                </a:lnTo>
                <a:lnTo>
                  <a:pt x="13359" y="26717"/>
                </a:lnTo>
                <a:lnTo>
                  <a:pt x="8906" y="26717"/>
                </a:lnTo>
                <a:cubicBezTo>
                  <a:pt x="3980" y="26717"/>
                  <a:pt x="0" y="22738"/>
                  <a:pt x="0" y="17812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50" name="Text 48"/>
          <p:cNvSpPr/>
          <p:nvPr/>
        </p:nvSpPr>
        <p:spPr>
          <a:xfrm>
            <a:off x="6790093" y="4809116"/>
            <a:ext cx="44528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Steps: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40732" y="5094101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Click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→ Footer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40732" y="5307839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Add your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40732" y="5521578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Add the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40732" y="5735316"/>
            <a:ext cx="50673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982" b="1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Double-click</a:t>
            </a:r>
            <a:pPr>
              <a:lnSpc>
                <a:spcPct val="120000"/>
              </a:lnSpc>
            </a:pPr>
            <a:r>
              <a:rPr lang="en-US" sz="982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apply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56231" y="6305286"/>
            <a:ext cx="11479538" cy="552158"/>
          </a:xfrm>
          <a:custGeom>
            <a:avLst/>
            <a:gdLst/>
            <a:ahLst/>
            <a:cxnLst/>
            <a:rect l="l" t="t" r="r" b="b"/>
            <a:pathLst>
              <a:path w="11479538" h="552158">
                <a:moveTo>
                  <a:pt x="142490" y="0"/>
                </a:moveTo>
                <a:lnTo>
                  <a:pt x="11337049" y="0"/>
                </a:lnTo>
                <a:cubicBezTo>
                  <a:pt x="11415743" y="0"/>
                  <a:pt x="11479538" y="63795"/>
                  <a:pt x="11479538" y="142490"/>
                </a:cubicBezTo>
                <a:lnTo>
                  <a:pt x="11479538" y="409668"/>
                </a:lnTo>
                <a:cubicBezTo>
                  <a:pt x="11479538" y="488363"/>
                  <a:pt x="11415743" y="552158"/>
                  <a:pt x="11337049" y="552158"/>
                </a:cubicBezTo>
                <a:lnTo>
                  <a:pt x="142490" y="552158"/>
                </a:lnTo>
                <a:cubicBezTo>
                  <a:pt x="63848" y="552158"/>
                  <a:pt x="0" y="488310"/>
                  <a:pt x="0" y="409668"/>
                </a:cubicBezTo>
                <a:lnTo>
                  <a:pt x="0" y="142490"/>
                </a:lnTo>
                <a:cubicBezTo>
                  <a:pt x="0" y="63795"/>
                  <a:pt x="63795" y="0"/>
                  <a:pt x="142490" y="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56" name="Shape 54"/>
          <p:cNvSpPr/>
          <p:nvPr/>
        </p:nvSpPr>
        <p:spPr>
          <a:xfrm>
            <a:off x="534346" y="6447778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75299" y="0"/>
                </a:moveTo>
                <a:lnTo>
                  <a:pt x="192187" y="0"/>
                </a:lnTo>
                <a:cubicBezTo>
                  <a:pt x="206016" y="0"/>
                  <a:pt x="217287" y="11376"/>
                  <a:pt x="216765" y="25152"/>
                </a:cubicBezTo>
                <a:cubicBezTo>
                  <a:pt x="216661" y="27918"/>
                  <a:pt x="216556" y="30683"/>
                  <a:pt x="216400" y="33397"/>
                </a:cubicBezTo>
                <a:lnTo>
                  <a:pt x="242282" y="33397"/>
                </a:lnTo>
                <a:cubicBezTo>
                  <a:pt x="255902" y="33397"/>
                  <a:pt x="267904" y="44668"/>
                  <a:pt x="266860" y="59383"/>
                </a:cubicBezTo>
                <a:cubicBezTo>
                  <a:pt x="262946" y="113496"/>
                  <a:pt x="235290" y="143240"/>
                  <a:pt x="205285" y="158791"/>
                </a:cubicBezTo>
                <a:cubicBezTo>
                  <a:pt x="197040" y="163070"/>
                  <a:pt x="188639" y="166253"/>
                  <a:pt x="180655" y="168601"/>
                </a:cubicBezTo>
                <a:cubicBezTo>
                  <a:pt x="170114" y="183525"/>
                  <a:pt x="159156" y="191404"/>
                  <a:pt x="150441" y="195631"/>
                </a:cubicBezTo>
                <a:lnTo>
                  <a:pt x="150441" y="233776"/>
                </a:lnTo>
                <a:lnTo>
                  <a:pt x="183838" y="233776"/>
                </a:lnTo>
                <a:cubicBezTo>
                  <a:pt x="193074" y="233776"/>
                  <a:pt x="200536" y="241239"/>
                  <a:pt x="200536" y="250475"/>
                </a:cubicBezTo>
                <a:cubicBezTo>
                  <a:pt x="200536" y="259711"/>
                  <a:pt x="193074" y="267173"/>
                  <a:pt x="183838" y="267173"/>
                </a:cubicBezTo>
                <a:lnTo>
                  <a:pt x="83648" y="267173"/>
                </a:lnTo>
                <a:cubicBezTo>
                  <a:pt x="74412" y="267173"/>
                  <a:pt x="66950" y="259711"/>
                  <a:pt x="66950" y="250475"/>
                </a:cubicBezTo>
                <a:cubicBezTo>
                  <a:pt x="66950" y="241239"/>
                  <a:pt x="74412" y="233776"/>
                  <a:pt x="83648" y="233776"/>
                </a:cubicBezTo>
                <a:lnTo>
                  <a:pt x="117045" y="233776"/>
                </a:lnTo>
                <a:lnTo>
                  <a:pt x="117045" y="195631"/>
                </a:lnTo>
                <a:cubicBezTo>
                  <a:pt x="108696" y="191613"/>
                  <a:pt x="98311" y="184151"/>
                  <a:pt x="88188" y="170427"/>
                </a:cubicBezTo>
                <a:cubicBezTo>
                  <a:pt x="78586" y="167922"/>
                  <a:pt x="68150" y="164113"/>
                  <a:pt x="57974" y="158373"/>
                </a:cubicBezTo>
                <a:cubicBezTo>
                  <a:pt x="29744" y="142562"/>
                  <a:pt x="4279" y="112766"/>
                  <a:pt x="626" y="59279"/>
                </a:cubicBezTo>
                <a:cubicBezTo>
                  <a:pt x="-365" y="44616"/>
                  <a:pt x="11584" y="33344"/>
                  <a:pt x="25204" y="33344"/>
                </a:cubicBezTo>
                <a:lnTo>
                  <a:pt x="51086" y="33344"/>
                </a:lnTo>
                <a:cubicBezTo>
                  <a:pt x="50930" y="30631"/>
                  <a:pt x="50826" y="27918"/>
                  <a:pt x="50721" y="25100"/>
                </a:cubicBezTo>
                <a:cubicBezTo>
                  <a:pt x="50199" y="11271"/>
                  <a:pt x="61471" y="-52"/>
                  <a:pt x="75299" y="-52"/>
                </a:cubicBezTo>
                <a:close/>
                <a:moveTo>
                  <a:pt x="52965" y="58444"/>
                </a:moveTo>
                <a:lnTo>
                  <a:pt x="25621" y="58444"/>
                </a:lnTo>
                <a:cubicBezTo>
                  <a:pt x="28857" y="102642"/>
                  <a:pt x="49156" y="124768"/>
                  <a:pt x="70081" y="136509"/>
                </a:cubicBezTo>
                <a:cubicBezTo>
                  <a:pt x="62567" y="117045"/>
                  <a:pt x="56357" y="91632"/>
                  <a:pt x="52965" y="58444"/>
                </a:cubicBezTo>
                <a:close/>
                <a:moveTo>
                  <a:pt x="198293" y="134004"/>
                </a:moveTo>
                <a:cubicBezTo>
                  <a:pt x="219426" y="121585"/>
                  <a:pt x="238525" y="99512"/>
                  <a:pt x="241760" y="58444"/>
                </a:cubicBezTo>
                <a:lnTo>
                  <a:pt x="214469" y="58444"/>
                </a:lnTo>
                <a:cubicBezTo>
                  <a:pt x="211234" y="90223"/>
                  <a:pt x="205389" y="114905"/>
                  <a:pt x="198293" y="134004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7" name="Text 55"/>
          <p:cNvSpPr/>
          <p:nvPr/>
        </p:nvSpPr>
        <p:spPr>
          <a:xfrm>
            <a:off x="975182" y="6456684"/>
            <a:ext cx="5797657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Congratulations!</a:t>
            </a:r>
            <a:pPr>
              <a:lnSpc>
                <a:spcPct val="130000"/>
              </a:lnSpc>
            </a:pPr>
            <a:r>
              <a:rPr lang="en-US" sz="126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Your comic strip is now complete! You can create storybooks too!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90977" y="329736"/>
            <a:ext cx="1813550" cy="362710"/>
          </a:xfrm>
          <a:custGeom>
            <a:avLst/>
            <a:gdLst/>
            <a:ahLst/>
            <a:cxnLst/>
            <a:rect l="l" t="t" r="r" b="b"/>
            <a:pathLst>
              <a:path w="1813550" h="362710">
                <a:moveTo>
                  <a:pt x="181355" y="0"/>
                </a:moveTo>
                <a:lnTo>
                  <a:pt x="1632195" y="0"/>
                </a:lnTo>
                <a:cubicBezTo>
                  <a:pt x="1732354" y="0"/>
                  <a:pt x="1813550" y="81195"/>
                  <a:pt x="1813550" y="181355"/>
                </a:cubicBezTo>
                <a:lnTo>
                  <a:pt x="1813550" y="181355"/>
                </a:lnTo>
                <a:cubicBezTo>
                  <a:pt x="1813550" y="281515"/>
                  <a:pt x="1732354" y="362710"/>
                  <a:pt x="1632195" y="362710"/>
                </a:cubicBezTo>
                <a:lnTo>
                  <a:pt x="181355" y="362710"/>
                </a:lnTo>
                <a:cubicBezTo>
                  <a:pt x="81195" y="362710"/>
                  <a:pt x="0" y="281515"/>
                  <a:pt x="0" y="181355"/>
                </a:cubicBezTo>
                <a:lnTo>
                  <a:pt x="0" y="181355"/>
                </a:lnTo>
                <a:cubicBezTo>
                  <a:pt x="0" y="81195"/>
                  <a:pt x="81195" y="0"/>
                  <a:pt x="181355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5409427" y="435254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1721" y="113733"/>
                </a:moveTo>
                <a:cubicBezTo>
                  <a:pt x="13041" y="109032"/>
                  <a:pt x="15521" y="104749"/>
                  <a:pt x="18998" y="101272"/>
                </a:cubicBezTo>
                <a:lnTo>
                  <a:pt x="77346" y="42924"/>
                </a:lnTo>
                <a:lnTo>
                  <a:pt x="88262" y="32008"/>
                </a:lnTo>
                <a:cubicBezTo>
                  <a:pt x="93608" y="37353"/>
                  <a:pt x="104781" y="48527"/>
                  <a:pt x="121751" y="65496"/>
                </a:cubicBezTo>
                <a:lnTo>
                  <a:pt x="132667" y="76413"/>
                </a:lnTo>
                <a:lnTo>
                  <a:pt x="121751" y="87329"/>
                </a:lnTo>
                <a:lnTo>
                  <a:pt x="63403" y="145676"/>
                </a:lnTo>
                <a:cubicBezTo>
                  <a:pt x="59958" y="149122"/>
                  <a:pt x="55643" y="151634"/>
                  <a:pt x="50942" y="152954"/>
                </a:cubicBezTo>
                <a:lnTo>
                  <a:pt x="9789" y="164417"/>
                </a:lnTo>
                <a:cubicBezTo>
                  <a:pt x="7116" y="165158"/>
                  <a:pt x="4218" y="164417"/>
                  <a:pt x="2254" y="162421"/>
                </a:cubicBezTo>
                <a:cubicBezTo>
                  <a:pt x="290" y="160424"/>
                  <a:pt x="-451" y="157559"/>
                  <a:pt x="290" y="154886"/>
                </a:cubicBezTo>
                <a:lnTo>
                  <a:pt x="11721" y="113733"/>
                </a:lnTo>
                <a:close/>
                <a:moveTo>
                  <a:pt x="29625" y="112542"/>
                </a:moveTo>
                <a:cubicBezTo>
                  <a:pt x="28208" y="114055"/>
                  <a:pt x="27177" y="115891"/>
                  <a:pt x="26630" y="117887"/>
                </a:cubicBezTo>
                <a:lnTo>
                  <a:pt x="18870" y="145870"/>
                </a:lnTo>
                <a:lnTo>
                  <a:pt x="46852" y="138109"/>
                </a:lnTo>
                <a:cubicBezTo>
                  <a:pt x="48913" y="137530"/>
                  <a:pt x="50781" y="136467"/>
                  <a:pt x="52326" y="134986"/>
                </a:cubicBezTo>
                <a:lnTo>
                  <a:pt x="29593" y="112542"/>
                </a:lnTo>
                <a:close/>
                <a:moveTo>
                  <a:pt x="143616" y="65496"/>
                </a:moveTo>
                <a:cubicBezTo>
                  <a:pt x="138270" y="60151"/>
                  <a:pt x="127097" y="48977"/>
                  <a:pt x="110127" y="32008"/>
                </a:cubicBezTo>
                <a:lnTo>
                  <a:pt x="99178" y="21092"/>
                </a:lnTo>
                <a:cubicBezTo>
                  <a:pt x="107712" y="12558"/>
                  <a:pt x="112510" y="7760"/>
                  <a:pt x="113637" y="6633"/>
                </a:cubicBezTo>
                <a:cubicBezTo>
                  <a:pt x="117984" y="2254"/>
                  <a:pt x="123909" y="-193"/>
                  <a:pt x="130091" y="-193"/>
                </a:cubicBezTo>
                <a:cubicBezTo>
                  <a:pt x="136274" y="-193"/>
                  <a:pt x="142199" y="2254"/>
                  <a:pt x="146546" y="6633"/>
                </a:cubicBezTo>
                <a:lnTo>
                  <a:pt x="158042" y="18129"/>
                </a:lnTo>
                <a:cubicBezTo>
                  <a:pt x="162421" y="22508"/>
                  <a:pt x="164868" y="28433"/>
                  <a:pt x="164868" y="34584"/>
                </a:cubicBezTo>
                <a:cubicBezTo>
                  <a:pt x="164868" y="40734"/>
                  <a:pt x="162421" y="46691"/>
                  <a:pt x="158042" y="51038"/>
                </a:cubicBezTo>
                <a:cubicBezTo>
                  <a:pt x="156915" y="52165"/>
                  <a:pt x="152117" y="56963"/>
                  <a:pt x="143583" y="654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398651" y="329736"/>
            <a:ext cx="1647093" cy="362710"/>
          </a:xfrm>
          <a:prstGeom prst="rect">
            <a:avLst/>
          </a:prstGeom>
          <a:noFill/>
          <a:ln/>
        </p:spPr>
        <p:txBody>
          <a:bodyPr wrap="square" lIns="197842" tIns="65947" rIns="197842" bIns="65947" rtlCol="0" anchor="ctr"/>
          <a:lstStyle/>
          <a:p>
            <a:pPr algn="ctr">
              <a:lnSpc>
                <a:spcPct val="120000"/>
              </a:lnSpc>
            </a:pPr>
            <a:r>
              <a:rPr lang="en-US" sz="1298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Practice Time!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0815" y="791367"/>
            <a:ext cx="11730369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16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Let's Practice!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736" y="1318945"/>
            <a:ext cx="5687951" cy="5209834"/>
          </a:xfrm>
          <a:custGeom>
            <a:avLst/>
            <a:gdLst/>
            <a:ahLst/>
            <a:cxnLst/>
            <a:rect l="l" t="t" r="r" b="b"/>
            <a:pathLst>
              <a:path w="5687951" h="5209834">
                <a:moveTo>
                  <a:pt x="197817" y="0"/>
                </a:moveTo>
                <a:lnTo>
                  <a:pt x="5490134" y="0"/>
                </a:lnTo>
                <a:cubicBezTo>
                  <a:pt x="5599312" y="0"/>
                  <a:pt x="5687951" y="88639"/>
                  <a:pt x="5687951" y="197817"/>
                </a:cubicBezTo>
                <a:lnTo>
                  <a:pt x="5687951" y="5012016"/>
                </a:lnTo>
                <a:cubicBezTo>
                  <a:pt x="5687951" y="5121268"/>
                  <a:pt x="5599385" y="5209834"/>
                  <a:pt x="5490134" y="5209834"/>
                </a:cubicBezTo>
                <a:lnTo>
                  <a:pt x="197817" y="5209834"/>
                </a:lnTo>
                <a:cubicBezTo>
                  <a:pt x="88639" y="5209834"/>
                  <a:pt x="0" y="5121195"/>
                  <a:pt x="0" y="5012016"/>
                </a:cubicBezTo>
                <a:lnTo>
                  <a:pt x="0" y="197817"/>
                </a:lnTo>
                <a:cubicBezTo>
                  <a:pt x="0" y="88566"/>
                  <a:pt x="88566" y="0"/>
                  <a:pt x="1978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3651" dist="82434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318458" y="1516787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24730" y="12365"/>
                </a:moveTo>
                <a:cubicBezTo>
                  <a:pt x="11090" y="12365"/>
                  <a:pt x="0" y="23455"/>
                  <a:pt x="0" y="37095"/>
                </a:cubicBezTo>
                <a:lnTo>
                  <a:pt x="0" y="160746"/>
                </a:lnTo>
                <a:cubicBezTo>
                  <a:pt x="0" y="174387"/>
                  <a:pt x="11090" y="185477"/>
                  <a:pt x="24730" y="185477"/>
                </a:cubicBezTo>
                <a:lnTo>
                  <a:pt x="148381" y="185477"/>
                </a:lnTo>
                <a:cubicBezTo>
                  <a:pt x="162022" y="185477"/>
                  <a:pt x="173112" y="174387"/>
                  <a:pt x="173112" y="160746"/>
                </a:cubicBezTo>
                <a:lnTo>
                  <a:pt x="173112" y="37095"/>
                </a:lnTo>
                <a:cubicBezTo>
                  <a:pt x="173112" y="23455"/>
                  <a:pt x="162022" y="12365"/>
                  <a:pt x="148381" y="12365"/>
                </a:cubicBezTo>
                <a:lnTo>
                  <a:pt x="24730" y="12365"/>
                </a:lnTo>
                <a:close/>
                <a:moveTo>
                  <a:pt x="119169" y="82189"/>
                </a:moveTo>
                <a:lnTo>
                  <a:pt x="88256" y="131650"/>
                </a:lnTo>
                <a:cubicBezTo>
                  <a:pt x="86633" y="134239"/>
                  <a:pt x="83851" y="135862"/>
                  <a:pt x="80798" y="136016"/>
                </a:cubicBezTo>
                <a:cubicBezTo>
                  <a:pt x="77746" y="136171"/>
                  <a:pt x="74809" y="134780"/>
                  <a:pt x="72993" y="132307"/>
                </a:cubicBezTo>
                <a:lnTo>
                  <a:pt x="54445" y="107576"/>
                </a:lnTo>
                <a:cubicBezTo>
                  <a:pt x="51354" y="103481"/>
                  <a:pt x="52204" y="97684"/>
                  <a:pt x="56300" y="94593"/>
                </a:cubicBezTo>
                <a:cubicBezTo>
                  <a:pt x="60396" y="91502"/>
                  <a:pt x="66192" y="92352"/>
                  <a:pt x="69283" y="96448"/>
                </a:cubicBezTo>
                <a:lnTo>
                  <a:pt x="79716" y="110359"/>
                </a:lnTo>
                <a:lnTo>
                  <a:pt x="103442" y="72375"/>
                </a:lnTo>
                <a:cubicBezTo>
                  <a:pt x="106147" y="68047"/>
                  <a:pt x="111866" y="66694"/>
                  <a:pt x="116232" y="69438"/>
                </a:cubicBezTo>
                <a:cubicBezTo>
                  <a:pt x="120598" y="72181"/>
                  <a:pt x="121912" y="77862"/>
                  <a:pt x="119169" y="8222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35252" y="1483813"/>
            <a:ext cx="516702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8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Multiple Choice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4604" y="1879396"/>
            <a:ext cx="5358215" cy="1187051"/>
          </a:xfrm>
          <a:custGeom>
            <a:avLst/>
            <a:gdLst/>
            <a:ahLst/>
            <a:cxnLst/>
            <a:rect l="l" t="t" r="r" b="b"/>
            <a:pathLst>
              <a:path w="5358215" h="1187051">
                <a:moveTo>
                  <a:pt x="98917" y="0"/>
                </a:moveTo>
                <a:lnTo>
                  <a:pt x="5259298" y="0"/>
                </a:lnTo>
                <a:cubicBezTo>
                  <a:pt x="5313928" y="0"/>
                  <a:pt x="5358215" y="44287"/>
                  <a:pt x="5358215" y="98917"/>
                </a:cubicBezTo>
                <a:lnTo>
                  <a:pt x="5358215" y="1088134"/>
                </a:lnTo>
                <a:cubicBezTo>
                  <a:pt x="5358215" y="1142764"/>
                  <a:pt x="5313928" y="1187051"/>
                  <a:pt x="5259298" y="1187051"/>
                </a:cubicBezTo>
                <a:lnTo>
                  <a:pt x="98917" y="1187051"/>
                </a:lnTo>
                <a:cubicBezTo>
                  <a:pt x="44287" y="1187051"/>
                  <a:pt x="0" y="1142764"/>
                  <a:pt x="0" y="1088134"/>
                </a:cubicBezTo>
                <a:lnTo>
                  <a:pt x="0" y="98917"/>
                </a:lnTo>
                <a:cubicBezTo>
                  <a:pt x="0" y="44323"/>
                  <a:pt x="44323" y="0"/>
                  <a:pt x="98917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6499" y="2011291"/>
            <a:ext cx="516037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What is a header and footer?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3094" y="2298161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655" y="2324540"/>
            <a:ext cx="86556" cy="98921"/>
          </a:xfrm>
          <a:custGeom>
            <a:avLst/>
            <a:gdLst/>
            <a:ahLst/>
            <a:cxnLst/>
            <a:rect l="l" t="t" r="r" b="b"/>
            <a:pathLst>
              <a:path w="86556" h="98921">
                <a:moveTo>
                  <a:pt x="84005" y="13544"/>
                </a:moveTo>
                <a:cubicBezTo>
                  <a:pt x="86768" y="15553"/>
                  <a:pt x="87387" y="19417"/>
                  <a:pt x="85377" y="22180"/>
                </a:cubicBezTo>
                <a:lnTo>
                  <a:pt x="35917" y="90188"/>
                </a:lnTo>
                <a:cubicBezTo>
                  <a:pt x="34854" y="91656"/>
                  <a:pt x="33212" y="92564"/>
                  <a:pt x="31396" y="92719"/>
                </a:cubicBezTo>
                <a:cubicBezTo>
                  <a:pt x="29580" y="92874"/>
                  <a:pt x="27822" y="92197"/>
                  <a:pt x="26546" y="90922"/>
                </a:cubicBezTo>
                <a:lnTo>
                  <a:pt x="1816" y="66192"/>
                </a:lnTo>
                <a:cubicBezTo>
                  <a:pt x="-599" y="63777"/>
                  <a:pt x="-599" y="59855"/>
                  <a:pt x="1816" y="57440"/>
                </a:cubicBezTo>
                <a:cubicBezTo>
                  <a:pt x="4231" y="55025"/>
                  <a:pt x="8153" y="55025"/>
                  <a:pt x="10568" y="57440"/>
                </a:cubicBezTo>
                <a:lnTo>
                  <a:pt x="30179" y="77050"/>
                </a:lnTo>
                <a:lnTo>
                  <a:pt x="75389" y="14896"/>
                </a:lnTo>
                <a:cubicBezTo>
                  <a:pt x="77398" y="12133"/>
                  <a:pt x="81262" y="11515"/>
                  <a:pt x="84025" y="1352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857314" y="2275080"/>
            <a:ext cx="167341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Top and bottom margin 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3094" y="2528977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1D5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314" y="2505895"/>
            <a:ext cx="151678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 Bottom and top margin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3094" y="2759788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1D5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314" y="2736707"/>
            <a:ext cx="151678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Top and middle margin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4604" y="3198338"/>
            <a:ext cx="5358215" cy="1187051"/>
          </a:xfrm>
          <a:custGeom>
            <a:avLst/>
            <a:gdLst/>
            <a:ahLst/>
            <a:cxnLst/>
            <a:rect l="l" t="t" r="r" b="b"/>
            <a:pathLst>
              <a:path w="5358215" h="1187051">
                <a:moveTo>
                  <a:pt x="98917" y="0"/>
                </a:moveTo>
                <a:lnTo>
                  <a:pt x="5259298" y="0"/>
                </a:lnTo>
                <a:cubicBezTo>
                  <a:pt x="5313928" y="0"/>
                  <a:pt x="5358215" y="44287"/>
                  <a:pt x="5358215" y="98917"/>
                </a:cubicBezTo>
                <a:lnTo>
                  <a:pt x="5358215" y="1088134"/>
                </a:lnTo>
                <a:cubicBezTo>
                  <a:pt x="5358215" y="1142764"/>
                  <a:pt x="5313928" y="1187051"/>
                  <a:pt x="5259298" y="1187051"/>
                </a:cubicBezTo>
                <a:lnTo>
                  <a:pt x="98917" y="1187051"/>
                </a:lnTo>
                <a:cubicBezTo>
                  <a:pt x="44287" y="1187051"/>
                  <a:pt x="0" y="1142764"/>
                  <a:pt x="0" y="1088134"/>
                </a:cubicBezTo>
                <a:lnTo>
                  <a:pt x="0" y="98917"/>
                </a:lnTo>
                <a:cubicBezTo>
                  <a:pt x="0" y="44323"/>
                  <a:pt x="44323" y="0"/>
                  <a:pt x="98917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6499" y="3330232"/>
            <a:ext cx="516037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Which option lets you select a rectangle shape?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3094" y="3617103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1D5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314" y="3594021"/>
            <a:ext cx="64298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Pictures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094" y="3847918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1D5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314" y="3824837"/>
            <a:ext cx="71717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 WordArt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094" y="4078733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FF8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655" y="4105112"/>
            <a:ext cx="86556" cy="98921"/>
          </a:xfrm>
          <a:custGeom>
            <a:avLst/>
            <a:gdLst/>
            <a:ahLst/>
            <a:cxnLst/>
            <a:rect l="l" t="t" r="r" b="b"/>
            <a:pathLst>
              <a:path w="86556" h="98921">
                <a:moveTo>
                  <a:pt x="84005" y="13544"/>
                </a:moveTo>
                <a:cubicBezTo>
                  <a:pt x="86768" y="15553"/>
                  <a:pt x="87387" y="19417"/>
                  <a:pt x="85377" y="22180"/>
                </a:cubicBezTo>
                <a:lnTo>
                  <a:pt x="35917" y="90188"/>
                </a:lnTo>
                <a:cubicBezTo>
                  <a:pt x="34854" y="91656"/>
                  <a:pt x="33212" y="92564"/>
                  <a:pt x="31396" y="92719"/>
                </a:cubicBezTo>
                <a:cubicBezTo>
                  <a:pt x="29580" y="92874"/>
                  <a:pt x="27822" y="92197"/>
                  <a:pt x="26546" y="90922"/>
                </a:cubicBezTo>
                <a:lnTo>
                  <a:pt x="1816" y="66192"/>
                </a:lnTo>
                <a:cubicBezTo>
                  <a:pt x="-599" y="63777"/>
                  <a:pt x="-599" y="59855"/>
                  <a:pt x="1816" y="57440"/>
                </a:cubicBezTo>
                <a:cubicBezTo>
                  <a:pt x="4231" y="55025"/>
                  <a:pt x="8153" y="55025"/>
                  <a:pt x="10568" y="57440"/>
                </a:cubicBezTo>
                <a:lnTo>
                  <a:pt x="30179" y="77050"/>
                </a:lnTo>
                <a:lnTo>
                  <a:pt x="75389" y="14896"/>
                </a:lnTo>
                <a:cubicBezTo>
                  <a:pt x="77398" y="12133"/>
                  <a:pt x="81262" y="11515"/>
                  <a:pt x="84025" y="13524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857314" y="4055652"/>
            <a:ext cx="74190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Shapes 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4604" y="4517283"/>
            <a:ext cx="5358215" cy="1187051"/>
          </a:xfrm>
          <a:custGeom>
            <a:avLst/>
            <a:gdLst/>
            <a:ahLst/>
            <a:cxnLst/>
            <a:rect l="l" t="t" r="r" b="b"/>
            <a:pathLst>
              <a:path w="5358215" h="1187051">
                <a:moveTo>
                  <a:pt x="98917" y="0"/>
                </a:moveTo>
                <a:lnTo>
                  <a:pt x="5259298" y="0"/>
                </a:lnTo>
                <a:cubicBezTo>
                  <a:pt x="5313928" y="0"/>
                  <a:pt x="5358215" y="44287"/>
                  <a:pt x="5358215" y="98917"/>
                </a:cubicBezTo>
                <a:lnTo>
                  <a:pt x="5358215" y="1088134"/>
                </a:lnTo>
                <a:cubicBezTo>
                  <a:pt x="5358215" y="1142764"/>
                  <a:pt x="5313928" y="1187051"/>
                  <a:pt x="5259298" y="1187051"/>
                </a:cubicBezTo>
                <a:lnTo>
                  <a:pt x="98917" y="1187051"/>
                </a:lnTo>
                <a:cubicBezTo>
                  <a:pt x="44287" y="1187051"/>
                  <a:pt x="0" y="1142764"/>
                  <a:pt x="0" y="1088134"/>
                </a:cubicBezTo>
                <a:lnTo>
                  <a:pt x="0" y="98917"/>
                </a:lnTo>
                <a:cubicBezTo>
                  <a:pt x="0" y="44323"/>
                  <a:pt x="44323" y="0"/>
                  <a:pt x="98917" y="0"/>
                </a:cubicBezTo>
                <a:close/>
              </a:path>
            </a:pathLst>
          </a:custGeom>
          <a:solidFill>
            <a:srgbClr val="FFD93D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6499" y="4649177"/>
            <a:ext cx="516037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Which option adds speech bubbles?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094" y="4936048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1D5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314" y="4912966"/>
            <a:ext cx="80785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Rectangles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094" y="5166863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D1D5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314" y="5143782"/>
            <a:ext cx="93150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 Basic shapes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094" y="5397679"/>
            <a:ext cx="153327" cy="153327"/>
          </a:xfrm>
          <a:custGeom>
            <a:avLst/>
            <a:gdLst/>
            <a:ahLst/>
            <a:cxnLst/>
            <a:rect l="l" t="t" r="r" b="b"/>
            <a:pathLst>
              <a:path w="153327" h="153327">
                <a:moveTo>
                  <a:pt x="32973" y="0"/>
                </a:moveTo>
                <a:lnTo>
                  <a:pt x="120354" y="0"/>
                </a:lnTo>
                <a:cubicBezTo>
                  <a:pt x="138553" y="0"/>
                  <a:pt x="153327" y="14775"/>
                  <a:pt x="153327" y="32973"/>
                </a:cubicBezTo>
                <a:lnTo>
                  <a:pt x="153327" y="120354"/>
                </a:lnTo>
                <a:cubicBezTo>
                  <a:pt x="153327" y="138565"/>
                  <a:pt x="138565" y="153327"/>
                  <a:pt x="120354" y="153327"/>
                </a:cubicBezTo>
                <a:lnTo>
                  <a:pt x="32973" y="153327"/>
                </a:lnTo>
                <a:cubicBezTo>
                  <a:pt x="14775" y="153327"/>
                  <a:pt x="0" y="138553"/>
                  <a:pt x="0" y="120354"/>
                </a:cubicBezTo>
                <a:lnTo>
                  <a:pt x="0" y="32973"/>
                </a:lnTo>
                <a:cubicBezTo>
                  <a:pt x="0" y="14763"/>
                  <a:pt x="14763" y="0"/>
                  <a:pt x="329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FFD9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5655" y="5424058"/>
            <a:ext cx="86556" cy="98921"/>
          </a:xfrm>
          <a:custGeom>
            <a:avLst/>
            <a:gdLst/>
            <a:ahLst/>
            <a:cxnLst/>
            <a:rect l="l" t="t" r="r" b="b"/>
            <a:pathLst>
              <a:path w="86556" h="98921">
                <a:moveTo>
                  <a:pt x="84005" y="13544"/>
                </a:moveTo>
                <a:cubicBezTo>
                  <a:pt x="86768" y="15553"/>
                  <a:pt x="87387" y="19417"/>
                  <a:pt x="85377" y="22180"/>
                </a:cubicBezTo>
                <a:lnTo>
                  <a:pt x="35917" y="90188"/>
                </a:lnTo>
                <a:cubicBezTo>
                  <a:pt x="34854" y="91656"/>
                  <a:pt x="33212" y="92564"/>
                  <a:pt x="31396" y="92719"/>
                </a:cubicBezTo>
                <a:cubicBezTo>
                  <a:pt x="29580" y="92874"/>
                  <a:pt x="27822" y="92197"/>
                  <a:pt x="26546" y="90922"/>
                </a:cubicBezTo>
                <a:lnTo>
                  <a:pt x="1816" y="66192"/>
                </a:lnTo>
                <a:cubicBezTo>
                  <a:pt x="-599" y="63777"/>
                  <a:pt x="-599" y="59855"/>
                  <a:pt x="1816" y="57440"/>
                </a:cubicBezTo>
                <a:cubicBezTo>
                  <a:pt x="4231" y="55025"/>
                  <a:pt x="8153" y="55025"/>
                  <a:pt x="10568" y="57440"/>
                </a:cubicBezTo>
                <a:lnTo>
                  <a:pt x="30179" y="77050"/>
                </a:lnTo>
                <a:lnTo>
                  <a:pt x="75389" y="14896"/>
                </a:lnTo>
                <a:cubicBezTo>
                  <a:pt x="77398" y="12133"/>
                  <a:pt x="81262" y="11515"/>
                  <a:pt x="84025" y="13524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35" name="Text 33"/>
          <p:cNvSpPr/>
          <p:nvPr/>
        </p:nvSpPr>
        <p:spPr>
          <a:xfrm>
            <a:off x="857314" y="5374597"/>
            <a:ext cx="78312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Callouts 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8846" y="1318945"/>
            <a:ext cx="5687951" cy="5209834"/>
          </a:xfrm>
          <a:custGeom>
            <a:avLst/>
            <a:gdLst/>
            <a:ahLst/>
            <a:cxnLst/>
            <a:rect l="l" t="t" r="r" b="b"/>
            <a:pathLst>
              <a:path w="5687951" h="5209834">
                <a:moveTo>
                  <a:pt x="197817" y="0"/>
                </a:moveTo>
                <a:lnTo>
                  <a:pt x="5490134" y="0"/>
                </a:lnTo>
                <a:cubicBezTo>
                  <a:pt x="5599312" y="0"/>
                  <a:pt x="5687951" y="88639"/>
                  <a:pt x="5687951" y="197817"/>
                </a:cubicBezTo>
                <a:lnTo>
                  <a:pt x="5687951" y="5012016"/>
                </a:lnTo>
                <a:cubicBezTo>
                  <a:pt x="5687951" y="5121268"/>
                  <a:pt x="5599385" y="5209834"/>
                  <a:pt x="5490134" y="5209834"/>
                </a:cubicBezTo>
                <a:lnTo>
                  <a:pt x="197817" y="5209834"/>
                </a:lnTo>
                <a:cubicBezTo>
                  <a:pt x="88639" y="5209834"/>
                  <a:pt x="0" y="5121195"/>
                  <a:pt x="0" y="5012016"/>
                </a:cubicBezTo>
                <a:lnTo>
                  <a:pt x="0" y="197817"/>
                </a:lnTo>
                <a:cubicBezTo>
                  <a:pt x="0" y="88566"/>
                  <a:pt x="88566" y="0"/>
                  <a:pt x="1978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3651" dist="82434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97706" y="1516787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82231" y="8385"/>
                </a:moveTo>
                <a:cubicBezTo>
                  <a:pt x="173768" y="-77"/>
                  <a:pt x="160090" y="-77"/>
                  <a:pt x="151627" y="8385"/>
                </a:cubicBezTo>
                <a:lnTo>
                  <a:pt x="142199" y="17813"/>
                </a:lnTo>
                <a:lnTo>
                  <a:pt x="180028" y="55643"/>
                </a:lnTo>
                <a:lnTo>
                  <a:pt x="189457" y="46215"/>
                </a:lnTo>
                <a:cubicBezTo>
                  <a:pt x="197919" y="37752"/>
                  <a:pt x="197919" y="24073"/>
                  <a:pt x="189457" y="15611"/>
                </a:cubicBezTo>
                <a:lnTo>
                  <a:pt x="182231" y="8385"/>
                </a:lnTo>
                <a:close/>
                <a:moveTo>
                  <a:pt x="66617" y="93395"/>
                </a:moveTo>
                <a:cubicBezTo>
                  <a:pt x="64260" y="95752"/>
                  <a:pt x="62444" y="98650"/>
                  <a:pt x="61401" y="101858"/>
                </a:cubicBezTo>
                <a:lnTo>
                  <a:pt x="49963" y="136171"/>
                </a:lnTo>
                <a:cubicBezTo>
                  <a:pt x="48842" y="139494"/>
                  <a:pt x="49731" y="143165"/>
                  <a:pt x="52204" y="145676"/>
                </a:cubicBezTo>
                <a:cubicBezTo>
                  <a:pt x="54677" y="148188"/>
                  <a:pt x="58348" y="149038"/>
                  <a:pt x="61710" y="147918"/>
                </a:cubicBezTo>
                <a:lnTo>
                  <a:pt x="96023" y="136480"/>
                </a:lnTo>
                <a:cubicBezTo>
                  <a:pt x="99191" y="135437"/>
                  <a:pt x="102089" y="133620"/>
                  <a:pt x="104485" y="131263"/>
                </a:cubicBezTo>
                <a:lnTo>
                  <a:pt x="166929" y="68742"/>
                </a:lnTo>
                <a:lnTo>
                  <a:pt x="129099" y="30913"/>
                </a:lnTo>
                <a:lnTo>
                  <a:pt x="66617" y="93395"/>
                </a:lnTo>
                <a:close/>
                <a:moveTo>
                  <a:pt x="37095" y="24730"/>
                </a:moveTo>
                <a:cubicBezTo>
                  <a:pt x="16616" y="24730"/>
                  <a:pt x="0" y="41346"/>
                  <a:pt x="0" y="61826"/>
                </a:cubicBezTo>
                <a:lnTo>
                  <a:pt x="0" y="160746"/>
                </a:lnTo>
                <a:cubicBezTo>
                  <a:pt x="0" y="181226"/>
                  <a:pt x="16616" y="197842"/>
                  <a:pt x="37095" y="197842"/>
                </a:cubicBezTo>
                <a:lnTo>
                  <a:pt x="136016" y="197842"/>
                </a:lnTo>
                <a:cubicBezTo>
                  <a:pt x="156496" y="197842"/>
                  <a:pt x="173112" y="181226"/>
                  <a:pt x="173112" y="160746"/>
                </a:cubicBezTo>
                <a:lnTo>
                  <a:pt x="173112" y="123651"/>
                </a:lnTo>
                <a:cubicBezTo>
                  <a:pt x="173112" y="116812"/>
                  <a:pt x="167586" y="111286"/>
                  <a:pt x="160746" y="111286"/>
                </a:cubicBezTo>
                <a:cubicBezTo>
                  <a:pt x="153907" y="111286"/>
                  <a:pt x="148381" y="116812"/>
                  <a:pt x="148381" y="123651"/>
                </a:cubicBezTo>
                <a:lnTo>
                  <a:pt x="148381" y="160746"/>
                </a:lnTo>
                <a:cubicBezTo>
                  <a:pt x="148381" y="167586"/>
                  <a:pt x="142856" y="173112"/>
                  <a:pt x="136016" y="173112"/>
                </a:cubicBezTo>
                <a:lnTo>
                  <a:pt x="37095" y="173112"/>
                </a:lnTo>
                <a:cubicBezTo>
                  <a:pt x="30256" y="173112"/>
                  <a:pt x="24730" y="167586"/>
                  <a:pt x="24730" y="160746"/>
                </a:cubicBezTo>
                <a:lnTo>
                  <a:pt x="24730" y="61826"/>
                </a:lnTo>
                <a:cubicBezTo>
                  <a:pt x="24730" y="54986"/>
                  <a:pt x="30256" y="49460"/>
                  <a:pt x="37095" y="49460"/>
                </a:cubicBezTo>
                <a:lnTo>
                  <a:pt x="74191" y="49460"/>
                </a:lnTo>
                <a:cubicBezTo>
                  <a:pt x="81030" y="49460"/>
                  <a:pt x="86556" y="43935"/>
                  <a:pt x="86556" y="37095"/>
                </a:cubicBezTo>
                <a:cubicBezTo>
                  <a:pt x="86556" y="30256"/>
                  <a:pt x="81030" y="24730"/>
                  <a:pt x="74191" y="24730"/>
                </a:cubicBezTo>
                <a:lnTo>
                  <a:pt x="37095" y="24730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38" name="Text 36"/>
          <p:cNvSpPr/>
          <p:nvPr/>
        </p:nvSpPr>
        <p:spPr>
          <a:xfrm>
            <a:off x="6584362" y="1483813"/>
            <a:ext cx="5167028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8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Fill in the Blanks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0201" y="1879396"/>
            <a:ext cx="5341728" cy="923262"/>
          </a:xfrm>
          <a:custGeom>
            <a:avLst/>
            <a:gdLst/>
            <a:ahLst/>
            <a:cxnLst/>
            <a:rect l="l" t="t" r="r" b="b"/>
            <a:pathLst>
              <a:path w="5341728" h="923262">
                <a:moveTo>
                  <a:pt x="32974" y="0"/>
                </a:moveTo>
                <a:lnTo>
                  <a:pt x="5242810" y="0"/>
                </a:lnTo>
                <a:cubicBezTo>
                  <a:pt x="5297441" y="0"/>
                  <a:pt x="5341728" y="44287"/>
                  <a:pt x="5341728" y="98918"/>
                </a:cubicBezTo>
                <a:lnTo>
                  <a:pt x="5341728" y="824343"/>
                </a:lnTo>
                <a:cubicBezTo>
                  <a:pt x="5341728" y="878974"/>
                  <a:pt x="5297441" y="923262"/>
                  <a:pt x="5242810" y="923262"/>
                </a:cubicBezTo>
                <a:lnTo>
                  <a:pt x="32974" y="923262"/>
                </a:lnTo>
                <a:cubicBezTo>
                  <a:pt x="14763" y="923262"/>
                  <a:pt x="0" y="908499"/>
                  <a:pt x="0" y="890288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8C42">
                  <a:alpha val="10000"/>
                </a:srgbClr>
              </a:gs>
              <a:gs pos="100000">
                <a:srgbClr val="FF8C4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6360201" y="1879396"/>
            <a:ext cx="32974" cy="923262"/>
          </a:xfrm>
          <a:custGeom>
            <a:avLst/>
            <a:gdLst/>
            <a:ahLst/>
            <a:cxnLst/>
            <a:rect l="l" t="t" r="r" b="b"/>
            <a:pathLst>
              <a:path w="32974" h="923262">
                <a:moveTo>
                  <a:pt x="32974" y="0"/>
                </a:moveTo>
                <a:lnTo>
                  <a:pt x="32974" y="0"/>
                </a:lnTo>
                <a:lnTo>
                  <a:pt x="32974" y="923262"/>
                </a:lnTo>
                <a:lnTo>
                  <a:pt x="32974" y="923262"/>
                </a:lnTo>
                <a:cubicBezTo>
                  <a:pt x="14763" y="923262"/>
                  <a:pt x="0" y="908499"/>
                  <a:pt x="0" y="89028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1" name="Text 39"/>
          <p:cNvSpPr/>
          <p:nvPr/>
        </p:nvSpPr>
        <p:spPr>
          <a:xfrm>
            <a:off x="6508582" y="2011291"/>
            <a:ext cx="5127400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_______________ is used to apply borders to shapes.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08582" y="2275080"/>
            <a:ext cx="5061452" cy="395684"/>
          </a:xfrm>
          <a:custGeom>
            <a:avLst/>
            <a:gdLst/>
            <a:ahLst/>
            <a:cxnLst/>
            <a:rect l="l" t="t" r="r" b="b"/>
            <a:pathLst>
              <a:path w="5061452" h="395684">
                <a:moveTo>
                  <a:pt x="65949" y="0"/>
                </a:moveTo>
                <a:lnTo>
                  <a:pt x="4995504" y="0"/>
                </a:lnTo>
                <a:cubicBezTo>
                  <a:pt x="5031926" y="0"/>
                  <a:pt x="5061452" y="29526"/>
                  <a:pt x="5061452" y="65949"/>
                </a:cubicBezTo>
                <a:lnTo>
                  <a:pt x="5061452" y="329735"/>
                </a:lnTo>
                <a:cubicBezTo>
                  <a:pt x="5061452" y="366157"/>
                  <a:pt x="5031926" y="395684"/>
                  <a:pt x="4995504" y="395684"/>
                </a:cubicBezTo>
                <a:lnTo>
                  <a:pt x="65949" y="395684"/>
                </a:lnTo>
                <a:cubicBezTo>
                  <a:pt x="29551" y="395684"/>
                  <a:pt x="0" y="366133"/>
                  <a:pt x="0" y="329735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3990" y="2400377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129473" y="71769"/>
                </a:moveTo>
                <a:cubicBezTo>
                  <a:pt x="132693" y="68549"/>
                  <a:pt x="132693" y="63320"/>
                  <a:pt x="129473" y="60100"/>
                </a:cubicBezTo>
                <a:lnTo>
                  <a:pt x="88256" y="18883"/>
                </a:lnTo>
                <a:cubicBezTo>
                  <a:pt x="85036" y="15662"/>
                  <a:pt x="79806" y="15662"/>
                  <a:pt x="76586" y="18883"/>
                </a:cubicBezTo>
                <a:cubicBezTo>
                  <a:pt x="73366" y="22103"/>
                  <a:pt x="73366" y="27332"/>
                  <a:pt x="76586" y="30552"/>
                </a:cubicBezTo>
                <a:lnTo>
                  <a:pt x="103738" y="57704"/>
                </a:lnTo>
                <a:lnTo>
                  <a:pt x="8243" y="57704"/>
                </a:lnTo>
                <a:cubicBezTo>
                  <a:pt x="3684" y="57704"/>
                  <a:pt x="0" y="61388"/>
                  <a:pt x="0" y="65947"/>
                </a:cubicBezTo>
                <a:cubicBezTo>
                  <a:pt x="0" y="70507"/>
                  <a:pt x="3684" y="74191"/>
                  <a:pt x="8243" y="74191"/>
                </a:cubicBezTo>
                <a:lnTo>
                  <a:pt x="103738" y="74191"/>
                </a:lnTo>
                <a:lnTo>
                  <a:pt x="76586" y="101342"/>
                </a:lnTo>
                <a:cubicBezTo>
                  <a:pt x="73366" y="104562"/>
                  <a:pt x="73366" y="109792"/>
                  <a:pt x="76586" y="113012"/>
                </a:cubicBezTo>
                <a:cubicBezTo>
                  <a:pt x="79806" y="116232"/>
                  <a:pt x="85036" y="116232"/>
                  <a:pt x="88256" y="113012"/>
                </a:cubicBezTo>
                <a:lnTo>
                  <a:pt x="129473" y="71795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44" name="Text 42"/>
          <p:cNvSpPr/>
          <p:nvPr/>
        </p:nvSpPr>
        <p:spPr>
          <a:xfrm>
            <a:off x="6815177" y="2374001"/>
            <a:ext cx="472188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F8C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 Shape Format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0201" y="2934548"/>
            <a:ext cx="5341728" cy="923262"/>
          </a:xfrm>
          <a:custGeom>
            <a:avLst/>
            <a:gdLst/>
            <a:ahLst/>
            <a:cxnLst/>
            <a:rect l="l" t="t" r="r" b="b"/>
            <a:pathLst>
              <a:path w="5341728" h="923262">
                <a:moveTo>
                  <a:pt x="32974" y="0"/>
                </a:moveTo>
                <a:lnTo>
                  <a:pt x="5242810" y="0"/>
                </a:lnTo>
                <a:cubicBezTo>
                  <a:pt x="5297441" y="0"/>
                  <a:pt x="5341728" y="44287"/>
                  <a:pt x="5341728" y="98918"/>
                </a:cubicBezTo>
                <a:lnTo>
                  <a:pt x="5341728" y="824343"/>
                </a:lnTo>
                <a:cubicBezTo>
                  <a:pt x="5341728" y="878974"/>
                  <a:pt x="5297441" y="923262"/>
                  <a:pt x="5242810" y="923262"/>
                </a:cubicBezTo>
                <a:lnTo>
                  <a:pt x="32974" y="923262"/>
                </a:lnTo>
                <a:cubicBezTo>
                  <a:pt x="14763" y="923262"/>
                  <a:pt x="0" y="908499"/>
                  <a:pt x="0" y="890288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10000"/>
                </a:srgbClr>
              </a:gs>
              <a:gs pos="100000">
                <a:srgbClr val="4ECDC4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360201" y="2934548"/>
            <a:ext cx="32974" cy="923262"/>
          </a:xfrm>
          <a:custGeom>
            <a:avLst/>
            <a:gdLst/>
            <a:ahLst/>
            <a:cxnLst/>
            <a:rect l="l" t="t" r="r" b="b"/>
            <a:pathLst>
              <a:path w="32974" h="923262">
                <a:moveTo>
                  <a:pt x="32974" y="0"/>
                </a:moveTo>
                <a:lnTo>
                  <a:pt x="32974" y="0"/>
                </a:lnTo>
                <a:lnTo>
                  <a:pt x="32974" y="923262"/>
                </a:lnTo>
                <a:lnTo>
                  <a:pt x="32974" y="923262"/>
                </a:lnTo>
                <a:cubicBezTo>
                  <a:pt x="14763" y="923262"/>
                  <a:pt x="0" y="908499"/>
                  <a:pt x="0" y="89028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6508582" y="3066443"/>
            <a:ext cx="5127400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_______________ option is used to align a picture with text.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08582" y="3330232"/>
            <a:ext cx="5061452" cy="395684"/>
          </a:xfrm>
          <a:custGeom>
            <a:avLst/>
            <a:gdLst/>
            <a:ahLst/>
            <a:cxnLst/>
            <a:rect l="l" t="t" r="r" b="b"/>
            <a:pathLst>
              <a:path w="5061452" h="395684">
                <a:moveTo>
                  <a:pt x="65949" y="0"/>
                </a:moveTo>
                <a:lnTo>
                  <a:pt x="4995504" y="0"/>
                </a:lnTo>
                <a:cubicBezTo>
                  <a:pt x="5031926" y="0"/>
                  <a:pt x="5061452" y="29526"/>
                  <a:pt x="5061452" y="65949"/>
                </a:cubicBezTo>
                <a:lnTo>
                  <a:pt x="5061452" y="329735"/>
                </a:lnTo>
                <a:cubicBezTo>
                  <a:pt x="5061452" y="366157"/>
                  <a:pt x="5031926" y="395684"/>
                  <a:pt x="4995504" y="395684"/>
                </a:cubicBezTo>
                <a:lnTo>
                  <a:pt x="65949" y="395684"/>
                </a:lnTo>
                <a:cubicBezTo>
                  <a:pt x="29551" y="395684"/>
                  <a:pt x="0" y="366133"/>
                  <a:pt x="0" y="329735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6623990" y="3455533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129473" y="71769"/>
                </a:moveTo>
                <a:cubicBezTo>
                  <a:pt x="132693" y="68549"/>
                  <a:pt x="132693" y="63320"/>
                  <a:pt x="129473" y="60100"/>
                </a:cubicBezTo>
                <a:lnTo>
                  <a:pt x="88256" y="18883"/>
                </a:lnTo>
                <a:cubicBezTo>
                  <a:pt x="85036" y="15662"/>
                  <a:pt x="79806" y="15662"/>
                  <a:pt x="76586" y="18883"/>
                </a:cubicBezTo>
                <a:cubicBezTo>
                  <a:pt x="73366" y="22103"/>
                  <a:pt x="73366" y="27332"/>
                  <a:pt x="76586" y="30552"/>
                </a:cubicBezTo>
                <a:lnTo>
                  <a:pt x="103738" y="57704"/>
                </a:lnTo>
                <a:lnTo>
                  <a:pt x="8243" y="57704"/>
                </a:lnTo>
                <a:cubicBezTo>
                  <a:pt x="3684" y="57704"/>
                  <a:pt x="0" y="61388"/>
                  <a:pt x="0" y="65947"/>
                </a:cubicBezTo>
                <a:cubicBezTo>
                  <a:pt x="0" y="70507"/>
                  <a:pt x="3684" y="74191"/>
                  <a:pt x="8243" y="74191"/>
                </a:cubicBezTo>
                <a:lnTo>
                  <a:pt x="103738" y="74191"/>
                </a:lnTo>
                <a:lnTo>
                  <a:pt x="76586" y="101342"/>
                </a:lnTo>
                <a:cubicBezTo>
                  <a:pt x="73366" y="104562"/>
                  <a:pt x="73366" y="109792"/>
                  <a:pt x="76586" y="113012"/>
                </a:cubicBezTo>
                <a:cubicBezTo>
                  <a:pt x="79806" y="116232"/>
                  <a:pt x="85036" y="116232"/>
                  <a:pt x="88256" y="113012"/>
                </a:cubicBezTo>
                <a:lnTo>
                  <a:pt x="129473" y="7179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6815177" y="3429153"/>
            <a:ext cx="472188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 Wrap Text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0201" y="3989705"/>
            <a:ext cx="5341728" cy="923262"/>
          </a:xfrm>
          <a:custGeom>
            <a:avLst/>
            <a:gdLst/>
            <a:ahLst/>
            <a:cxnLst/>
            <a:rect l="l" t="t" r="r" b="b"/>
            <a:pathLst>
              <a:path w="5341728" h="923262">
                <a:moveTo>
                  <a:pt x="32974" y="0"/>
                </a:moveTo>
                <a:lnTo>
                  <a:pt x="5242810" y="0"/>
                </a:lnTo>
                <a:cubicBezTo>
                  <a:pt x="5297441" y="0"/>
                  <a:pt x="5341728" y="44287"/>
                  <a:pt x="5341728" y="98918"/>
                </a:cubicBezTo>
                <a:lnTo>
                  <a:pt x="5341728" y="824343"/>
                </a:lnTo>
                <a:cubicBezTo>
                  <a:pt x="5341728" y="878974"/>
                  <a:pt x="5297441" y="923262"/>
                  <a:pt x="5242810" y="923262"/>
                </a:cubicBezTo>
                <a:lnTo>
                  <a:pt x="32974" y="923262"/>
                </a:lnTo>
                <a:cubicBezTo>
                  <a:pt x="14763" y="923262"/>
                  <a:pt x="0" y="908499"/>
                  <a:pt x="0" y="890288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93D">
                  <a:alpha val="10000"/>
                </a:srgbClr>
              </a:gs>
              <a:gs pos="100000">
                <a:srgbClr val="FFD93D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6360201" y="3989705"/>
            <a:ext cx="32974" cy="923262"/>
          </a:xfrm>
          <a:custGeom>
            <a:avLst/>
            <a:gdLst/>
            <a:ahLst/>
            <a:cxnLst/>
            <a:rect l="l" t="t" r="r" b="b"/>
            <a:pathLst>
              <a:path w="32974" h="923262">
                <a:moveTo>
                  <a:pt x="32974" y="0"/>
                </a:moveTo>
                <a:lnTo>
                  <a:pt x="32974" y="0"/>
                </a:lnTo>
                <a:lnTo>
                  <a:pt x="32974" y="923262"/>
                </a:lnTo>
                <a:lnTo>
                  <a:pt x="32974" y="923262"/>
                </a:lnTo>
                <a:cubicBezTo>
                  <a:pt x="14763" y="923262"/>
                  <a:pt x="0" y="908499"/>
                  <a:pt x="0" y="890288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3" name="Text 51"/>
          <p:cNvSpPr/>
          <p:nvPr/>
        </p:nvSpPr>
        <p:spPr>
          <a:xfrm>
            <a:off x="6508582" y="4121599"/>
            <a:ext cx="5127400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Change the color of shapes with shape _______________.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08582" y="4385388"/>
            <a:ext cx="5061452" cy="395684"/>
          </a:xfrm>
          <a:custGeom>
            <a:avLst/>
            <a:gdLst/>
            <a:ahLst/>
            <a:cxnLst/>
            <a:rect l="l" t="t" r="r" b="b"/>
            <a:pathLst>
              <a:path w="5061452" h="395684">
                <a:moveTo>
                  <a:pt x="65949" y="0"/>
                </a:moveTo>
                <a:lnTo>
                  <a:pt x="4995504" y="0"/>
                </a:lnTo>
                <a:cubicBezTo>
                  <a:pt x="5031926" y="0"/>
                  <a:pt x="5061452" y="29526"/>
                  <a:pt x="5061452" y="65949"/>
                </a:cubicBezTo>
                <a:lnTo>
                  <a:pt x="5061452" y="329735"/>
                </a:lnTo>
                <a:cubicBezTo>
                  <a:pt x="5061452" y="366157"/>
                  <a:pt x="5031926" y="395684"/>
                  <a:pt x="4995504" y="395684"/>
                </a:cubicBezTo>
                <a:lnTo>
                  <a:pt x="65949" y="395684"/>
                </a:lnTo>
                <a:cubicBezTo>
                  <a:pt x="29551" y="395684"/>
                  <a:pt x="0" y="366133"/>
                  <a:pt x="0" y="329735"/>
                </a:cubicBezTo>
                <a:lnTo>
                  <a:pt x="0" y="65949"/>
                </a:lnTo>
                <a:cubicBezTo>
                  <a:pt x="0" y="29551"/>
                  <a:pt x="29551" y="0"/>
                  <a:pt x="6594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6623990" y="4510690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129473" y="71769"/>
                </a:moveTo>
                <a:cubicBezTo>
                  <a:pt x="132693" y="68549"/>
                  <a:pt x="132693" y="63320"/>
                  <a:pt x="129473" y="60100"/>
                </a:cubicBezTo>
                <a:lnTo>
                  <a:pt x="88256" y="18883"/>
                </a:lnTo>
                <a:cubicBezTo>
                  <a:pt x="85036" y="15662"/>
                  <a:pt x="79806" y="15662"/>
                  <a:pt x="76586" y="18883"/>
                </a:cubicBezTo>
                <a:cubicBezTo>
                  <a:pt x="73366" y="22103"/>
                  <a:pt x="73366" y="27332"/>
                  <a:pt x="76586" y="30552"/>
                </a:cubicBezTo>
                <a:lnTo>
                  <a:pt x="103738" y="57704"/>
                </a:lnTo>
                <a:lnTo>
                  <a:pt x="8243" y="57704"/>
                </a:lnTo>
                <a:cubicBezTo>
                  <a:pt x="3684" y="57704"/>
                  <a:pt x="0" y="61388"/>
                  <a:pt x="0" y="65947"/>
                </a:cubicBezTo>
                <a:cubicBezTo>
                  <a:pt x="0" y="70507"/>
                  <a:pt x="3684" y="74191"/>
                  <a:pt x="8243" y="74191"/>
                </a:cubicBezTo>
                <a:lnTo>
                  <a:pt x="103738" y="74191"/>
                </a:lnTo>
                <a:lnTo>
                  <a:pt x="76586" y="101342"/>
                </a:lnTo>
                <a:cubicBezTo>
                  <a:pt x="73366" y="104562"/>
                  <a:pt x="73366" y="109792"/>
                  <a:pt x="76586" y="113012"/>
                </a:cubicBezTo>
                <a:cubicBezTo>
                  <a:pt x="79806" y="116232"/>
                  <a:pt x="85036" y="116232"/>
                  <a:pt x="88256" y="113012"/>
                </a:cubicBezTo>
                <a:lnTo>
                  <a:pt x="129473" y="71795"/>
                </a:ln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6" name="Text 54"/>
          <p:cNvSpPr/>
          <p:nvPr/>
        </p:nvSpPr>
        <p:spPr>
          <a:xfrm>
            <a:off x="6815177" y="4484309"/>
            <a:ext cx="472188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FD9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Answer: Fill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43714" y="5044861"/>
            <a:ext cx="5358215" cy="1318945"/>
          </a:xfrm>
          <a:custGeom>
            <a:avLst/>
            <a:gdLst/>
            <a:ahLst/>
            <a:cxnLst/>
            <a:rect l="l" t="t" r="r" b="b"/>
            <a:pathLst>
              <a:path w="5358215" h="1318945">
                <a:moveTo>
                  <a:pt x="98921" y="0"/>
                </a:moveTo>
                <a:lnTo>
                  <a:pt x="5259294" y="0"/>
                </a:lnTo>
                <a:cubicBezTo>
                  <a:pt x="5313927" y="0"/>
                  <a:pt x="5358215" y="44288"/>
                  <a:pt x="5358215" y="98921"/>
                </a:cubicBezTo>
                <a:lnTo>
                  <a:pt x="5358215" y="1220024"/>
                </a:lnTo>
                <a:cubicBezTo>
                  <a:pt x="5358215" y="1274657"/>
                  <a:pt x="5313927" y="1318945"/>
                  <a:pt x="5259294" y="1318945"/>
                </a:cubicBezTo>
                <a:lnTo>
                  <a:pt x="98921" y="1318945"/>
                </a:lnTo>
                <a:cubicBezTo>
                  <a:pt x="44288" y="1318945"/>
                  <a:pt x="0" y="1274657"/>
                  <a:pt x="0" y="1220024"/>
                </a:cubicBezTo>
                <a:lnTo>
                  <a:pt x="0" y="98921"/>
                </a:lnTo>
                <a:cubicBezTo>
                  <a:pt x="0" y="44325"/>
                  <a:pt x="44325" y="0"/>
                  <a:pt x="98921" y="0"/>
                </a:cubicBez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58" name="Shape 56"/>
          <p:cNvSpPr/>
          <p:nvPr/>
        </p:nvSpPr>
        <p:spPr>
          <a:xfrm>
            <a:off x="6486944" y="5229516"/>
            <a:ext cx="166929" cy="148381"/>
          </a:xfrm>
          <a:custGeom>
            <a:avLst/>
            <a:gdLst/>
            <a:ahLst/>
            <a:cxnLst/>
            <a:rect l="l" t="t" r="r" b="b"/>
            <a:pathLst>
              <a:path w="166929" h="148381">
                <a:moveTo>
                  <a:pt x="89695" y="-5477"/>
                </a:moveTo>
                <a:cubicBezTo>
                  <a:pt x="88507" y="-7796"/>
                  <a:pt x="86102" y="-9274"/>
                  <a:pt x="83493" y="-9274"/>
                </a:cubicBezTo>
                <a:cubicBezTo>
                  <a:pt x="80885" y="-9274"/>
                  <a:pt x="78480" y="-7796"/>
                  <a:pt x="77292" y="-5477"/>
                </a:cubicBezTo>
                <a:lnTo>
                  <a:pt x="55962" y="36313"/>
                </a:lnTo>
                <a:lnTo>
                  <a:pt x="9622" y="43674"/>
                </a:lnTo>
                <a:cubicBezTo>
                  <a:pt x="7042" y="44080"/>
                  <a:pt x="4898" y="45905"/>
                  <a:pt x="4086" y="48398"/>
                </a:cubicBezTo>
                <a:cubicBezTo>
                  <a:pt x="3275" y="50890"/>
                  <a:pt x="3941" y="53614"/>
                  <a:pt x="5767" y="55469"/>
                </a:cubicBezTo>
                <a:lnTo>
                  <a:pt x="38921" y="88652"/>
                </a:lnTo>
                <a:lnTo>
                  <a:pt x="31618" y="134992"/>
                </a:lnTo>
                <a:cubicBezTo>
                  <a:pt x="31212" y="137572"/>
                  <a:pt x="32285" y="140180"/>
                  <a:pt x="34400" y="141716"/>
                </a:cubicBezTo>
                <a:cubicBezTo>
                  <a:pt x="36516" y="143252"/>
                  <a:pt x="39298" y="143484"/>
                  <a:pt x="41645" y="142295"/>
                </a:cubicBezTo>
                <a:lnTo>
                  <a:pt x="83493" y="121024"/>
                </a:lnTo>
                <a:lnTo>
                  <a:pt x="125313" y="142295"/>
                </a:lnTo>
                <a:cubicBezTo>
                  <a:pt x="127631" y="143484"/>
                  <a:pt x="130442" y="143252"/>
                  <a:pt x="132558" y="141716"/>
                </a:cubicBezTo>
                <a:cubicBezTo>
                  <a:pt x="134673" y="140180"/>
                  <a:pt x="135746" y="137601"/>
                  <a:pt x="135340" y="134992"/>
                </a:cubicBezTo>
                <a:lnTo>
                  <a:pt x="128008" y="88652"/>
                </a:lnTo>
                <a:lnTo>
                  <a:pt x="161162" y="55469"/>
                </a:lnTo>
                <a:cubicBezTo>
                  <a:pt x="163017" y="53614"/>
                  <a:pt x="163654" y="50890"/>
                  <a:pt x="162843" y="48398"/>
                </a:cubicBezTo>
                <a:cubicBezTo>
                  <a:pt x="162031" y="45905"/>
                  <a:pt x="159916" y="44080"/>
                  <a:pt x="157307" y="43674"/>
                </a:cubicBezTo>
                <a:lnTo>
                  <a:pt x="110996" y="36313"/>
                </a:lnTo>
                <a:lnTo>
                  <a:pt x="89695" y="-5477"/>
                </a:ln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59" name="Text 57"/>
          <p:cNvSpPr/>
          <p:nvPr/>
        </p:nvSpPr>
        <p:spPr>
          <a:xfrm>
            <a:off x="6708013" y="5176755"/>
            <a:ext cx="4936213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FFFFF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Tech Flash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75609" y="5473518"/>
            <a:ext cx="515213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Header:</a:t>
            </a:r>
            <a:pPr>
              <a:lnSpc>
                <a:spcPct val="120000"/>
              </a:lnSpc>
            </a:pPr>
            <a:r>
              <a:rPr lang="en-US" sz="90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margin of the page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75609" y="5671360"/>
            <a:ext cx="515213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Footer:</a:t>
            </a:r>
            <a:pPr>
              <a:lnSpc>
                <a:spcPct val="120000"/>
              </a:lnSpc>
            </a:pPr>
            <a:r>
              <a:rPr lang="en-US" sz="90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Bottom margin of the page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75609" y="5869202"/>
            <a:ext cx="515213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Shapes:</a:t>
            </a:r>
            <a:pPr>
              <a:lnSpc>
                <a:spcPct val="120000"/>
              </a:lnSpc>
            </a:pPr>
            <a:r>
              <a:rPr lang="en-US" sz="90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Prebuilt visual elements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75609" y="6067043"/>
            <a:ext cx="5152130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 Format:</a:t>
            </a:r>
            <a:pPr>
              <a:lnSpc>
                <a:spcPct val="120000"/>
              </a:lnSpc>
            </a:pPr>
            <a:r>
              <a:rPr lang="en-US" sz="909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effects to shapes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739238" y="6647383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46466" y="0"/>
                </a:moveTo>
                <a:lnTo>
                  <a:pt x="118596" y="0"/>
                </a:lnTo>
                <a:cubicBezTo>
                  <a:pt x="127129" y="0"/>
                  <a:pt x="134084" y="7020"/>
                  <a:pt x="133762" y="15521"/>
                </a:cubicBezTo>
                <a:cubicBezTo>
                  <a:pt x="133698" y="17227"/>
                  <a:pt x="133633" y="18934"/>
                  <a:pt x="133537" y="20609"/>
                </a:cubicBezTo>
                <a:lnTo>
                  <a:pt x="149508" y="20609"/>
                </a:lnTo>
                <a:cubicBezTo>
                  <a:pt x="157913" y="20609"/>
                  <a:pt x="165319" y="27564"/>
                  <a:pt x="164675" y="36645"/>
                </a:cubicBezTo>
                <a:cubicBezTo>
                  <a:pt x="162260" y="70037"/>
                  <a:pt x="145193" y="88391"/>
                  <a:pt x="126678" y="97987"/>
                </a:cubicBezTo>
                <a:cubicBezTo>
                  <a:pt x="121590" y="100628"/>
                  <a:pt x="116406" y="102592"/>
                  <a:pt x="111479" y="104041"/>
                </a:cubicBezTo>
                <a:cubicBezTo>
                  <a:pt x="104975" y="113250"/>
                  <a:pt x="98212" y="118113"/>
                  <a:pt x="92835" y="120721"/>
                </a:cubicBezTo>
                <a:lnTo>
                  <a:pt x="92835" y="144260"/>
                </a:lnTo>
                <a:lnTo>
                  <a:pt x="113443" y="144260"/>
                </a:lnTo>
                <a:cubicBezTo>
                  <a:pt x="119143" y="144260"/>
                  <a:pt x="123748" y="148864"/>
                  <a:pt x="123748" y="154564"/>
                </a:cubicBezTo>
                <a:cubicBezTo>
                  <a:pt x="123748" y="160263"/>
                  <a:pt x="119143" y="164868"/>
                  <a:pt x="113443" y="164868"/>
                </a:cubicBezTo>
                <a:lnTo>
                  <a:pt x="51618" y="164868"/>
                </a:lnTo>
                <a:cubicBezTo>
                  <a:pt x="45918" y="164868"/>
                  <a:pt x="41314" y="160263"/>
                  <a:pt x="41314" y="154564"/>
                </a:cubicBezTo>
                <a:cubicBezTo>
                  <a:pt x="41314" y="148864"/>
                  <a:pt x="45918" y="144260"/>
                  <a:pt x="51618" y="144260"/>
                </a:cubicBezTo>
                <a:lnTo>
                  <a:pt x="72226" y="144260"/>
                </a:lnTo>
                <a:lnTo>
                  <a:pt x="72226" y="120721"/>
                </a:lnTo>
                <a:cubicBezTo>
                  <a:pt x="67074" y="118241"/>
                  <a:pt x="60666" y="113637"/>
                  <a:pt x="54419" y="105168"/>
                </a:cubicBezTo>
                <a:cubicBezTo>
                  <a:pt x="48494" y="103622"/>
                  <a:pt x="42054" y="101272"/>
                  <a:pt x="35775" y="97729"/>
                </a:cubicBezTo>
                <a:cubicBezTo>
                  <a:pt x="18354" y="87973"/>
                  <a:pt x="2640" y="69586"/>
                  <a:pt x="386" y="36580"/>
                </a:cubicBezTo>
                <a:cubicBezTo>
                  <a:pt x="-225" y="27532"/>
                  <a:pt x="7149" y="20576"/>
                  <a:pt x="15553" y="20576"/>
                </a:cubicBezTo>
                <a:lnTo>
                  <a:pt x="31525" y="20576"/>
                </a:lnTo>
                <a:cubicBezTo>
                  <a:pt x="31428" y="18902"/>
                  <a:pt x="31364" y="17227"/>
                  <a:pt x="31299" y="15489"/>
                </a:cubicBezTo>
                <a:cubicBezTo>
                  <a:pt x="30977" y="6955"/>
                  <a:pt x="37933" y="-32"/>
                  <a:pt x="46466" y="-32"/>
                </a:cubicBezTo>
                <a:close/>
                <a:moveTo>
                  <a:pt x="32684" y="36065"/>
                </a:moveTo>
                <a:lnTo>
                  <a:pt x="15811" y="36065"/>
                </a:lnTo>
                <a:cubicBezTo>
                  <a:pt x="17807" y="63339"/>
                  <a:pt x="30333" y="76992"/>
                  <a:pt x="43246" y="84237"/>
                </a:cubicBezTo>
                <a:cubicBezTo>
                  <a:pt x="38609" y="72226"/>
                  <a:pt x="34777" y="56545"/>
                  <a:pt x="32684" y="36065"/>
                </a:cubicBezTo>
                <a:close/>
                <a:moveTo>
                  <a:pt x="122363" y="82692"/>
                </a:moveTo>
                <a:cubicBezTo>
                  <a:pt x="135404" y="75028"/>
                  <a:pt x="147190" y="61407"/>
                  <a:pt x="149186" y="36065"/>
                </a:cubicBezTo>
                <a:lnTo>
                  <a:pt x="132345" y="36065"/>
                </a:lnTo>
                <a:cubicBezTo>
                  <a:pt x="130349" y="55675"/>
                  <a:pt x="126742" y="70906"/>
                  <a:pt x="122363" y="82692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65" name="Text 63"/>
          <p:cNvSpPr/>
          <p:nvPr/>
        </p:nvSpPr>
        <p:spPr>
          <a:xfrm>
            <a:off x="537410" y="6627595"/>
            <a:ext cx="1136607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 job! You've learned so much!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762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50292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533400" y="0"/>
                </a:lnTo>
                <a:cubicBezTo>
                  <a:pt x="827791" y="0"/>
                  <a:pt x="1066800" y="239009"/>
                  <a:pt x="1066800" y="533400"/>
                </a:cubicBezTo>
                <a:lnTo>
                  <a:pt x="1066800" y="533400"/>
                </a:lnTo>
                <a:cubicBezTo>
                  <a:pt x="1066800" y="827791"/>
                  <a:pt x="827791" y="1066800"/>
                  <a:pt x="533400" y="1066800"/>
                </a:cubicBezTo>
                <a:lnTo>
                  <a:pt x="533400" y="1066800"/>
                </a:lnTo>
                <a:cubicBezTo>
                  <a:pt x="239009" y="1066800"/>
                  <a:pt x="0" y="827791"/>
                  <a:pt x="0" y="533400"/>
                </a:cubicBezTo>
                <a:lnTo>
                  <a:pt x="0" y="533400"/>
                </a:lnTo>
                <a:cubicBezTo>
                  <a:pt x="0" y="239009"/>
                  <a:pt x="239009" y="0"/>
                  <a:pt x="533400" y="0"/>
                </a:cubicBezTo>
                <a:close/>
              </a:path>
            </a:pathLst>
          </a:custGeom>
          <a:solidFill>
            <a:srgbClr val="FFD93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0" y="5715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8C42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91050" y="243008"/>
            <a:ext cx="3009900" cy="647700"/>
          </a:xfrm>
          <a:custGeom>
            <a:avLst/>
            <a:gdLst/>
            <a:ahLst/>
            <a:cxnLst/>
            <a:rect l="l" t="t" r="r" b="b"/>
            <a:pathLst>
              <a:path w="3009900" h="647700">
                <a:moveTo>
                  <a:pt x="323850" y="0"/>
                </a:moveTo>
                <a:lnTo>
                  <a:pt x="2686050" y="0"/>
                </a:lnTo>
                <a:cubicBezTo>
                  <a:pt x="2864788" y="0"/>
                  <a:pt x="3009900" y="145112"/>
                  <a:pt x="3009900" y="323850"/>
                </a:cubicBezTo>
                <a:lnTo>
                  <a:pt x="3009900" y="323850"/>
                </a:lnTo>
                <a:cubicBezTo>
                  <a:pt x="3009900" y="502588"/>
                  <a:pt x="2864788" y="647700"/>
                  <a:pt x="2686050" y="647700"/>
                </a:cubicBezTo>
                <a:lnTo>
                  <a:pt x="323850" y="647700"/>
                </a:lnTo>
                <a:cubicBezTo>
                  <a:pt x="145112" y="647700"/>
                  <a:pt x="0" y="502588"/>
                  <a:pt x="0" y="323850"/>
                </a:cubicBezTo>
                <a:lnTo>
                  <a:pt x="0" y="323850"/>
                </a:lnTo>
                <a:cubicBezTo>
                  <a:pt x="0" y="145112"/>
                  <a:pt x="145112" y="0"/>
                  <a:pt x="323850" y="0"/>
                </a:cubicBezTo>
                <a:close/>
              </a:path>
            </a:pathLst>
          </a:custGeom>
          <a:solidFill>
            <a:srgbClr val="FFD93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16091" y="43350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8" name="Text 6"/>
          <p:cNvSpPr/>
          <p:nvPr/>
        </p:nvSpPr>
        <p:spPr>
          <a:xfrm>
            <a:off x="4967288" y="243008"/>
            <a:ext cx="2705100" cy="647700"/>
          </a:xfrm>
          <a:prstGeom prst="rect">
            <a:avLst/>
          </a:prstGeom>
          <a:noFill/>
          <a:ln/>
        </p:spPr>
        <p:txBody>
          <a:bodyPr wrap="square" lIns="304800" tIns="152400" rIns="304800" bIns="15240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Great Job!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3151" y="1119308"/>
            <a:ext cx="5581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What We Learned Today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66305" y="1805108"/>
            <a:ext cx="2667000" cy="1676400"/>
          </a:xfrm>
          <a:custGeom>
            <a:avLst/>
            <a:gdLst/>
            <a:ahLst/>
            <a:cxnLst/>
            <a:rect l="l" t="t" r="r" b="b"/>
            <a:pathLst>
              <a:path w="2667000" h="1676400">
                <a:moveTo>
                  <a:pt x="228594" y="0"/>
                </a:moveTo>
                <a:lnTo>
                  <a:pt x="2438406" y="0"/>
                </a:lnTo>
                <a:cubicBezTo>
                  <a:pt x="2564655" y="0"/>
                  <a:pt x="2667000" y="102345"/>
                  <a:pt x="2667000" y="228594"/>
                </a:cubicBezTo>
                <a:lnTo>
                  <a:pt x="2667000" y="1447806"/>
                </a:lnTo>
                <a:cubicBezTo>
                  <a:pt x="2667000" y="1574055"/>
                  <a:pt x="2564655" y="1676400"/>
                  <a:pt x="2438406" y="1676400"/>
                </a:cubicBezTo>
                <a:lnTo>
                  <a:pt x="228594" y="1676400"/>
                </a:lnTo>
                <a:cubicBezTo>
                  <a:pt x="102345" y="1676400"/>
                  <a:pt x="0" y="1574055"/>
                  <a:pt x="0" y="1447806"/>
                </a:cubicBezTo>
                <a:lnTo>
                  <a:pt x="0" y="228594"/>
                </a:lnTo>
                <a:cubicBezTo>
                  <a:pt x="0" y="102345"/>
                  <a:pt x="102345" y="0"/>
                  <a:pt x="2285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95124" y="19956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77289" y="215753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009180" y="2719508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Types of Books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8705" y="3062408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Storybooks &amp; Comic Books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2262" y="1805108"/>
            <a:ext cx="2667000" cy="1676400"/>
          </a:xfrm>
          <a:custGeom>
            <a:avLst/>
            <a:gdLst/>
            <a:ahLst/>
            <a:cxnLst/>
            <a:rect l="l" t="t" r="r" b="b"/>
            <a:pathLst>
              <a:path w="2667000" h="1676400">
                <a:moveTo>
                  <a:pt x="228594" y="0"/>
                </a:moveTo>
                <a:lnTo>
                  <a:pt x="2438406" y="0"/>
                </a:lnTo>
                <a:cubicBezTo>
                  <a:pt x="2564655" y="0"/>
                  <a:pt x="2667000" y="102345"/>
                  <a:pt x="2667000" y="228594"/>
                </a:cubicBezTo>
                <a:lnTo>
                  <a:pt x="2667000" y="1447806"/>
                </a:lnTo>
                <a:cubicBezTo>
                  <a:pt x="2667000" y="1574055"/>
                  <a:pt x="2564655" y="1676400"/>
                  <a:pt x="2438406" y="1676400"/>
                </a:cubicBezTo>
                <a:lnTo>
                  <a:pt x="228594" y="1676400"/>
                </a:lnTo>
                <a:cubicBezTo>
                  <a:pt x="102345" y="1676400"/>
                  <a:pt x="0" y="1574055"/>
                  <a:pt x="0" y="1447806"/>
                </a:cubicBezTo>
                <a:lnTo>
                  <a:pt x="0" y="228594"/>
                </a:lnTo>
                <a:cubicBezTo>
                  <a:pt x="0" y="102345"/>
                  <a:pt x="102345" y="0"/>
                  <a:pt x="2285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91081" y="19956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55387" y="215753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0"/>
                </a:moveTo>
                <a:cubicBezTo>
                  <a:pt x="144717" y="0"/>
                  <a:pt x="160734" y="11999"/>
                  <a:pt x="160734" y="26789"/>
                </a:cubicBezTo>
                <a:cubicBezTo>
                  <a:pt x="160734" y="32593"/>
                  <a:pt x="158279" y="37951"/>
                  <a:pt x="154037" y="42360"/>
                </a:cubicBezTo>
                <a:cubicBezTo>
                  <a:pt x="150354" y="46211"/>
                  <a:pt x="147340" y="50899"/>
                  <a:pt x="147340" y="56257"/>
                </a:cubicBezTo>
                <a:cubicBezTo>
                  <a:pt x="147340" y="64629"/>
                  <a:pt x="154149" y="71438"/>
                  <a:pt x="162520" y="71438"/>
                </a:cubicBezTo>
                <a:lnTo>
                  <a:pt x="187523" y="71438"/>
                </a:lnTo>
                <a:cubicBezTo>
                  <a:pt x="202313" y="71438"/>
                  <a:pt x="214313" y="83437"/>
                  <a:pt x="214313" y="98227"/>
                </a:cubicBezTo>
                <a:lnTo>
                  <a:pt x="214313" y="123230"/>
                </a:lnTo>
                <a:cubicBezTo>
                  <a:pt x="214313" y="131601"/>
                  <a:pt x="221121" y="138410"/>
                  <a:pt x="229493" y="138410"/>
                </a:cubicBezTo>
                <a:cubicBezTo>
                  <a:pt x="234795" y="138410"/>
                  <a:pt x="239539" y="135396"/>
                  <a:pt x="243390" y="131713"/>
                </a:cubicBezTo>
                <a:cubicBezTo>
                  <a:pt x="247799" y="127527"/>
                  <a:pt x="253157" y="125016"/>
                  <a:pt x="258961" y="125016"/>
                </a:cubicBezTo>
                <a:cubicBezTo>
                  <a:pt x="273751" y="125016"/>
                  <a:pt x="285750" y="141033"/>
                  <a:pt x="285750" y="160734"/>
                </a:cubicBezTo>
                <a:cubicBezTo>
                  <a:pt x="285750" y="180435"/>
                  <a:pt x="273751" y="196453"/>
                  <a:pt x="258961" y="196453"/>
                </a:cubicBezTo>
                <a:cubicBezTo>
                  <a:pt x="253157" y="196453"/>
                  <a:pt x="247743" y="193997"/>
                  <a:pt x="243390" y="189756"/>
                </a:cubicBezTo>
                <a:cubicBezTo>
                  <a:pt x="239539" y="186072"/>
                  <a:pt x="234851" y="183059"/>
                  <a:pt x="229493" y="183059"/>
                </a:cubicBezTo>
                <a:cubicBezTo>
                  <a:pt x="221121" y="183059"/>
                  <a:pt x="214313" y="189867"/>
                  <a:pt x="214313" y="198239"/>
                </a:cubicBezTo>
                <a:lnTo>
                  <a:pt x="214313" y="258961"/>
                </a:lnTo>
                <a:cubicBezTo>
                  <a:pt x="214313" y="273751"/>
                  <a:pt x="202313" y="285750"/>
                  <a:pt x="187523" y="285750"/>
                </a:cubicBezTo>
                <a:lnTo>
                  <a:pt x="155823" y="285750"/>
                </a:lnTo>
                <a:cubicBezTo>
                  <a:pt x="148679" y="285750"/>
                  <a:pt x="142875" y="279946"/>
                  <a:pt x="142875" y="272802"/>
                </a:cubicBezTo>
                <a:cubicBezTo>
                  <a:pt x="142875" y="267667"/>
                  <a:pt x="146112" y="263147"/>
                  <a:pt x="150242" y="260077"/>
                </a:cubicBezTo>
                <a:cubicBezTo>
                  <a:pt x="156716" y="255222"/>
                  <a:pt x="160734" y="248524"/>
                  <a:pt x="160734" y="241102"/>
                </a:cubicBezTo>
                <a:cubicBezTo>
                  <a:pt x="160734" y="226312"/>
                  <a:pt x="144717" y="214313"/>
                  <a:pt x="125016" y="214313"/>
                </a:cubicBezTo>
                <a:cubicBezTo>
                  <a:pt x="105315" y="214313"/>
                  <a:pt x="89297" y="226312"/>
                  <a:pt x="89297" y="241102"/>
                </a:cubicBezTo>
                <a:cubicBezTo>
                  <a:pt x="89297" y="248524"/>
                  <a:pt x="93315" y="255222"/>
                  <a:pt x="99789" y="260077"/>
                </a:cubicBezTo>
                <a:cubicBezTo>
                  <a:pt x="103919" y="263147"/>
                  <a:pt x="107156" y="267612"/>
                  <a:pt x="107156" y="272802"/>
                </a:cubicBezTo>
                <a:cubicBezTo>
                  <a:pt x="107156" y="279946"/>
                  <a:pt x="101352" y="285750"/>
                  <a:pt x="94208" y="285750"/>
                </a:cubicBezTo>
                <a:lnTo>
                  <a:pt x="26789" y="285750"/>
                </a:lnTo>
                <a:cubicBezTo>
                  <a:pt x="11999" y="285750"/>
                  <a:pt x="0" y="273751"/>
                  <a:pt x="0" y="258961"/>
                </a:cubicBezTo>
                <a:lnTo>
                  <a:pt x="0" y="191542"/>
                </a:lnTo>
                <a:cubicBezTo>
                  <a:pt x="0" y="184398"/>
                  <a:pt x="5804" y="178594"/>
                  <a:pt x="12948" y="178594"/>
                </a:cubicBezTo>
                <a:cubicBezTo>
                  <a:pt x="18083" y="178594"/>
                  <a:pt x="22603" y="181831"/>
                  <a:pt x="25673" y="185961"/>
                </a:cubicBezTo>
                <a:cubicBezTo>
                  <a:pt x="30528" y="192435"/>
                  <a:pt x="37226" y="196453"/>
                  <a:pt x="44648" y="196453"/>
                </a:cubicBezTo>
                <a:cubicBezTo>
                  <a:pt x="59438" y="196453"/>
                  <a:pt x="71438" y="180435"/>
                  <a:pt x="71438" y="160734"/>
                </a:cubicBezTo>
                <a:cubicBezTo>
                  <a:pt x="71438" y="141033"/>
                  <a:pt x="59438" y="125016"/>
                  <a:pt x="44648" y="125016"/>
                </a:cubicBezTo>
                <a:cubicBezTo>
                  <a:pt x="37226" y="125016"/>
                  <a:pt x="30528" y="129034"/>
                  <a:pt x="25673" y="135508"/>
                </a:cubicBezTo>
                <a:cubicBezTo>
                  <a:pt x="22603" y="139638"/>
                  <a:pt x="18138" y="142875"/>
                  <a:pt x="12948" y="142875"/>
                </a:cubicBezTo>
                <a:cubicBezTo>
                  <a:pt x="5804" y="142875"/>
                  <a:pt x="0" y="137071"/>
                  <a:pt x="0" y="129927"/>
                </a:cubicBezTo>
                <a:lnTo>
                  <a:pt x="0" y="98227"/>
                </a:lnTo>
                <a:cubicBezTo>
                  <a:pt x="0" y="83437"/>
                  <a:pt x="11999" y="71438"/>
                  <a:pt x="26789" y="71438"/>
                </a:cubicBezTo>
                <a:lnTo>
                  <a:pt x="87511" y="71438"/>
                </a:lnTo>
                <a:cubicBezTo>
                  <a:pt x="95883" y="71438"/>
                  <a:pt x="102691" y="64629"/>
                  <a:pt x="102691" y="56257"/>
                </a:cubicBezTo>
                <a:cubicBezTo>
                  <a:pt x="102691" y="50955"/>
                  <a:pt x="99678" y="46211"/>
                  <a:pt x="95994" y="42360"/>
                </a:cubicBezTo>
                <a:cubicBezTo>
                  <a:pt x="91808" y="37951"/>
                  <a:pt x="89297" y="32593"/>
                  <a:pt x="89297" y="26789"/>
                </a:cubicBezTo>
                <a:cubicBezTo>
                  <a:pt x="89297" y="11999"/>
                  <a:pt x="105315" y="0"/>
                  <a:pt x="12501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05137" y="2719508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Comic Elements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14662" y="3062408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Characters, Dialogues, Background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58219" y="1805108"/>
            <a:ext cx="2667000" cy="1676400"/>
          </a:xfrm>
          <a:custGeom>
            <a:avLst/>
            <a:gdLst/>
            <a:ahLst/>
            <a:cxnLst/>
            <a:rect l="l" t="t" r="r" b="b"/>
            <a:pathLst>
              <a:path w="2667000" h="1676400">
                <a:moveTo>
                  <a:pt x="228594" y="0"/>
                </a:moveTo>
                <a:lnTo>
                  <a:pt x="2438406" y="0"/>
                </a:lnTo>
                <a:cubicBezTo>
                  <a:pt x="2564655" y="0"/>
                  <a:pt x="2667000" y="102345"/>
                  <a:pt x="2667000" y="228594"/>
                </a:cubicBezTo>
                <a:lnTo>
                  <a:pt x="2667000" y="1447806"/>
                </a:lnTo>
                <a:cubicBezTo>
                  <a:pt x="2667000" y="1574055"/>
                  <a:pt x="2564655" y="1676400"/>
                  <a:pt x="2438406" y="1676400"/>
                </a:cubicBezTo>
                <a:lnTo>
                  <a:pt x="228594" y="1676400"/>
                </a:lnTo>
                <a:cubicBezTo>
                  <a:pt x="102345" y="1676400"/>
                  <a:pt x="0" y="1574055"/>
                  <a:pt x="0" y="1447806"/>
                </a:cubicBezTo>
                <a:lnTo>
                  <a:pt x="0" y="228594"/>
                </a:lnTo>
                <a:cubicBezTo>
                  <a:pt x="0" y="102345"/>
                  <a:pt x="102345" y="0"/>
                  <a:pt x="2285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7038" y="19956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D9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815626" y="215753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1438" y="17859"/>
                </a:moveTo>
                <a:cubicBezTo>
                  <a:pt x="51736" y="17859"/>
                  <a:pt x="35719" y="33877"/>
                  <a:pt x="35719" y="53578"/>
                </a:cubicBezTo>
                <a:lnTo>
                  <a:pt x="35719" y="187523"/>
                </a:lnTo>
                <a:lnTo>
                  <a:pt x="71438" y="187523"/>
                </a:lnTo>
                <a:lnTo>
                  <a:pt x="71438" y="53578"/>
                </a:lnTo>
                <a:lnTo>
                  <a:pt x="285750" y="53578"/>
                </a:lnTo>
                <a:lnTo>
                  <a:pt x="285750" y="187523"/>
                </a:lnTo>
                <a:lnTo>
                  <a:pt x="321469" y="187523"/>
                </a:lnTo>
                <a:lnTo>
                  <a:pt x="321469" y="53578"/>
                </a:lnTo>
                <a:cubicBezTo>
                  <a:pt x="321469" y="33877"/>
                  <a:pt x="305451" y="17859"/>
                  <a:pt x="285750" y="17859"/>
                </a:cubicBezTo>
                <a:lnTo>
                  <a:pt x="71438" y="17859"/>
                </a:lnTo>
                <a:close/>
                <a:moveTo>
                  <a:pt x="10716" y="214313"/>
                </a:moveTo>
                <a:cubicBezTo>
                  <a:pt x="4800" y="214313"/>
                  <a:pt x="0" y="219112"/>
                  <a:pt x="0" y="225028"/>
                </a:cubicBezTo>
                <a:cubicBezTo>
                  <a:pt x="0" y="248692"/>
                  <a:pt x="19199" y="267891"/>
                  <a:pt x="42863" y="267891"/>
                </a:cubicBezTo>
                <a:lnTo>
                  <a:pt x="314325" y="267891"/>
                </a:lnTo>
                <a:cubicBezTo>
                  <a:pt x="337989" y="267891"/>
                  <a:pt x="357187" y="248692"/>
                  <a:pt x="357187" y="225028"/>
                </a:cubicBezTo>
                <a:cubicBezTo>
                  <a:pt x="357187" y="219112"/>
                  <a:pt x="352388" y="214313"/>
                  <a:pt x="346472" y="214313"/>
                </a:cubicBezTo>
                <a:lnTo>
                  <a:pt x="10716" y="214313"/>
                </a:lnTo>
                <a:close/>
              </a:path>
            </a:pathLst>
          </a:custGeom>
          <a:solidFill>
            <a:srgbClr val="3D405B"/>
          </a:solidFill>
          <a:ln/>
        </p:spPr>
      </p:sp>
      <p:sp>
        <p:nvSpPr>
          <p:cNvPr id="23" name="Text 21"/>
          <p:cNvSpPr/>
          <p:nvPr/>
        </p:nvSpPr>
        <p:spPr>
          <a:xfrm>
            <a:off x="7801094" y="2719508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MS Word Skills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10619" y="3062408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Tab &amp; Creating Comics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38400" y="3710108"/>
            <a:ext cx="7315200" cy="2181225"/>
          </a:xfrm>
          <a:custGeom>
            <a:avLst/>
            <a:gdLst/>
            <a:ahLst/>
            <a:cxnLst/>
            <a:rect l="l" t="t" r="r" b="b"/>
            <a:pathLst>
              <a:path w="7315200" h="2181225">
                <a:moveTo>
                  <a:pt x="228592" y="0"/>
                </a:moveTo>
                <a:lnTo>
                  <a:pt x="7086608" y="0"/>
                </a:lnTo>
                <a:cubicBezTo>
                  <a:pt x="7212856" y="0"/>
                  <a:pt x="7315200" y="102344"/>
                  <a:pt x="7315200" y="228592"/>
                </a:cubicBezTo>
                <a:lnTo>
                  <a:pt x="7315200" y="1952633"/>
                </a:lnTo>
                <a:cubicBezTo>
                  <a:pt x="7315200" y="2078881"/>
                  <a:pt x="7212856" y="2181225"/>
                  <a:pt x="7086608" y="2181225"/>
                </a:cubicBezTo>
                <a:lnTo>
                  <a:pt x="228592" y="2181225"/>
                </a:lnTo>
                <a:cubicBezTo>
                  <a:pt x="102344" y="2181225"/>
                  <a:pt x="0" y="2078881"/>
                  <a:pt x="0" y="1952633"/>
                </a:cubicBezTo>
                <a:lnTo>
                  <a:pt x="0" y="228592"/>
                </a:lnTo>
                <a:cubicBezTo>
                  <a:pt x="0" y="102429"/>
                  <a:pt x="102429" y="0"/>
                  <a:pt x="2285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38557" y="398442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FF8C42"/>
          </a:solidFill>
          <a:ln/>
        </p:spPr>
      </p:sp>
      <p:sp>
        <p:nvSpPr>
          <p:cNvPr id="27" name="Text 25"/>
          <p:cNvSpPr/>
          <p:nvPr/>
        </p:nvSpPr>
        <p:spPr>
          <a:xfrm>
            <a:off x="2914650" y="3938708"/>
            <a:ext cx="66579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3D40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 that you know how to create a comic book, why don't you try to create a storybook?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67000" y="4710233"/>
            <a:ext cx="6858000" cy="952500"/>
          </a:xfrm>
          <a:custGeom>
            <a:avLst/>
            <a:gdLst/>
            <a:ahLst/>
            <a:cxnLst/>
            <a:rect l="l" t="t" r="r" b="b"/>
            <a:pathLst>
              <a:path w="6858000" h="952500">
                <a:moveTo>
                  <a:pt x="152400" y="0"/>
                </a:moveTo>
                <a:lnTo>
                  <a:pt x="6705600" y="0"/>
                </a:lnTo>
                <a:cubicBezTo>
                  <a:pt x="6789712" y="0"/>
                  <a:pt x="6858000" y="68288"/>
                  <a:pt x="6858000" y="152400"/>
                </a:cubicBezTo>
                <a:lnTo>
                  <a:pt x="6858000" y="800100"/>
                </a:lnTo>
                <a:cubicBezTo>
                  <a:pt x="6858000" y="884212"/>
                  <a:pt x="6789712" y="952500"/>
                  <a:pt x="6705600" y="952500"/>
                </a:cubicBezTo>
                <a:lnTo>
                  <a:pt x="152400" y="952500"/>
                </a:lnTo>
                <a:cubicBezTo>
                  <a:pt x="68288" y="952500"/>
                  <a:pt x="0" y="884212"/>
                  <a:pt x="0" y="80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ECDC4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762250" y="4862633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405B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That is a great idea!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776538" y="5243513"/>
            <a:ext cx="663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D405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 will try! 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37767" y="6119813"/>
            <a:ext cx="1971675" cy="495300"/>
          </a:xfrm>
          <a:custGeom>
            <a:avLst/>
            <a:gdLst/>
            <a:ahLst/>
            <a:cxnLst/>
            <a:rect l="l" t="t" r="r" b="b"/>
            <a:pathLst>
              <a:path w="1971675" h="495300">
                <a:moveTo>
                  <a:pt x="152399" y="0"/>
                </a:moveTo>
                <a:lnTo>
                  <a:pt x="1819276" y="0"/>
                </a:lnTo>
                <a:cubicBezTo>
                  <a:pt x="1903444" y="0"/>
                  <a:pt x="1971675" y="68231"/>
                  <a:pt x="1971675" y="152399"/>
                </a:cubicBezTo>
                <a:lnTo>
                  <a:pt x="1971675" y="342901"/>
                </a:lnTo>
                <a:cubicBezTo>
                  <a:pt x="1971675" y="427069"/>
                  <a:pt x="1903444" y="495300"/>
                  <a:pt x="181927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8C42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0179" y="62569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285417" y="6119813"/>
            <a:ext cx="177165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Creating!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4937" y="6119813"/>
            <a:ext cx="1990725" cy="495300"/>
          </a:xfrm>
          <a:custGeom>
            <a:avLst/>
            <a:gdLst/>
            <a:ahLst/>
            <a:cxnLst/>
            <a:rect l="l" t="t" r="r" b="b"/>
            <a:pathLst>
              <a:path w="1990725" h="495300">
                <a:moveTo>
                  <a:pt x="152399" y="0"/>
                </a:moveTo>
                <a:lnTo>
                  <a:pt x="1838326" y="0"/>
                </a:lnTo>
                <a:cubicBezTo>
                  <a:pt x="1922494" y="0"/>
                  <a:pt x="1990725" y="68231"/>
                  <a:pt x="1990725" y="152399"/>
                </a:cubicBezTo>
                <a:lnTo>
                  <a:pt x="1990725" y="342901"/>
                </a:lnTo>
                <a:cubicBezTo>
                  <a:pt x="1990725" y="427069"/>
                  <a:pt x="1922494" y="495300"/>
                  <a:pt x="1838326" y="495300"/>
                </a:cubicBezTo>
                <a:lnTo>
                  <a:pt x="152399" y="495300"/>
                </a:lnTo>
                <a:cubicBezTo>
                  <a:pt x="68231" y="495300"/>
                  <a:pt x="0" y="427069"/>
                  <a:pt x="0" y="3429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7350" y="62569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12587" y="6119813"/>
            <a:ext cx="179070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Learning!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Design - Grade 3</dc:title>
  <dc:subject>Page Design - Grade 3</dc:subject>
  <dc:creator>Kimi</dc:creator>
  <cp:lastModifiedBy>Kimi</cp:lastModifiedBy>
  <cp:revision>1</cp:revision>
  <dcterms:created xsi:type="dcterms:W3CDTF">2026-02-07T14:04:42Z</dcterms:created>
  <dcterms:modified xsi:type="dcterms:W3CDTF">2026-02-07T14:04:42Z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{"Label":"Page Design - Grade 3","ContentProducer":"001191110108MACG2KBH8F10000","ProduceID":"19c38697-9832-8426-8000-000097e7c93f","ReservedCode1":"","ContentPropagator":"001191110108MACG2KBH8F20000","PropagateID":"19c38697-9832-8426-8000-000097e7c93f","ReservedCode2":""}</vt:lpwstr>
  </property>
</Properties>
</file>