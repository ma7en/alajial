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5979"/>
  <p:notesSz cx="6855979" cy="12192000"/>
  <p:embeddedFontLst>
    <p:embeddedFont>
      <p:font typeface="Quattrocento Sans" charset="-122" pitchFamily="34"/>
      <p:regular r:id="rId19"/>
    </p:embeddedFont>
    <p:embeddedFont>
      <p:font typeface="ZCOOL KuaiLe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3562" y="-862387"/>
            <a:ext cx="2587162" cy="2587162"/>
          </a:xfrm>
          <a:custGeom>
            <a:avLst/>
            <a:gdLst/>
            <a:ahLst/>
            <a:cxnLst/>
            <a:rect l="l" t="t" r="r" b="b"/>
            <a:pathLst>
              <a:path w="2587162" h="2587162">
                <a:moveTo>
                  <a:pt x="1293581" y="0"/>
                </a:moveTo>
                <a:lnTo>
                  <a:pt x="1293581" y="0"/>
                </a:lnTo>
                <a:cubicBezTo>
                  <a:pt x="2007528" y="0"/>
                  <a:pt x="2587162" y="579634"/>
                  <a:pt x="2587162" y="1293581"/>
                </a:cubicBezTo>
                <a:lnTo>
                  <a:pt x="2587162" y="1293581"/>
                </a:lnTo>
                <a:cubicBezTo>
                  <a:pt x="2587162" y="2007528"/>
                  <a:pt x="2007528" y="2587162"/>
                  <a:pt x="1293581" y="2587162"/>
                </a:cubicBezTo>
                <a:lnTo>
                  <a:pt x="1293581" y="2587162"/>
                </a:lnTo>
                <a:cubicBezTo>
                  <a:pt x="579634" y="2587162"/>
                  <a:pt x="0" y="2007528"/>
                  <a:pt x="0" y="1293581"/>
                </a:cubicBezTo>
                <a:lnTo>
                  <a:pt x="0" y="1293581"/>
                </a:lnTo>
                <a:cubicBezTo>
                  <a:pt x="0" y="579634"/>
                  <a:pt x="579634" y="0"/>
                  <a:pt x="1293581" y="0"/>
                </a:cubicBezTo>
                <a:close/>
              </a:path>
            </a:pathLst>
          </a:custGeom>
          <a:solidFill>
            <a:srgbClr val="4ECD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34865" y="4786249"/>
            <a:ext cx="3104594" cy="3104594"/>
          </a:xfrm>
          <a:custGeom>
            <a:avLst/>
            <a:gdLst/>
            <a:ahLst/>
            <a:cxnLst/>
            <a:rect l="l" t="t" r="r" b="b"/>
            <a:pathLst>
              <a:path w="3104594" h="3104594">
                <a:moveTo>
                  <a:pt x="1552297" y="0"/>
                </a:moveTo>
                <a:lnTo>
                  <a:pt x="1552297" y="0"/>
                </a:lnTo>
                <a:cubicBezTo>
                  <a:pt x="2409033" y="0"/>
                  <a:pt x="3104594" y="695561"/>
                  <a:pt x="3104594" y="1552297"/>
                </a:cubicBezTo>
                <a:lnTo>
                  <a:pt x="3104594" y="1552297"/>
                </a:lnTo>
                <a:cubicBezTo>
                  <a:pt x="3104594" y="2409033"/>
                  <a:pt x="2409033" y="3104594"/>
                  <a:pt x="1552297" y="3104594"/>
                </a:cubicBezTo>
                <a:lnTo>
                  <a:pt x="1552297" y="3104594"/>
                </a:lnTo>
                <a:cubicBezTo>
                  <a:pt x="695561" y="3104594"/>
                  <a:pt x="0" y="2409033"/>
                  <a:pt x="0" y="1552297"/>
                </a:cubicBezTo>
                <a:lnTo>
                  <a:pt x="0" y="1552297"/>
                </a:lnTo>
                <a:cubicBezTo>
                  <a:pt x="0" y="695561"/>
                  <a:pt x="695561" y="0"/>
                  <a:pt x="1552297" y="0"/>
                </a:cubicBezTo>
                <a:close/>
              </a:path>
            </a:pathLst>
          </a:custGeom>
          <a:solidFill>
            <a:srgbClr val="FFD16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849289" y="1139968"/>
            <a:ext cx="873167" cy="485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2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52465" y="1228902"/>
            <a:ext cx="727639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56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4185" y="3363310"/>
            <a:ext cx="727639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56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47058" y="3306716"/>
            <a:ext cx="889337" cy="485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2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35241" y="1519958"/>
            <a:ext cx="6120255" cy="2199088"/>
          </a:xfrm>
          <a:prstGeom prst="rect">
            <a:avLst/>
          </a:prstGeom>
          <a:noFill/>
          <a:ln/>
        </p:spPr>
        <p:txBody>
          <a:bodyPr wrap="square" lIns="388074" tIns="129358" rIns="388074" bIns="129358" rtlCol="0" anchor="ctr"/>
          <a:lstStyle/>
          <a:p>
            <a:pPr algn="ctr">
              <a:lnSpc>
                <a:spcPct val="100000"/>
              </a:lnSpc>
            </a:pPr>
            <a:r>
              <a:rPr lang="en-US" sz="6111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Video Editing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111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Adventure!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56514" y="4171798"/>
            <a:ext cx="5877708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2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How to Edit Videos Like a Pro!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3456" y="4818589"/>
            <a:ext cx="1487618" cy="517432"/>
          </a:xfrm>
          <a:custGeom>
            <a:avLst/>
            <a:gdLst/>
            <a:ahLst/>
            <a:cxnLst/>
            <a:rect l="l" t="t" r="r" b="b"/>
            <a:pathLst>
              <a:path w="1487618" h="517432">
                <a:moveTo>
                  <a:pt x="258716" y="0"/>
                </a:moveTo>
                <a:lnTo>
                  <a:pt x="1228902" y="0"/>
                </a:lnTo>
                <a:cubicBezTo>
                  <a:pt x="1371691" y="0"/>
                  <a:pt x="1487618" y="115927"/>
                  <a:pt x="1487618" y="258716"/>
                </a:cubicBezTo>
                <a:lnTo>
                  <a:pt x="1487618" y="258716"/>
                </a:lnTo>
                <a:cubicBezTo>
                  <a:pt x="1487618" y="401506"/>
                  <a:pt x="1371691" y="517432"/>
                  <a:pt x="1228902" y="517432"/>
                </a:cubicBezTo>
                <a:lnTo>
                  <a:pt x="258716" y="517432"/>
                </a:lnTo>
                <a:cubicBezTo>
                  <a:pt x="115927" y="517432"/>
                  <a:pt x="0" y="401506"/>
                  <a:pt x="0" y="258716"/>
                </a:cubicBezTo>
                <a:lnTo>
                  <a:pt x="0" y="258716"/>
                </a:lnTo>
                <a:cubicBezTo>
                  <a:pt x="0" y="115927"/>
                  <a:pt x="115927" y="0"/>
                  <a:pt x="258716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21273" dist="80849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3662" y="4972202"/>
            <a:ext cx="1065562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 Grade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3469" y="4818589"/>
            <a:ext cx="1802928" cy="517432"/>
          </a:xfrm>
          <a:custGeom>
            <a:avLst/>
            <a:gdLst/>
            <a:ahLst/>
            <a:cxnLst/>
            <a:rect l="l" t="t" r="r" b="b"/>
            <a:pathLst>
              <a:path w="1802928" h="517432">
                <a:moveTo>
                  <a:pt x="258716" y="0"/>
                </a:moveTo>
                <a:lnTo>
                  <a:pt x="1544212" y="0"/>
                </a:lnTo>
                <a:cubicBezTo>
                  <a:pt x="1687002" y="0"/>
                  <a:pt x="1802928" y="115927"/>
                  <a:pt x="1802928" y="258716"/>
                </a:cubicBezTo>
                <a:lnTo>
                  <a:pt x="1802928" y="258716"/>
                </a:lnTo>
                <a:cubicBezTo>
                  <a:pt x="1802928" y="401506"/>
                  <a:pt x="1687002" y="517432"/>
                  <a:pt x="1544212" y="517432"/>
                </a:cubicBezTo>
                <a:lnTo>
                  <a:pt x="258716" y="517432"/>
                </a:lnTo>
                <a:cubicBezTo>
                  <a:pt x="115927" y="517432"/>
                  <a:pt x="0" y="401506"/>
                  <a:pt x="0" y="258716"/>
                </a:cubicBezTo>
                <a:lnTo>
                  <a:pt x="0" y="258716"/>
                </a:lnTo>
                <a:cubicBezTo>
                  <a:pt x="0" y="115927"/>
                  <a:pt x="115927" y="0"/>
                  <a:pt x="258716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21273" dist="80849" dir="5400000">
              <a:srgbClr val="000000">
                <a:alpha val="10196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3675" y="4972202"/>
            <a:ext cx="1380872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🎨 Fun &amp; Easy!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720770" y="238093"/>
            <a:ext cx="1468813" cy="81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418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285233" y="5828640"/>
            <a:ext cx="1146184" cy="61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13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-360000">
            <a:off x="305972" y="305971"/>
            <a:ext cx="679220" cy="679220"/>
          </a:xfrm>
          <a:custGeom>
            <a:avLst/>
            <a:gdLst/>
            <a:ahLst/>
            <a:cxnLst/>
            <a:rect l="l" t="t" r="r" b="b"/>
            <a:pathLst>
              <a:path w="679220" h="679220">
                <a:moveTo>
                  <a:pt x="135844" y="0"/>
                </a:moveTo>
                <a:lnTo>
                  <a:pt x="543376" y="0"/>
                </a:lnTo>
                <a:cubicBezTo>
                  <a:pt x="618401" y="0"/>
                  <a:pt x="679220" y="60819"/>
                  <a:pt x="679220" y="135844"/>
                </a:cubicBezTo>
                <a:lnTo>
                  <a:pt x="679220" y="543376"/>
                </a:lnTo>
                <a:cubicBezTo>
                  <a:pt x="679220" y="618401"/>
                  <a:pt x="618401" y="679220"/>
                  <a:pt x="543376" y="679220"/>
                </a:cubicBezTo>
                <a:lnTo>
                  <a:pt x="135844" y="679220"/>
                </a:lnTo>
                <a:cubicBezTo>
                  <a:pt x="60819" y="679220"/>
                  <a:pt x="0" y="618401"/>
                  <a:pt x="0" y="543376"/>
                </a:cubicBezTo>
                <a:lnTo>
                  <a:pt x="0" y="135844"/>
                </a:lnTo>
                <a:cubicBezTo>
                  <a:pt x="0" y="60819"/>
                  <a:pt x="60819" y="0"/>
                  <a:pt x="135844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212256" dist="169805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360000">
            <a:off x="393790" y="448809"/>
            <a:ext cx="738652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2596" y="424513"/>
            <a:ext cx="5798841" cy="509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11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Meet Lily &amp; Her Friend!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591" y="1239577"/>
            <a:ext cx="5586585" cy="1952758"/>
          </a:xfrm>
          <a:custGeom>
            <a:avLst/>
            <a:gdLst/>
            <a:ahLst/>
            <a:cxnLst/>
            <a:rect l="l" t="t" r="r" b="b"/>
            <a:pathLst>
              <a:path w="5586585" h="1952758">
                <a:moveTo>
                  <a:pt x="203770" y="0"/>
                </a:moveTo>
                <a:lnTo>
                  <a:pt x="5382815" y="0"/>
                </a:lnTo>
                <a:cubicBezTo>
                  <a:pt x="5495354" y="0"/>
                  <a:pt x="5586585" y="91231"/>
                  <a:pt x="5586585" y="203770"/>
                </a:cubicBezTo>
                <a:lnTo>
                  <a:pt x="5586585" y="1748987"/>
                </a:lnTo>
                <a:cubicBezTo>
                  <a:pt x="5586585" y="1861527"/>
                  <a:pt x="5495354" y="1952758"/>
                  <a:pt x="5382815" y="1952758"/>
                </a:cubicBezTo>
                <a:lnTo>
                  <a:pt x="203770" y="1952758"/>
                </a:lnTo>
                <a:cubicBezTo>
                  <a:pt x="91231" y="1952758"/>
                  <a:pt x="0" y="1861527"/>
                  <a:pt x="0" y="1748987"/>
                </a:cubicBezTo>
                <a:lnTo>
                  <a:pt x="0" y="203770"/>
                </a:lnTo>
                <a:cubicBezTo>
                  <a:pt x="0" y="91306"/>
                  <a:pt x="91306" y="0"/>
                  <a:pt x="20377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12256" dist="169805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7337" y="1770483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27354" dist="84903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4046" y="1889346"/>
            <a:ext cx="475454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6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6557" y="1770483"/>
            <a:ext cx="456775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Lily Made a Video!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6557" y="2110093"/>
            <a:ext cx="4550774" cy="551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7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Lily and her friend made an amazing video of </a:t>
            </a:r>
            <a:pPr>
              <a:lnSpc>
                <a:spcPct val="140000"/>
              </a:lnSpc>
            </a:pPr>
            <a:r>
              <a:rPr lang="en-US" sz="1337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their dogs playing with a ball!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591" y="3396631"/>
            <a:ext cx="5586585" cy="1952758"/>
          </a:xfrm>
          <a:custGeom>
            <a:avLst/>
            <a:gdLst/>
            <a:ahLst/>
            <a:cxnLst/>
            <a:rect l="l" t="t" r="r" b="b"/>
            <a:pathLst>
              <a:path w="5586585" h="1952758">
                <a:moveTo>
                  <a:pt x="203770" y="0"/>
                </a:moveTo>
                <a:lnTo>
                  <a:pt x="5382815" y="0"/>
                </a:lnTo>
                <a:cubicBezTo>
                  <a:pt x="5495354" y="0"/>
                  <a:pt x="5586585" y="91231"/>
                  <a:pt x="5586585" y="203770"/>
                </a:cubicBezTo>
                <a:lnTo>
                  <a:pt x="5586585" y="1748987"/>
                </a:lnTo>
                <a:cubicBezTo>
                  <a:pt x="5586585" y="1861527"/>
                  <a:pt x="5495354" y="1952758"/>
                  <a:pt x="5382815" y="1952758"/>
                </a:cubicBezTo>
                <a:lnTo>
                  <a:pt x="203770" y="1952758"/>
                </a:lnTo>
                <a:cubicBezTo>
                  <a:pt x="91231" y="1952758"/>
                  <a:pt x="0" y="1861527"/>
                  <a:pt x="0" y="1748987"/>
                </a:cubicBezTo>
                <a:lnTo>
                  <a:pt x="0" y="203770"/>
                </a:lnTo>
                <a:cubicBezTo>
                  <a:pt x="0" y="91306"/>
                  <a:pt x="91306" y="0"/>
                  <a:pt x="20377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12256" dist="16980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7337" y="3927537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27354" dist="84903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4046" y="4046400"/>
            <a:ext cx="475454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6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6557" y="3927537"/>
            <a:ext cx="456775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 Snoopy!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6557" y="4267147"/>
            <a:ext cx="4550774" cy="551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7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the end of the video, </a:t>
            </a:r>
            <a:pPr>
              <a:lnSpc>
                <a:spcPct val="140000"/>
              </a:lnSpc>
            </a:pPr>
            <a:r>
              <a:rPr lang="en-US" sz="1337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Snoopy ran behind a bush </a:t>
            </a:r>
            <a:pPr>
              <a:lnSpc>
                <a:spcPct val="140000"/>
              </a:lnSpc>
            </a:pPr>
            <a:r>
              <a:rPr lang="en-US" sz="1337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disappeared!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6591" y="5553818"/>
            <a:ext cx="5586585" cy="1952758"/>
          </a:xfrm>
          <a:custGeom>
            <a:avLst/>
            <a:gdLst/>
            <a:ahLst/>
            <a:cxnLst/>
            <a:rect l="l" t="t" r="r" b="b"/>
            <a:pathLst>
              <a:path w="5586585" h="1952758">
                <a:moveTo>
                  <a:pt x="203770" y="0"/>
                </a:moveTo>
                <a:lnTo>
                  <a:pt x="5382815" y="0"/>
                </a:lnTo>
                <a:cubicBezTo>
                  <a:pt x="5495354" y="0"/>
                  <a:pt x="5586585" y="91231"/>
                  <a:pt x="5586585" y="203770"/>
                </a:cubicBezTo>
                <a:lnTo>
                  <a:pt x="5586585" y="1748987"/>
                </a:lnTo>
                <a:cubicBezTo>
                  <a:pt x="5586585" y="1861527"/>
                  <a:pt x="5495354" y="1952758"/>
                  <a:pt x="5382815" y="1952758"/>
                </a:cubicBezTo>
                <a:lnTo>
                  <a:pt x="203770" y="1952758"/>
                </a:lnTo>
                <a:cubicBezTo>
                  <a:pt x="91231" y="1952758"/>
                  <a:pt x="0" y="1861527"/>
                  <a:pt x="0" y="1748987"/>
                </a:cubicBezTo>
                <a:lnTo>
                  <a:pt x="0" y="203770"/>
                </a:lnTo>
                <a:cubicBezTo>
                  <a:pt x="0" y="91306"/>
                  <a:pt x="91306" y="0"/>
                  <a:pt x="20377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12256" dist="169805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7337" y="6084724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27354" dist="84903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8557" y="6203587"/>
            <a:ext cx="466964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6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✂️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6557" y="6084724"/>
            <a:ext cx="456775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Should We Do?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6557" y="6424334"/>
            <a:ext cx="4550774" cy="551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7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Lily wants to </a:t>
            </a:r>
            <a:pPr>
              <a:lnSpc>
                <a:spcPct val="140000"/>
              </a:lnSpc>
            </a:pPr>
            <a:r>
              <a:rPr lang="en-US" sz="1337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that part </a:t>
            </a:r>
            <a:pPr>
              <a:lnSpc>
                <a:spcPct val="140000"/>
              </a:lnSpc>
            </a:pPr>
            <a:r>
              <a:rPr lang="en-US" sz="1337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the video. Let's help her!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0682" y="1239577"/>
            <a:ext cx="5586585" cy="6265805"/>
          </a:xfrm>
          <a:custGeom>
            <a:avLst/>
            <a:gdLst/>
            <a:ahLst/>
            <a:cxnLst/>
            <a:rect l="l" t="t" r="r" b="b"/>
            <a:pathLst>
              <a:path w="5586585" h="6265805">
                <a:moveTo>
                  <a:pt x="203743" y="0"/>
                </a:moveTo>
                <a:lnTo>
                  <a:pt x="5382842" y="0"/>
                </a:lnTo>
                <a:cubicBezTo>
                  <a:pt x="5495366" y="0"/>
                  <a:pt x="5586585" y="91219"/>
                  <a:pt x="5586585" y="203743"/>
                </a:cubicBezTo>
                <a:lnTo>
                  <a:pt x="5586585" y="6062062"/>
                </a:lnTo>
                <a:cubicBezTo>
                  <a:pt x="5586585" y="6174586"/>
                  <a:pt x="5495366" y="6265805"/>
                  <a:pt x="5382842" y="6265805"/>
                </a:cubicBezTo>
                <a:lnTo>
                  <a:pt x="203743" y="6265805"/>
                </a:lnTo>
                <a:cubicBezTo>
                  <a:pt x="91219" y="6265805"/>
                  <a:pt x="0" y="6174586"/>
                  <a:pt x="0" y="6062062"/>
                </a:cubicBezTo>
                <a:lnTo>
                  <a:pt x="0" y="203743"/>
                </a:lnTo>
                <a:cubicBezTo>
                  <a:pt x="0" y="91219"/>
                  <a:pt x="91219" y="0"/>
                  <a:pt x="203743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12256" dist="169805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3506" y="1392401"/>
            <a:ext cx="5280936" cy="5280936"/>
          </a:xfrm>
          <a:custGeom>
            <a:avLst/>
            <a:gdLst/>
            <a:ahLst/>
            <a:cxnLst/>
            <a:rect l="l" t="t" r="r" b="b"/>
            <a:pathLst>
              <a:path w="5280936" h="5280936">
                <a:moveTo>
                  <a:pt x="135826" y="0"/>
                </a:moveTo>
                <a:lnTo>
                  <a:pt x="5145110" y="0"/>
                </a:lnTo>
                <a:cubicBezTo>
                  <a:pt x="5220125" y="0"/>
                  <a:pt x="5280936" y="60811"/>
                  <a:pt x="5280936" y="135826"/>
                </a:cubicBezTo>
                <a:lnTo>
                  <a:pt x="5280936" y="5145110"/>
                </a:lnTo>
                <a:cubicBezTo>
                  <a:pt x="5280936" y="5220125"/>
                  <a:pt x="5220125" y="5280936"/>
                  <a:pt x="5145110" y="5280936"/>
                </a:cubicBezTo>
                <a:lnTo>
                  <a:pt x="135826" y="5280936"/>
                </a:lnTo>
                <a:cubicBezTo>
                  <a:pt x="60811" y="5280936"/>
                  <a:pt x="0" y="5220125"/>
                  <a:pt x="0" y="5145110"/>
                </a:cubicBezTo>
                <a:lnTo>
                  <a:pt x="0" y="135826"/>
                </a:lnTo>
                <a:cubicBezTo>
                  <a:pt x="0" y="60811"/>
                  <a:pt x="60811" y="0"/>
                  <a:pt x="13582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FFD166">
                  <a:alpha val="20000"/>
                </a:srgbClr>
              </a:gs>
            </a:gsLst>
            <a:lin ang="2700000" scaled="1"/>
          </a:gradFill>
          <a:ln/>
        </p:spPr>
      </p:sp>
      <p:pic>
        <p:nvPicPr>
          <p:cNvPr id="24" name="Image 0" descr="https://kimi-web-img.moonshot.cn/img/static.vecteezy.com/43efeca6e0c0616dd1afc9c58f3fbb09bb4a1e2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9350" y="1528245"/>
            <a:ext cx="5009248" cy="5009248"/>
          </a:xfrm>
          <a:prstGeom prst="roundRect">
            <a:avLst>
              <a:gd name="adj" fmla="val 2034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6403506" y="6811038"/>
            <a:ext cx="5280936" cy="543376"/>
          </a:xfrm>
          <a:custGeom>
            <a:avLst/>
            <a:gdLst/>
            <a:ahLst/>
            <a:cxnLst/>
            <a:rect l="l" t="t" r="r" b="b"/>
            <a:pathLst>
              <a:path w="5280936" h="543376">
                <a:moveTo>
                  <a:pt x="135844" y="0"/>
                </a:moveTo>
                <a:lnTo>
                  <a:pt x="5145092" y="0"/>
                </a:lnTo>
                <a:cubicBezTo>
                  <a:pt x="5220116" y="0"/>
                  <a:pt x="5280936" y="60819"/>
                  <a:pt x="5280936" y="135844"/>
                </a:cubicBezTo>
                <a:lnTo>
                  <a:pt x="5280936" y="407532"/>
                </a:lnTo>
                <a:cubicBezTo>
                  <a:pt x="5280936" y="482557"/>
                  <a:pt x="5220116" y="543376"/>
                  <a:pt x="5145092" y="543376"/>
                </a:cubicBezTo>
                <a:lnTo>
                  <a:pt x="135844" y="543376"/>
                </a:lnTo>
                <a:cubicBezTo>
                  <a:pt x="60819" y="543376"/>
                  <a:pt x="0" y="482557"/>
                  <a:pt x="0" y="407532"/>
                </a:cubicBezTo>
                <a:lnTo>
                  <a:pt x="0" y="135844"/>
                </a:lnTo>
                <a:cubicBezTo>
                  <a:pt x="0" y="60819"/>
                  <a:pt x="60819" y="0"/>
                  <a:pt x="135844" y="0"/>
                </a:cubicBezTo>
                <a:close/>
              </a:path>
            </a:pathLst>
          </a:custGeom>
          <a:solidFill>
            <a:srgbClr val="FFD166"/>
          </a:solidFill>
          <a:ln/>
        </p:spPr>
      </p:sp>
      <p:sp>
        <p:nvSpPr>
          <p:cNvPr id="26" name="Text 23"/>
          <p:cNvSpPr/>
          <p:nvPr/>
        </p:nvSpPr>
        <p:spPr>
          <a:xfrm>
            <a:off x="6488409" y="6946882"/>
            <a:ext cx="511113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🐕 Snoopy playing with the ball!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2003" y="762000"/>
            <a:ext cx="1724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>
                <a:solidFill>
                  <a:srgbClr val="2D3748">
                    <a:alpha val="1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5181600"/>
            <a:ext cx="171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1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360000">
            <a:off x="343262" y="343262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360000">
            <a:off x="425946" y="501843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476250"/>
            <a:ext cx="581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6B6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What is Multimedia?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62600" cy="1609725"/>
          </a:xfrm>
          <a:custGeom>
            <a:avLst/>
            <a:gdLst/>
            <a:ahLst/>
            <a:cxnLst/>
            <a:rect l="l" t="t" r="r" b="b"/>
            <a:pathLst>
              <a:path w="5562600" h="1609725">
                <a:moveTo>
                  <a:pt x="228597" y="0"/>
                </a:moveTo>
                <a:lnTo>
                  <a:pt x="5334003" y="0"/>
                </a:lnTo>
                <a:cubicBezTo>
                  <a:pt x="5460254" y="0"/>
                  <a:pt x="5562600" y="102346"/>
                  <a:pt x="5562600" y="228597"/>
                </a:cubicBezTo>
                <a:lnTo>
                  <a:pt x="5562600" y="1381128"/>
                </a:lnTo>
                <a:cubicBezTo>
                  <a:pt x="5562600" y="1507379"/>
                  <a:pt x="5460254" y="1609725"/>
                  <a:pt x="5334003" y="1609725"/>
                </a:cubicBezTo>
                <a:lnTo>
                  <a:pt x="228597" y="1609725"/>
                </a:lnTo>
                <a:cubicBezTo>
                  <a:pt x="102346" y="1609725"/>
                  <a:pt x="0" y="1507379"/>
                  <a:pt x="0" y="1381128"/>
                </a:cubicBezTo>
                <a:lnTo>
                  <a:pt x="0" y="228597"/>
                </a:lnTo>
                <a:cubicBezTo>
                  <a:pt x="0" y="102346"/>
                  <a:pt x="102346" y="0"/>
                  <a:pt x="22859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9600" y="15921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8096" y="1725513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06463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277963"/>
            <a:ext cx="5257800" cy="371475"/>
          </a:xfrm>
          <a:prstGeom prst="rect">
            <a:avLst/>
          </a:prstGeom>
          <a:noFill/>
          <a:ln/>
        </p:spPr>
        <p:txBody>
          <a:bodyPr wrap="square" lIns="7620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than one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117800"/>
            <a:ext cx="5562600" cy="1609725"/>
          </a:xfrm>
          <a:custGeom>
            <a:avLst/>
            <a:gdLst/>
            <a:ahLst/>
            <a:cxnLst/>
            <a:rect l="l" t="t" r="r" b="b"/>
            <a:pathLst>
              <a:path w="5562600" h="1609725">
                <a:moveTo>
                  <a:pt x="228597" y="0"/>
                </a:moveTo>
                <a:lnTo>
                  <a:pt x="5334003" y="0"/>
                </a:lnTo>
                <a:cubicBezTo>
                  <a:pt x="5460254" y="0"/>
                  <a:pt x="5562600" y="102346"/>
                  <a:pt x="5562600" y="228597"/>
                </a:cubicBezTo>
                <a:lnTo>
                  <a:pt x="5562600" y="1381128"/>
                </a:lnTo>
                <a:cubicBezTo>
                  <a:pt x="5562600" y="1507379"/>
                  <a:pt x="5460254" y="1609725"/>
                  <a:pt x="5334003" y="1609725"/>
                </a:cubicBezTo>
                <a:lnTo>
                  <a:pt x="228597" y="1609725"/>
                </a:lnTo>
                <a:cubicBezTo>
                  <a:pt x="102346" y="1609725"/>
                  <a:pt x="0" y="1507379"/>
                  <a:pt x="0" y="1381128"/>
                </a:cubicBezTo>
                <a:lnTo>
                  <a:pt x="0" y="228597"/>
                </a:lnTo>
                <a:cubicBezTo>
                  <a:pt x="0" y="102346"/>
                  <a:pt x="102346" y="0"/>
                  <a:pt x="22859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600" y="33956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8096" y="3529013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09963"/>
            <a:ext cx="1085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081463"/>
            <a:ext cx="5257800" cy="371475"/>
          </a:xfrm>
          <a:prstGeom prst="rect">
            <a:avLst/>
          </a:prstGeom>
          <a:noFill/>
          <a:ln/>
        </p:spPr>
        <p:txBody>
          <a:bodyPr wrap="square" lIns="7620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of communication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4902250"/>
            <a:ext cx="5600700" cy="1571625"/>
          </a:xfrm>
          <a:custGeom>
            <a:avLst/>
            <a:gdLst/>
            <a:ahLst/>
            <a:cxnLst/>
            <a:rect l="l" t="t" r="r" b="b"/>
            <a:pathLst>
              <a:path w="5600700" h="1571625">
                <a:moveTo>
                  <a:pt x="228593" y="0"/>
                </a:moveTo>
                <a:lnTo>
                  <a:pt x="5372107" y="0"/>
                </a:lnTo>
                <a:cubicBezTo>
                  <a:pt x="5498355" y="0"/>
                  <a:pt x="5600700" y="102345"/>
                  <a:pt x="5600700" y="228593"/>
                </a:cubicBezTo>
                <a:lnTo>
                  <a:pt x="5600700" y="1343032"/>
                </a:lnTo>
                <a:cubicBezTo>
                  <a:pt x="5600700" y="1469280"/>
                  <a:pt x="5498355" y="1571625"/>
                  <a:pt x="5372107" y="1571625"/>
                </a:cubicBezTo>
                <a:lnTo>
                  <a:pt x="228593" y="1571625"/>
                </a:lnTo>
                <a:cubicBezTo>
                  <a:pt x="102345" y="1571625"/>
                  <a:pt x="0" y="1469280"/>
                  <a:pt x="0" y="1343032"/>
                </a:cubicBezTo>
                <a:lnTo>
                  <a:pt x="0" y="228593"/>
                </a:lnTo>
                <a:cubicBezTo>
                  <a:pt x="0" y="102345"/>
                  <a:pt x="102345" y="0"/>
                  <a:pt x="2285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D166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" y="5384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9967" y="551810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5325219"/>
            <a:ext cx="3609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33500" y="5753844"/>
            <a:ext cx="3435697" cy="285750"/>
          </a:xfrm>
          <a:custGeom>
            <a:avLst/>
            <a:gdLst/>
            <a:ahLst/>
            <a:cxnLst/>
            <a:rect l="l" t="t" r="r" b="b"/>
            <a:pathLst>
              <a:path w="3435697" h="285750">
                <a:moveTo>
                  <a:pt x="38099" y="0"/>
                </a:moveTo>
                <a:lnTo>
                  <a:pt x="3397598" y="0"/>
                </a:lnTo>
                <a:cubicBezTo>
                  <a:pt x="3418640" y="0"/>
                  <a:pt x="3435697" y="17058"/>
                  <a:pt x="3435697" y="38099"/>
                </a:cubicBezTo>
                <a:lnTo>
                  <a:pt x="3435697" y="247651"/>
                </a:lnTo>
                <a:cubicBezTo>
                  <a:pt x="3435697" y="268692"/>
                  <a:pt x="3418640" y="285750"/>
                  <a:pt x="3397598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5753844"/>
            <a:ext cx="3530947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types of communication together!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314450"/>
            <a:ext cx="5562600" cy="5143500"/>
          </a:xfrm>
          <a:custGeom>
            <a:avLst/>
            <a:gdLst/>
            <a:ahLst/>
            <a:cxnLst/>
            <a:rect l="l" t="t" r="r" b="b"/>
            <a:pathLst>
              <a:path w="5562600" h="5143500">
                <a:moveTo>
                  <a:pt x="228577" y="0"/>
                </a:moveTo>
                <a:lnTo>
                  <a:pt x="5334023" y="0"/>
                </a:lnTo>
                <a:cubicBezTo>
                  <a:pt x="5460178" y="0"/>
                  <a:pt x="5562600" y="102422"/>
                  <a:pt x="5562600" y="228577"/>
                </a:cubicBezTo>
                <a:lnTo>
                  <a:pt x="5562600" y="4914923"/>
                </a:lnTo>
                <a:cubicBezTo>
                  <a:pt x="5562600" y="5041163"/>
                  <a:pt x="5460263" y="5143500"/>
                  <a:pt x="5334023" y="5143500"/>
                </a:cubicBezTo>
                <a:lnTo>
                  <a:pt x="228577" y="5143500"/>
                </a:lnTo>
                <a:cubicBezTo>
                  <a:pt x="102422" y="5143500"/>
                  <a:pt x="0" y="5041078"/>
                  <a:pt x="0" y="4914923"/>
                </a:cubicBezTo>
                <a:lnTo>
                  <a:pt x="0" y="228577"/>
                </a:lnTo>
                <a:cubicBezTo>
                  <a:pt x="0" y="102337"/>
                  <a:pt x="102337" y="0"/>
                  <a:pt x="22857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67463" y="1524000"/>
            <a:ext cx="528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 of Multimedia! 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8900" y="2019300"/>
            <a:ext cx="5143500" cy="762000"/>
          </a:xfrm>
          <a:custGeom>
            <a:avLst/>
            <a:gdLst/>
            <a:ahLst/>
            <a:cxnLst/>
            <a:rect l="l" t="t" r="r" b="b"/>
            <a:pathLst>
              <a:path w="5143500" h="762000">
                <a:moveTo>
                  <a:pt x="152400" y="0"/>
                </a:moveTo>
                <a:lnTo>
                  <a:pt x="4991100" y="0"/>
                </a:lnTo>
                <a:cubicBezTo>
                  <a:pt x="5075212" y="0"/>
                  <a:pt x="5143500" y="68288"/>
                  <a:pt x="5143500" y="152400"/>
                </a:cubicBezTo>
                <a:lnTo>
                  <a:pt x="5143500" y="609600"/>
                </a:lnTo>
                <a:cubicBezTo>
                  <a:pt x="5143500" y="693712"/>
                  <a:pt x="5075212" y="762000"/>
                  <a:pt x="4991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53200" y="213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3596" y="222885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9000" y="213360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9000" y="24384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pictures with sound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8900" y="3174950"/>
            <a:ext cx="5143500" cy="762000"/>
          </a:xfrm>
          <a:custGeom>
            <a:avLst/>
            <a:gdLst/>
            <a:ahLst/>
            <a:cxnLst/>
            <a:rect l="l" t="t" r="r" b="b"/>
            <a:pathLst>
              <a:path w="5143500" h="762000">
                <a:moveTo>
                  <a:pt x="152400" y="0"/>
                </a:moveTo>
                <a:lnTo>
                  <a:pt x="4991100" y="0"/>
                </a:lnTo>
                <a:cubicBezTo>
                  <a:pt x="5075212" y="0"/>
                  <a:pt x="5143500" y="68288"/>
                  <a:pt x="5143500" y="152400"/>
                </a:cubicBezTo>
                <a:lnTo>
                  <a:pt x="5143500" y="609600"/>
                </a:lnTo>
                <a:cubicBezTo>
                  <a:pt x="5143500" y="693712"/>
                  <a:pt x="5075212" y="762000"/>
                  <a:pt x="4991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53200" y="3289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23596" y="338450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🖼️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39000" y="3289250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39000" y="3594050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images and photos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8900" y="4330750"/>
            <a:ext cx="5143500" cy="762000"/>
          </a:xfrm>
          <a:custGeom>
            <a:avLst/>
            <a:gdLst/>
            <a:ahLst/>
            <a:cxnLst/>
            <a:rect l="l" t="t" r="r" b="b"/>
            <a:pathLst>
              <a:path w="5143500" h="762000">
                <a:moveTo>
                  <a:pt x="152400" y="0"/>
                </a:moveTo>
                <a:lnTo>
                  <a:pt x="4991100" y="0"/>
                </a:lnTo>
                <a:cubicBezTo>
                  <a:pt x="5075212" y="0"/>
                  <a:pt x="5143500" y="68288"/>
                  <a:pt x="5143500" y="152400"/>
                </a:cubicBezTo>
                <a:lnTo>
                  <a:pt x="5143500" y="609600"/>
                </a:lnTo>
                <a:cubicBezTo>
                  <a:pt x="5143500" y="693712"/>
                  <a:pt x="5075212" y="762000"/>
                  <a:pt x="4991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53200" y="4445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24638" y="454030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39000" y="4445050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Music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39000" y="474985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Sounds and songs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8900" y="5486400"/>
            <a:ext cx="5143500" cy="762000"/>
          </a:xfrm>
          <a:custGeom>
            <a:avLst/>
            <a:gdLst/>
            <a:ahLst/>
            <a:cxnLst/>
            <a:rect l="l" t="t" r="r" b="b"/>
            <a:pathLst>
              <a:path w="5143500" h="762000">
                <a:moveTo>
                  <a:pt x="152400" y="0"/>
                </a:moveTo>
                <a:lnTo>
                  <a:pt x="4991100" y="0"/>
                </a:lnTo>
                <a:cubicBezTo>
                  <a:pt x="5075212" y="0"/>
                  <a:pt x="5143500" y="68288"/>
                  <a:pt x="5143500" y="152400"/>
                </a:cubicBezTo>
                <a:lnTo>
                  <a:pt x="5143500" y="609600"/>
                </a:lnTo>
                <a:cubicBezTo>
                  <a:pt x="5143500" y="693712"/>
                  <a:pt x="5075212" y="762000"/>
                  <a:pt x="49911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3200" y="560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23596" y="5695950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📝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39000" y="5600700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39000" y="59055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 and letters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474147" y="260472"/>
            <a:ext cx="171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19996" y="5700806"/>
            <a:ext cx="128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-360000">
            <a:off x="343262" y="343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360000">
            <a:off x="521562" y="511908"/>
            <a:ext cx="66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33400"/>
            <a:ext cx="5400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Why Do We Edit Videos?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81650" cy="1590675"/>
          </a:xfrm>
          <a:custGeom>
            <a:avLst/>
            <a:gdLst/>
            <a:ahLst/>
            <a:cxnLst/>
            <a:rect l="l" t="t" r="r" b="b"/>
            <a:pathLst>
              <a:path w="5581650" h="1590675">
                <a:moveTo>
                  <a:pt x="228596" y="0"/>
                </a:moveTo>
                <a:lnTo>
                  <a:pt x="5353054" y="0"/>
                </a:lnTo>
                <a:cubicBezTo>
                  <a:pt x="5479304" y="0"/>
                  <a:pt x="5581650" y="102346"/>
                  <a:pt x="5581650" y="228596"/>
                </a:cubicBezTo>
                <a:lnTo>
                  <a:pt x="5581650" y="1362079"/>
                </a:lnTo>
                <a:cubicBezTo>
                  <a:pt x="5581650" y="1488329"/>
                  <a:pt x="5479304" y="1590675"/>
                  <a:pt x="535305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6771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956" y="1772394"/>
            <a:ext cx="523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✂️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1639044"/>
            <a:ext cx="466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Unwanted Parts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2020044"/>
            <a:ext cx="4638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when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Snoopy ran behind the bush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 we can cut that part out!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92351"/>
            <a:ext cx="5581650" cy="1590675"/>
          </a:xfrm>
          <a:custGeom>
            <a:avLst/>
            <a:gdLst/>
            <a:ahLst/>
            <a:cxnLst/>
            <a:rect l="l" t="t" r="r" b="b"/>
            <a:pathLst>
              <a:path w="5581650" h="1590675">
                <a:moveTo>
                  <a:pt x="228596" y="0"/>
                </a:moveTo>
                <a:lnTo>
                  <a:pt x="5353054" y="0"/>
                </a:lnTo>
                <a:cubicBezTo>
                  <a:pt x="5479304" y="0"/>
                  <a:pt x="5581650" y="102346"/>
                  <a:pt x="5581650" y="228596"/>
                </a:cubicBezTo>
                <a:lnTo>
                  <a:pt x="5581650" y="1362079"/>
                </a:lnTo>
                <a:cubicBezTo>
                  <a:pt x="5581650" y="1488329"/>
                  <a:pt x="5479304" y="1590675"/>
                  <a:pt x="535305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" y="345504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896" y="355029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3416945"/>
            <a:ext cx="466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Fun Effects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7300" y="3797945"/>
            <a:ext cx="46386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videos more exciting with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cool visual effects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animations!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0400"/>
            <a:ext cx="5581650" cy="1590675"/>
          </a:xfrm>
          <a:custGeom>
            <a:avLst/>
            <a:gdLst/>
            <a:ahLst/>
            <a:cxnLst/>
            <a:rect l="l" t="t" r="r" b="b"/>
            <a:pathLst>
              <a:path w="5581650" h="1590675">
                <a:moveTo>
                  <a:pt x="228596" y="0"/>
                </a:moveTo>
                <a:lnTo>
                  <a:pt x="5353054" y="0"/>
                </a:lnTo>
                <a:cubicBezTo>
                  <a:pt x="5479304" y="0"/>
                  <a:pt x="5581650" y="102346"/>
                  <a:pt x="5581650" y="228596"/>
                </a:cubicBezTo>
                <a:lnTo>
                  <a:pt x="5581650" y="1362079"/>
                </a:lnTo>
                <a:cubicBezTo>
                  <a:pt x="5581650" y="1488329"/>
                  <a:pt x="5479304" y="1590675"/>
                  <a:pt x="535305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" y="537239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938" y="5467648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5334298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Music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5715298"/>
            <a:ext cx="45434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 music and sounds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make videos more enjoyable!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314450"/>
            <a:ext cx="5581650" cy="1562100"/>
          </a:xfrm>
          <a:custGeom>
            <a:avLst/>
            <a:gdLst/>
            <a:ahLst/>
            <a:cxnLst/>
            <a:rect l="l" t="t" r="r" b="b"/>
            <a:pathLst>
              <a:path w="5581650" h="1562100">
                <a:moveTo>
                  <a:pt x="228598" y="0"/>
                </a:moveTo>
                <a:lnTo>
                  <a:pt x="5353052" y="0"/>
                </a:lnTo>
                <a:cubicBezTo>
                  <a:pt x="5479303" y="0"/>
                  <a:pt x="5581650" y="102347"/>
                  <a:pt x="5581650" y="228598"/>
                </a:cubicBezTo>
                <a:lnTo>
                  <a:pt x="5581650" y="1333502"/>
                </a:lnTo>
                <a:cubicBezTo>
                  <a:pt x="5581650" y="1459753"/>
                  <a:pt x="5479303" y="1562100"/>
                  <a:pt x="5353052" y="1562100"/>
                </a:cubicBezTo>
                <a:lnTo>
                  <a:pt x="228598" y="1562100"/>
                </a:lnTo>
                <a:cubicBezTo>
                  <a:pt x="102347" y="1562100"/>
                  <a:pt x="0" y="1459753"/>
                  <a:pt x="0" y="13335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1750" y="18026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52146" y="1897856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67550" y="1764506"/>
            <a:ext cx="401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Videos Better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67550" y="2145506"/>
            <a:ext cx="39909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 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video into a GREAT video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editing!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3064669"/>
            <a:ext cx="5581650" cy="1562100"/>
          </a:xfrm>
          <a:custGeom>
            <a:avLst/>
            <a:gdLst/>
            <a:ahLst/>
            <a:cxnLst/>
            <a:rect l="l" t="t" r="r" b="b"/>
            <a:pathLst>
              <a:path w="5581650" h="1562100">
                <a:moveTo>
                  <a:pt x="228598" y="0"/>
                </a:moveTo>
                <a:lnTo>
                  <a:pt x="5353052" y="0"/>
                </a:lnTo>
                <a:cubicBezTo>
                  <a:pt x="5479303" y="0"/>
                  <a:pt x="5581650" y="102347"/>
                  <a:pt x="5581650" y="228598"/>
                </a:cubicBezTo>
                <a:lnTo>
                  <a:pt x="5581650" y="1333502"/>
                </a:lnTo>
                <a:cubicBezTo>
                  <a:pt x="5581650" y="1459753"/>
                  <a:pt x="5479303" y="1562100"/>
                  <a:pt x="5353052" y="1562100"/>
                </a:cubicBezTo>
                <a:lnTo>
                  <a:pt x="228598" y="1562100"/>
                </a:lnTo>
                <a:cubicBezTo>
                  <a:pt x="102347" y="1562100"/>
                  <a:pt x="0" y="1459753"/>
                  <a:pt x="0" y="13335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81750" y="3552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62117" y="3648075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67550" y="3514725"/>
            <a:ext cx="404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 Better Stories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67550" y="3895725"/>
            <a:ext cx="4019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us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our stories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more interesting way!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4795838"/>
            <a:ext cx="5619750" cy="1685925"/>
          </a:xfrm>
          <a:custGeom>
            <a:avLst/>
            <a:gdLst/>
            <a:ahLst/>
            <a:cxnLst/>
            <a:rect l="l" t="t" r="r" b="b"/>
            <a:pathLst>
              <a:path w="5619750" h="1685925">
                <a:moveTo>
                  <a:pt x="228595" y="0"/>
                </a:moveTo>
                <a:lnTo>
                  <a:pt x="5391155" y="0"/>
                </a:lnTo>
                <a:cubicBezTo>
                  <a:pt x="5517320" y="0"/>
                  <a:pt x="5619750" y="102430"/>
                  <a:pt x="5619750" y="228595"/>
                </a:cubicBezTo>
                <a:lnTo>
                  <a:pt x="5619750" y="1457330"/>
                </a:lnTo>
                <a:cubicBezTo>
                  <a:pt x="5619750" y="1583495"/>
                  <a:pt x="5517320" y="1685925"/>
                  <a:pt x="5391155" y="1685925"/>
                </a:cubicBezTo>
                <a:lnTo>
                  <a:pt x="228595" y="1685925"/>
                </a:lnTo>
                <a:cubicBezTo>
                  <a:pt x="102430" y="1685925"/>
                  <a:pt x="0" y="1583495"/>
                  <a:pt x="0" y="1457330"/>
                </a:cubicBezTo>
                <a:lnTo>
                  <a:pt x="0" y="228595"/>
                </a:lnTo>
                <a:cubicBezTo>
                  <a:pt x="0" y="102430"/>
                  <a:pt x="102430" y="0"/>
                  <a:pt x="22859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D166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00775" y="4948238"/>
            <a:ext cx="5600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72213" y="5595938"/>
            <a:ext cx="545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Editing is FUN!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65950" y="6024563"/>
            <a:ext cx="3270200" cy="285750"/>
          </a:xfrm>
          <a:custGeom>
            <a:avLst/>
            <a:gdLst/>
            <a:ahLst/>
            <a:cxnLst/>
            <a:rect l="l" t="t" r="r" b="b"/>
            <a:pathLst>
              <a:path w="3270200" h="285750">
                <a:moveTo>
                  <a:pt x="38099" y="0"/>
                </a:moveTo>
                <a:lnTo>
                  <a:pt x="3232101" y="0"/>
                </a:lnTo>
                <a:cubicBezTo>
                  <a:pt x="3253143" y="0"/>
                  <a:pt x="3270200" y="17058"/>
                  <a:pt x="3270200" y="38099"/>
                </a:cubicBezTo>
                <a:lnTo>
                  <a:pt x="3270200" y="247651"/>
                </a:lnTo>
                <a:cubicBezTo>
                  <a:pt x="3270200" y="268692"/>
                  <a:pt x="3253143" y="285750"/>
                  <a:pt x="3232101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18325" y="6024563"/>
            <a:ext cx="3365450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 creative and make amazing videos!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474147" y="260472"/>
            <a:ext cx="171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🚀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19996" y="5700806"/>
            <a:ext cx="128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360000">
            <a:off x="343262" y="343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360000">
            <a:off x="425946" y="501844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33400"/>
            <a:ext cx="6448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D166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Let's Open the Video Editor!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81650" cy="1590675"/>
          </a:xfrm>
          <a:custGeom>
            <a:avLst/>
            <a:gdLst/>
            <a:ahLst/>
            <a:cxnLst/>
            <a:rect l="l" t="t" r="r" b="b"/>
            <a:pathLst>
              <a:path w="5581650" h="1590675">
                <a:moveTo>
                  <a:pt x="228596" y="0"/>
                </a:moveTo>
                <a:lnTo>
                  <a:pt x="5353054" y="0"/>
                </a:lnTo>
                <a:cubicBezTo>
                  <a:pt x="5479304" y="0"/>
                  <a:pt x="5581650" y="102346"/>
                  <a:pt x="5581650" y="228596"/>
                </a:cubicBezTo>
                <a:lnTo>
                  <a:pt x="5581650" y="1362079"/>
                </a:lnTo>
                <a:cubicBezTo>
                  <a:pt x="5581650" y="1488329"/>
                  <a:pt x="5479304" y="1590675"/>
                  <a:pt x="535305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803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0907" y="1936700"/>
            <a:ext cx="23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1797397"/>
            <a:ext cx="3305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Photos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140297"/>
            <a:ext cx="32766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on 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bar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type "Photos"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92351"/>
            <a:ext cx="5581650" cy="1590675"/>
          </a:xfrm>
          <a:custGeom>
            <a:avLst/>
            <a:gdLst/>
            <a:ahLst/>
            <a:cxnLst/>
            <a:rect l="l" t="t" r="r" b="b"/>
            <a:pathLst>
              <a:path w="5581650" h="1590675">
                <a:moveTo>
                  <a:pt x="228596" y="0"/>
                </a:moveTo>
                <a:lnTo>
                  <a:pt x="5353054" y="0"/>
                </a:lnTo>
                <a:cubicBezTo>
                  <a:pt x="5479304" y="0"/>
                  <a:pt x="5581650" y="102346"/>
                  <a:pt x="5581650" y="228596"/>
                </a:cubicBezTo>
                <a:lnTo>
                  <a:pt x="5581650" y="1362079"/>
                </a:lnTo>
                <a:cubicBezTo>
                  <a:pt x="5581650" y="1488329"/>
                  <a:pt x="5479304" y="1590675"/>
                  <a:pt x="535305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" y="35812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3523" y="3714601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575298"/>
            <a:ext cx="313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Photos App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918198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on 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Photos App icon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open 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0400"/>
            <a:ext cx="5581650" cy="1590675"/>
          </a:xfrm>
          <a:custGeom>
            <a:avLst/>
            <a:gdLst/>
            <a:ahLst/>
            <a:cxnLst/>
            <a:rect l="l" t="t" r="r" b="b"/>
            <a:pathLst>
              <a:path w="5581650" h="1590675">
                <a:moveTo>
                  <a:pt x="228596" y="0"/>
                </a:moveTo>
                <a:lnTo>
                  <a:pt x="5353054" y="0"/>
                </a:lnTo>
                <a:cubicBezTo>
                  <a:pt x="5479304" y="0"/>
                  <a:pt x="5581650" y="102346"/>
                  <a:pt x="5581650" y="228596"/>
                </a:cubicBezTo>
                <a:lnTo>
                  <a:pt x="5581650" y="1362079"/>
                </a:lnTo>
                <a:cubicBezTo>
                  <a:pt x="5581650" y="1488329"/>
                  <a:pt x="5479304" y="1590675"/>
                  <a:pt x="535305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" y="53593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9802" y="5492651"/>
            <a:ext cx="29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5353348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Settings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5696248"/>
            <a:ext cx="3095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 for 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Settings option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click it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314450"/>
            <a:ext cx="5581650" cy="1609725"/>
          </a:xfrm>
          <a:custGeom>
            <a:avLst/>
            <a:gdLst/>
            <a:ahLst/>
            <a:cxnLst/>
            <a:rect l="l" t="t" r="r" b="b"/>
            <a:pathLst>
              <a:path w="5581650" h="1609725">
                <a:moveTo>
                  <a:pt x="228597" y="0"/>
                </a:moveTo>
                <a:lnTo>
                  <a:pt x="5353053" y="0"/>
                </a:lnTo>
                <a:cubicBezTo>
                  <a:pt x="5479304" y="0"/>
                  <a:pt x="5581650" y="102346"/>
                  <a:pt x="5581650" y="228597"/>
                </a:cubicBezTo>
                <a:lnTo>
                  <a:pt x="5581650" y="1381128"/>
                </a:lnTo>
                <a:cubicBezTo>
                  <a:pt x="5581650" y="1507379"/>
                  <a:pt x="5479304" y="1609725"/>
                  <a:pt x="5353053" y="1609725"/>
                </a:cubicBezTo>
                <a:lnTo>
                  <a:pt x="228597" y="1609725"/>
                </a:lnTo>
                <a:cubicBezTo>
                  <a:pt x="102346" y="1609725"/>
                  <a:pt x="0" y="1507379"/>
                  <a:pt x="0" y="1381128"/>
                </a:cubicBezTo>
                <a:lnTo>
                  <a:pt x="0" y="228597"/>
                </a:lnTo>
                <a:cubicBezTo>
                  <a:pt x="0" y="102346"/>
                  <a:pt x="102346" y="0"/>
                  <a:pt x="22859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1750" y="18160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13922" y="1949351"/>
            <a:ext cx="285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43750" y="1810048"/>
            <a:ext cx="3019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Photos Legacy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43750" y="2152948"/>
            <a:ext cx="2990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Scroll down and find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"Photos Legacy"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3117800"/>
            <a:ext cx="5581650" cy="1609725"/>
          </a:xfrm>
          <a:custGeom>
            <a:avLst/>
            <a:gdLst/>
            <a:ahLst/>
            <a:cxnLst/>
            <a:rect l="l" t="t" r="r" b="b"/>
            <a:pathLst>
              <a:path w="5581650" h="1609725">
                <a:moveTo>
                  <a:pt x="228597" y="0"/>
                </a:moveTo>
                <a:lnTo>
                  <a:pt x="5353053" y="0"/>
                </a:lnTo>
                <a:cubicBezTo>
                  <a:pt x="5479304" y="0"/>
                  <a:pt x="5581650" y="102346"/>
                  <a:pt x="5581650" y="228597"/>
                </a:cubicBezTo>
                <a:lnTo>
                  <a:pt x="5581650" y="1381128"/>
                </a:lnTo>
                <a:cubicBezTo>
                  <a:pt x="5581650" y="1507379"/>
                  <a:pt x="5479304" y="1609725"/>
                  <a:pt x="5353053" y="1609725"/>
                </a:cubicBezTo>
                <a:lnTo>
                  <a:pt x="228597" y="1609725"/>
                </a:lnTo>
                <a:cubicBezTo>
                  <a:pt x="102346" y="1609725"/>
                  <a:pt x="0" y="1507379"/>
                  <a:pt x="0" y="1381128"/>
                </a:cubicBezTo>
                <a:lnTo>
                  <a:pt x="0" y="228597"/>
                </a:lnTo>
                <a:cubicBezTo>
                  <a:pt x="0" y="102346"/>
                  <a:pt x="102346" y="0"/>
                  <a:pt x="22859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81750" y="3619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09606" y="3752850"/>
            <a:ext cx="29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43750" y="3613547"/>
            <a:ext cx="3676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Video Editor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43750" y="3956447"/>
            <a:ext cx="3648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on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"Open Photos Legacy"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start editing!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4902250"/>
            <a:ext cx="5619750" cy="1571625"/>
          </a:xfrm>
          <a:custGeom>
            <a:avLst/>
            <a:gdLst/>
            <a:ahLst/>
            <a:cxnLst/>
            <a:rect l="l" t="t" r="r" b="b"/>
            <a:pathLst>
              <a:path w="5619750" h="1571625">
                <a:moveTo>
                  <a:pt x="228593" y="0"/>
                </a:moveTo>
                <a:lnTo>
                  <a:pt x="5391157" y="0"/>
                </a:lnTo>
                <a:cubicBezTo>
                  <a:pt x="5517405" y="0"/>
                  <a:pt x="5619750" y="102345"/>
                  <a:pt x="5619750" y="228593"/>
                </a:cubicBezTo>
                <a:lnTo>
                  <a:pt x="5619750" y="1343032"/>
                </a:lnTo>
                <a:cubicBezTo>
                  <a:pt x="5619750" y="1469280"/>
                  <a:pt x="5517405" y="1571625"/>
                  <a:pt x="5391157" y="1571625"/>
                </a:cubicBezTo>
                <a:lnTo>
                  <a:pt x="228593" y="1571625"/>
                </a:lnTo>
                <a:cubicBezTo>
                  <a:pt x="102345" y="1571625"/>
                  <a:pt x="0" y="1469280"/>
                  <a:pt x="0" y="1343032"/>
                </a:cubicBezTo>
                <a:lnTo>
                  <a:pt x="0" y="228593"/>
                </a:lnTo>
                <a:cubicBezTo>
                  <a:pt x="0" y="102345"/>
                  <a:pt x="102345" y="0"/>
                  <a:pt x="2285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D166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29350" y="5077569"/>
            <a:ext cx="5543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86500" y="5610969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You're Ready!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07337" y="6001494"/>
            <a:ext cx="2987427" cy="285750"/>
          </a:xfrm>
          <a:custGeom>
            <a:avLst/>
            <a:gdLst/>
            <a:ahLst/>
            <a:cxnLst/>
            <a:rect l="l" t="t" r="r" b="b"/>
            <a:pathLst>
              <a:path w="2987427" h="285750">
                <a:moveTo>
                  <a:pt x="38099" y="0"/>
                </a:moveTo>
                <a:lnTo>
                  <a:pt x="2949328" y="0"/>
                </a:lnTo>
                <a:cubicBezTo>
                  <a:pt x="2970369" y="0"/>
                  <a:pt x="2987427" y="17058"/>
                  <a:pt x="2987427" y="38099"/>
                </a:cubicBezTo>
                <a:lnTo>
                  <a:pt x="2987427" y="247651"/>
                </a:lnTo>
                <a:cubicBezTo>
                  <a:pt x="2987427" y="268692"/>
                  <a:pt x="2970369" y="285750"/>
                  <a:pt x="2949328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459712" y="6001494"/>
            <a:ext cx="3082677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Now let's explore the video editor!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537296" y="267109"/>
            <a:ext cx="16478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19996" y="5700806"/>
            <a:ext cx="128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🖥️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-360000">
            <a:off x="343262" y="343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360000">
            <a:off x="425946" y="501844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🖥️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33400"/>
            <a:ext cx="5495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Meet Your Video Editor!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238250"/>
            <a:ext cx="3667125" cy="4610100"/>
          </a:xfrm>
          <a:custGeom>
            <a:avLst/>
            <a:gdLst/>
            <a:ahLst/>
            <a:cxnLst/>
            <a:rect l="l" t="t" r="r" b="b"/>
            <a:pathLst>
              <a:path w="3667125" h="4610100">
                <a:moveTo>
                  <a:pt x="228609" y="0"/>
                </a:moveTo>
                <a:lnTo>
                  <a:pt x="3438516" y="0"/>
                </a:lnTo>
                <a:cubicBezTo>
                  <a:pt x="3564773" y="0"/>
                  <a:pt x="3667125" y="102352"/>
                  <a:pt x="3667125" y="228609"/>
                </a:cubicBezTo>
                <a:lnTo>
                  <a:pt x="3667125" y="4381491"/>
                </a:lnTo>
                <a:cubicBezTo>
                  <a:pt x="3667125" y="4507748"/>
                  <a:pt x="3564773" y="4610100"/>
                  <a:pt x="3438516" y="4610100"/>
                </a:cubicBezTo>
                <a:lnTo>
                  <a:pt x="228609" y="4610100"/>
                </a:lnTo>
                <a:cubicBezTo>
                  <a:pt x="102352" y="4610100"/>
                  <a:pt x="0" y="4507748"/>
                  <a:pt x="0" y="43814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30301" y="1409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19883" y="15240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350" y="209550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Library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3875" y="2514600"/>
            <a:ext cx="34194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Video Collection!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where you keep all your video clips before editing - like a toy box for videos!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5181600"/>
            <a:ext cx="3324225" cy="495300"/>
          </a:xfrm>
          <a:custGeom>
            <a:avLst/>
            <a:gdLst/>
            <a:ahLst/>
            <a:cxnLst/>
            <a:rect l="l" t="t" r="r" b="b"/>
            <a:pathLst>
              <a:path w="3324225" h="495300">
                <a:moveTo>
                  <a:pt x="152399" y="0"/>
                </a:moveTo>
                <a:lnTo>
                  <a:pt x="3171826" y="0"/>
                </a:lnTo>
                <a:cubicBezTo>
                  <a:pt x="3255994" y="0"/>
                  <a:pt x="3324225" y="68231"/>
                  <a:pt x="3324225" y="152399"/>
                </a:cubicBezTo>
                <a:lnTo>
                  <a:pt x="3324225" y="342901"/>
                </a:lnTo>
                <a:cubicBezTo>
                  <a:pt x="3324225" y="427069"/>
                  <a:pt x="3255994" y="495300"/>
                  <a:pt x="317182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2938" y="5295900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📹 Add videos here first!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0800" y="1238250"/>
            <a:ext cx="3667125" cy="4610100"/>
          </a:xfrm>
          <a:custGeom>
            <a:avLst/>
            <a:gdLst/>
            <a:ahLst/>
            <a:cxnLst/>
            <a:rect l="l" t="t" r="r" b="b"/>
            <a:pathLst>
              <a:path w="3667125" h="4610100">
                <a:moveTo>
                  <a:pt x="228609" y="0"/>
                </a:moveTo>
                <a:lnTo>
                  <a:pt x="3438516" y="0"/>
                </a:lnTo>
                <a:cubicBezTo>
                  <a:pt x="3564773" y="0"/>
                  <a:pt x="3667125" y="102352"/>
                  <a:pt x="3667125" y="228609"/>
                </a:cubicBezTo>
                <a:lnTo>
                  <a:pt x="3667125" y="4381491"/>
                </a:lnTo>
                <a:cubicBezTo>
                  <a:pt x="3667125" y="4507748"/>
                  <a:pt x="3564773" y="4610100"/>
                  <a:pt x="3438516" y="4610100"/>
                </a:cubicBezTo>
                <a:lnTo>
                  <a:pt x="228609" y="4610100"/>
                </a:lnTo>
                <a:cubicBezTo>
                  <a:pt x="102352" y="4610100"/>
                  <a:pt x="0" y="4507748"/>
                  <a:pt x="0" y="43814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91051" y="1409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74680" y="1524000"/>
            <a:ext cx="63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75100" y="209550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Preview Window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4625" y="2514600"/>
            <a:ext cx="34194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Your Work!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your mini TV screen where you can see how your video looks while editing!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2250" y="5181600"/>
            <a:ext cx="3324225" cy="495300"/>
          </a:xfrm>
          <a:custGeom>
            <a:avLst/>
            <a:gdLst/>
            <a:ahLst/>
            <a:cxnLst/>
            <a:rect l="l" t="t" r="r" b="b"/>
            <a:pathLst>
              <a:path w="3324225" h="495300">
                <a:moveTo>
                  <a:pt x="152399" y="0"/>
                </a:moveTo>
                <a:lnTo>
                  <a:pt x="3171826" y="0"/>
                </a:lnTo>
                <a:cubicBezTo>
                  <a:pt x="3255994" y="0"/>
                  <a:pt x="3324225" y="68231"/>
                  <a:pt x="3324225" y="152399"/>
                </a:cubicBezTo>
                <a:lnTo>
                  <a:pt x="3324225" y="342901"/>
                </a:lnTo>
                <a:cubicBezTo>
                  <a:pt x="3324225" y="427069"/>
                  <a:pt x="3255994" y="495300"/>
                  <a:pt x="317182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03688" y="5295900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👀 See changes instantly!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1551" y="1238250"/>
            <a:ext cx="3667125" cy="4610100"/>
          </a:xfrm>
          <a:custGeom>
            <a:avLst/>
            <a:gdLst/>
            <a:ahLst/>
            <a:cxnLst/>
            <a:rect l="l" t="t" r="r" b="b"/>
            <a:pathLst>
              <a:path w="3667125" h="4610100">
                <a:moveTo>
                  <a:pt x="228609" y="0"/>
                </a:moveTo>
                <a:lnTo>
                  <a:pt x="3438516" y="0"/>
                </a:lnTo>
                <a:cubicBezTo>
                  <a:pt x="3564773" y="0"/>
                  <a:pt x="3667125" y="102352"/>
                  <a:pt x="3667125" y="228609"/>
                </a:cubicBezTo>
                <a:lnTo>
                  <a:pt x="3667125" y="4381491"/>
                </a:lnTo>
                <a:cubicBezTo>
                  <a:pt x="3667125" y="4507748"/>
                  <a:pt x="3564773" y="4610100"/>
                  <a:pt x="3438516" y="4610100"/>
                </a:cubicBezTo>
                <a:lnTo>
                  <a:pt x="228609" y="4610100"/>
                </a:lnTo>
                <a:cubicBezTo>
                  <a:pt x="102352" y="4610100"/>
                  <a:pt x="0" y="4507748"/>
                  <a:pt x="0" y="4381491"/>
                </a:cubicBezTo>
                <a:lnTo>
                  <a:pt x="0" y="228609"/>
                </a:lnTo>
                <a:cubicBezTo>
                  <a:pt x="0" y="102352"/>
                  <a:pt x="102352" y="0"/>
                  <a:pt x="228609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51950" y="1409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35579" y="1524000"/>
            <a:ext cx="63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🎞️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35851" y="2095500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Storyboard Panel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5376" y="2514600"/>
            <a:ext cx="34194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Arrange Your Clips! 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where you put your video clips in order - like arranging photos in an album!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93001" y="5181600"/>
            <a:ext cx="3324225" cy="495300"/>
          </a:xfrm>
          <a:custGeom>
            <a:avLst/>
            <a:gdLst/>
            <a:ahLst/>
            <a:cxnLst/>
            <a:rect l="l" t="t" r="r" b="b"/>
            <a:pathLst>
              <a:path w="3324225" h="495300">
                <a:moveTo>
                  <a:pt x="152399" y="0"/>
                </a:moveTo>
                <a:lnTo>
                  <a:pt x="3171826" y="0"/>
                </a:lnTo>
                <a:cubicBezTo>
                  <a:pt x="3255994" y="0"/>
                  <a:pt x="3324225" y="68231"/>
                  <a:pt x="3324225" y="152399"/>
                </a:cubicBezTo>
                <a:lnTo>
                  <a:pt x="3324225" y="342901"/>
                </a:lnTo>
                <a:cubicBezTo>
                  <a:pt x="3324225" y="427069"/>
                  <a:pt x="3255994" y="495300"/>
                  <a:pt x="317182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364438" y="5295900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 Drag &amp; drop clips here!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94360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228599" y="0"/>
                </a:moveTo>
                <a:lnTo>
                  <a:pt x="11201401" y="0"/>
                </a:lnTo>
                <a:cubicBezTo>
                  <a:pt x="11327653" y="0"/>
                  <a:pt x="11430000" y="102347"/>
                  <a:pt x="11430000" y="228599"/>
                </a:cubicBezTo>
                <a:lnTo>
                  <a:pt x="11430000" y="304801"/>
                </a:lnTo>
                <a:cubicBezTo>
                  <a:pt x="11430000" y="431053"/>
                  <a:pt x="11327653" y="533400"/>
                  <a:pt x="11201401" y="533400"/>
                </a:cubicBezTo>
                <a:lnTo>
                  <a:pt x="228599" y="533400"/>
                </a:lnTo>
                <a:cubicBezTo>
                  <a:pt x="102432" y="533400"/>
                  <a:pt x="0" y="430968"/>
                  <a:pt x="0" y="304801"/>
                </a:cubicBezTo>
                <a:lnTo>
                  <a:pt x="0" y="228599"/>
                </a:lnTo>
                <a:cubicBezTo>
                  <a:pt x="0" y="102432"/>
                  <a:pt x="102432" y="0"/>
                  <a:pt x="2285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50000">
                <a:srgbClr val="FFD166"/>
              </a:gs>
              <a:gs pos="100000">
                <a:srgbClr val="FF6B6B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8150" y="6057900"/>
            <a:ext cx="1131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🌟 These three parts work together to help you create amazing videos! 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505501" y="26377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19996" y="5700806"/>
            <a:ext cx="128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-360000">
            <a:off x="343262" y="343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360000">
            <a:off x="433790" y="502667"/>
            <a:ext cx="83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33400"/>
            <a:ext cx="8886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Project Library - Your Video Collection!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9600" y="16461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0088" y="1741438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608088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Toy Box!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1989088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Project Library is like 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toy box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you keep all your video clips!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92351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600" y="342408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9996" y="3519339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385989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Your Videos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766989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you start editing, you need 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videos to the library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0400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600" y="52021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9996" y="5297388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400" y="5164038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5545038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Once videos are in the library, they're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drag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your storyboard!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1314450"/>
            <a:ext cx="5562600" cy="2781300"/>
          </a:xfrm>
          <a:custGeom>
            <a:avLst/>
            <a:gdLst/>
            <a:ahLst/>
            <a:cxnLst/>
            <a:rect l="l" t="t" r="r" b="b"/>
            <a:pathLst>
              <a:path w="5562600" h="2781300">
                <a:moveTo>
                  <a:pt x="228595" y="0"/>
                </a:moveTo>
                <a:lnTo>
                  <a:pt x="5334005" y="0"/>
                </a:lnTo>
                <a:cubicBezTo>
                  <a:pt x="5460255" y="0"/>
                  <a:pt x="5562600" y="102345"/>
                  <a:pt x="5562600" y="228595"/>
                </a:cubicBezTo>
                <a:lnTo>
                  <a:pt x="5562600" y="2552705"/>
                </a:lnTo>
                <a:cubicBezTo>
                  <a:pt x="5562600" y="2678955"/>
                  <a:pt x="5460255" y="2781300"/>
                  <a:pt x="5334005" y="2781300"/>
                </a:cubicBezTo>
                <a:lnTo>
                  <a:pt x="228595" y="2781300"/>
                </a:lnTo>
                <a:cubicBezTo>
                  <a:pt x="102345" y="2781300"/>
                  <a:pt x="0" y="2678955"/>
                  <a:pt x="0" y="2552705"/>
                </a:cubicBezTo>
                <a:lnTo>
                  <a:pt x="0" y="228595"/>
                </a:lnTo>
                <a:cubicBezTo>
                  <a:pt x="0" y="102430"/>
                  <a:pt x="102430" y="0"/>
                  <a:pt x="228595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43650" y="14859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Add Videos 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866900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152400" y="0"/>
                </a:moveTo>
                <a:lnTo>
                  <a:pt x="5067300" y="0"/>
                </a:lnTo>
                <a:cubicBezTo>
                  <a:pt x="5151412" y="0"/>
                  <a:pt x="5219700" y="68288"/>
                  <a:pt x="5219700" y="152400"/>
                </a:cubicBezTo>
                <a:lnTo>
                  <a:pt x="5219700" y="457200"/>
                </a:lnTo>
                <a:cubicBezTo>
                  <a:pt x="5219700" y="541312"/>
                  <a:pt x="5151412" y="609600"/>
                  <a:pt x="50673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15100" y="1981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388" y="20383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0400" y="20383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"Add" button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590800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152400" y="0"/>
                </a:moveTo>
                <a:lnTo>
                  <a:pt x="5067300" y="0"/>
                </a:lnTo>
                <a:cubicBezTo>
                  <a:pt x="5151412" y="0"/>
                  <a:pt x="5219700" y="68288"/>
                  <a:pt x="5219700" y="152400"/>
                </a:cubicBezTo>
                <a:lnTo>
                  <a:pt x="5219700" y="457200"/>
                </a:lnTo>
                <a:cubicBezTo>
                  <a:pt x="5219700" y="541312"/>
                  <a:pt x="5151412" y="609600"/>
                  <a:pt x="50673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15100" y="2705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57082" y="27622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0400" y="276225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your video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3314700"/>
            <a:ext cx="5219700" cy="609600"/>
          </a:xfrm>
          <a:custGeom>
            <a:avLst/>
            <a:gdLst/>
            <a:ahLst/>
            <a:cxnLst/>
            <a:rect l="l" t="t" r="r" b="b"/>
            <a:pathLst>
              <a:path w="5219700" h="609600">
                <a:moveTo>
                  <a:pt x="152400" y="0"/>
                </a:moveTo>
                <a:lnTo>
                  <a:pt x="5067300" y="0"/>
                </a:lnTo>
                <a:cubicBezTo>
                  <a:pt x="5151412" y="0"/>
                  <a:pt x="5219700" y="68288"/>
                  <a:pt x="5219700" y="152400"/>
                </a:cubicBezTo>
                <a:lnTo>
                  <a:pt x="5219700" y="457200"/>
                </a:lnTo>
                <a:cubicBezTo>
                  <a:pt x="5219700" y="541312"/>
                  <a:pt x="5151412" y="609600"/>
                  <a:pt x="50673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15100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54552" y="34861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0400" y="348615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"Open"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0300" y="4267200"/>
            <a:ext cx="5600700" cy="2209800"/>
          </a:xfrm>
          <a:custGeom>
            <a:avLst/>
            <a:gdLst/>
            <a:ahLst/>
            <a:cxnLst/>
            <a:rect l="l" t="t" r="r" b="b"/>
            <a:pathLst>
              <a:path w="5600700" h="2209800">
                <a:moveTo>
                  <a:pt x="228604" y="0"/>
                </a:moveTo>
                <a:lnTo>
                  <a:pt x="5372096" y="0"/>
                </a:lnTo>
                <a:cubicBezTo>
                  <a:pt x="5498351" y="0"/>
                  <a:pt x="5600700" y="102349"/>
                  <a:pt x="5600700" y="228604"/>
                </a:cubicBezTo>
                <a:lnTo>
                  <a:pt x="5600700" y="1981196"/>
                </a:lnTo>
                <a:cubicBezTo>
                  <a:pt x="5600700" y="2107451"/>
                  <a:pt x="5498351" y="2209800"/>
                  <a:pt x="5372096" y="2209800"/>
                </a:cubicBezTo>
                <a:lnTo>
                  <a:pt x="228604" y="2209800"/>
                </a:lnTo>
                <a:cubicBezTo>
                  <a:pt x="102349" y="2209800"/>
                  <a:pt x="0" y="2107451"/>
                  <a:pt x="0" y="1981196"/>
                </a:cubicBezTo>
                <a:lnTo>
                  <a:pt x="0" y="228604"/>
                </a:lnTo>
                <a:cubicBezTo>
                  <a:pt x="0" y="102434"/>
                  <a:pt x="102434" y="0"/>
                  <a:pt x="2286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166"/>
              </a:gs>
              <a:gs pos="100000">
                <a:srgbClr val="FF6B6B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48400" y="4760119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5550" y="5293519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Tip!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42559" y="5684044"/>
            <a:ext cx="3736032" cy="285750"/>
          </a:xfrm>
          <a:custGeom>
            <a:avLst/>
            <a:gdLst/>
            <a:ahLst/>
            <a:cxnLst/>
            <a:rect l="l" t="t" r="r" b="b"/>
            <a:pathLst>
              <a:path w="3736032" h="285750">
                <a:moveTo>
                  <a:pt x="38099" y="0"/>
                </a:moveTo>
                <a:lnTo>
                  <a:pt x="3697933" y="0"/>
                </a:lnTo>
                <a:cubicBezTo>
                  <a:pt x="3718975" y="0"/>
                  <a:pt x="3736032" y="17058"/>
                  <a:pt x="3736032" y="38099"/>
                </a:cubicBezTo>
                <a:lnTo>
                  <a:pt x="3736032" y="247651"/>
                </a:lnTo>
                <a:cubicBezTo>
                  <a:pt x="3736032" y="268692"/>
                  <a:pt x="3718975" y="285750"/>
                  <a:pt x="3697933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094934" y="5684044"/>
            <a:ext cx="3831282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 add multiple videos to your library!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474147" y="260472"/>
            <a:ext cx="171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19996" y="5700806"/>
            <a:ext cx="128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360000">
            <a:off x="343262" y="343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360000">
            <a:off x="425946" y="501844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33400"/>
            <a:ext cx="8029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D166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Preview Window - Watch Your Work!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9600" y="16461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9996" y="1741438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608088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Mini TV!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1989088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Preview Window is like 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 TV screen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you can watch your video!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92351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600" y="342408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9996" y="3519339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👁️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385989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Changes Instantly!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766989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you make changes, you can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them right away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the preview!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0400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600" y="52021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9996" y="5297388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400" y="5164038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 &amp; Pause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5545038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 and pause buttons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control your video!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1314450"/>
            <a:ext cx="5562600" cy="3124200"/>
          </a:xfrm>
          <a:custGeom>
            <a:avLst/>
            <a:gdLst/>
            <a:ahLst/>
            <a:cxnLst/>
            <a:rect l="l" t="t" r="r" b="b"/>
            <a:pathLst>
              <a:path w="5562600" h="3124200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2895602"/>
                </a:lnTo>
                <a:cubicBezTo>
                  <a:pt x="5562600" y="3021853"/>
                  <a:pt x="5460253" y="3124200"/>
                  <a:pt x="5334002" y="3124200"/>
                </a:cubicBezTo>
                <a:lnTo>
                  <a:pt x="228598" y="3124200"/>
                </a:lnTo>
                <a:cubicBezTo>
                  <a:pt x="102347" y="3124200"/>
                  <a:pt x="0" y="3021853"/>
                  <a:pt x="0" y="28956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43650" y="14859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Preview Controls 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866900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152403" y="0"/>
                </a:moveTo>
                <a:lnTo>
                  <a:pt x="5067297" y="0"/>
                </a:lnTo>
                <a:cubicBezTo>
                  <a:pt x="5151467" y="0"/>
                  <a:pt x="5219700" y="68233"/>
                  <a:pt x="5219700" y="152403"/>
                </a:cubicBezTo>
                <a:lnTo>
                  <a:pt x="5219700" y="571497"/>
                </a:lnTo>
                <a:cubicBezTo>
                  <a:pt x="5219700" y="655667"/>
                  <a:pt x="5151467" y="723900"/>
                  <a:pt x="50672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15100" y="2000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6686" y="207645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1981200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 Button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22479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watching your video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2705100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152403" y="0"/>
                </a:moveTo>
                <a:lnTo>
                  <a:pt x="5067297" y="0"/>
                </a:lnTo>
                <a:cubicBezTo>
                  <a:pt x="5151467" y="0"/>
                  <a:pt x="5219700" y="68233"/>
                  <a:pt x="5219700" y="152403"/>
                </a:cubicBezTo>
                <a:lnTo>
                  <a:pt x="5219700" y="571497"/>
                </a:lnTo>
                <a:cubicBezTo>
                  <a:pt x="5219700" y="655667"/>
                  <a:pt x="5151467" y="723900"/>
                  <a:pt x="50672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15100" y="2838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6686" y="291465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⏸️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28194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Pause Button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30861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 the video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3543300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152403" y="0"/>
                </a:moveTo>
                <a:lnTo>
                  <a:pt x="5067297" y="0"/>
                </a:lnTo>
                <a:cubicBezTo>
                  <a:pt x="5151467" y="0"/>
                  <a:pt x="5219700" y="68233"/>
                  <a:pt x="5219700" y="152403"/>
                </a:cubicBezTo>
                <a:lnTo>
                  <a:pt x="5219700" y="571497"/>
                </a:lnTo>
                <a:cubicBezTo>
                  <a:pt x="5219700" y="655667"/>
                  <a:pt x="5151467" y="723900"/>
                  <a:pt x="50672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15100" y="3676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6686" y="375285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⏮️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36576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Rewind Button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600" y="392430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 back to the start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46101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228602" y="0"/>
                </a:moveTo>
                <a:lnTo>
                  <a:pt x="5372098" y="0"/>
                </a:lnTo>
                <a:cubicBezTo>
                  <a:pt x="5498351" y="0"/>
                  <a:pt x="5600700" y="102349"/>
                  <a:pt x="5600700" y="228602"/>
                </a:cubicBezTo>
                <a:lnTo>
                  <a:pt x="5600700" y="1638298"/>
                </a:lnTo>
                <a:cubicBezTo>
                  <a:pt x="5600700" y="1764551"/>
                  <a:pt x="5498351" y="1866900"/>
                  <a:pt x="5372098" y="1866900"/>
                </a:cubicBezTo>
                <a:lnTo>
                  <a:pt x="228602" y="1866900"/>
                </a:lnTo>
                <a:cubicBezTo>
                  <a:pt x="102349" y="1866900"/>
                  <a:pt x="0" y="1764551"/>
                  <a:pt x="0" y="163829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D166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48400" y="4931569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05550" y="5464969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Remember!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252990" y="5855494"/>
            <a:ext cx="3515320" cy="285750"/>
          </a:xfrm>
          <a:custGeom>
            <a:avLst/>
            <a:gdLst/>
            <a:ahLst/>
            <a:cxnLst/>
            <a:rect l="l" t="t" r="r" b="b"/>
            <a:pathLst>
              <a:path w="3515320" h="285750">
                <a:moveTo>
                  <a:pt x="38099" y="0"/>
                </a:moveTo>
                <a:lnTo>
                  <a:pt x="3477221" y="0"/>
                </a:lnTo>
                <a:cubicBezTo>
                  <a:pt x="3498263" y="0"/>
                  <a:pt x="3515320" y="17058"/>
                  <a:pt x="3515320" y="38099"/>
                </a:cubicBezTo>
                <a:lnTo>
                  <a:pt x="3515320" y="247651"/>
                </a:lnTo>
                <a:cubicBezTo>
                  <a:pt x="3515320" y="268692"/>
                  <a:pt x="3498263" y="285750"/>
                  <a:pt x="3477221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205365" y="5855494"/>
            <a:ext cx="3610570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check the preview before saving!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474147" y="260472"/>
            <a:ext cx="171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🎞️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19996" y="5700806"/>
            <a:ext cx="128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🖼️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-360000">
            <a:off x="343262" y="343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360000">
            <a:off x="425946" y="501844"/>
            <a:ext cx="85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🎞️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33400"/>
            <a:ext cx="895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6B6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Storyboard Panel - Arrange Your Clips!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9600" y="16461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9996" y="1741438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608088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Photo Album!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1989088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Storyboard is like 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 album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you arrange your video clips!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092351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600" y="342408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5211" y="3519339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🖱️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385989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&amp; Drop!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766989"/>
            <a:ext cx="4552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clips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the library and drop them here!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0400"/>
            <a:ext cx="5562600" cy="1590675"/>
          </a:xfrm>
          <a:custGeom>
            <a:avLst/>
            <a:gdLst/>
            <a:ahLst/>
            <a:cxnLst/>
            <a:rect l="l" t="t" r="r" b="b"/>
            <a:pathLst>
              <a:path w="5562600" h="1590675">
                <a:moveTo>
                  <a:pt x="228596" y="0"/>
                </a:moveTo>
                <a:lnTo>
                  <a:pt x="5334004" y="0"/>
                </a:lnTo>
                <a:cubicBezTo>
                  <a:pt x="5460254" y="0"/>
                  <a:pt x="5562600" y="102346"/>
                  <a:pt x="5562600" y="228596"/>
                </a:cubicBezTo>
                <a:lnTo>
                  <a:pt x="5562600" y="1362079"/>
                </a:lnTo>
                <a:cubicBezTo>
                  <a:pt x="5562600" y="1488329"/>
                  <a:pt x="5460254" y="1590675"/>
                  <a:pt x="5334004" y="1590675"/>
                </a:cubicBezTo>
                <a:lnTo>
                  <a:pt x="228596" y="1590675"/>
                </a:lnTo>
                <a:cubicBezTo>
                  <a:pt x="102346" y="1590675"/>
                  <a:pt x="0" y="1488329"/>
                  <a:pt x="0" y="1362079"/>
                </a:cubicBezTo>
                <a:lnTo>
                  <a:pt x="0" y="228596"/>
                </a:lnTo>
                <a:cubicBezTo>
                  <a:pt x="0" y="102430"/>
                  <a:pt x="102430" y="0"/>
                  <a:pt x="228596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600" y="53569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0059" y="545217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400" y="531882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 in Order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5699820"/>
            <a:ext cx="4267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Arrange clips in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you want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them to play!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1314450"/>
            <a:ext cx="5562600" cy="3124200"/>
          </a:xfrm>
          <a:custGeom>
            <a:avLst/>
            <a:gdLst/>
            <a:ahLst/>
            <a:cxnLst/>
            <a:rect l="l" t="t" r="r" b="b"/>
            <a:pathLst>
              <a:path w="5562600" h="3124200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2895602"/>
                </a:lnTo>
                <a:cubicBezTo>
                  <a:pt x="5562600" y="3021853"/>
                  <a:pt x="5460253" y="3124200"/>
                  <a:pt x="5334002" y="3124200"/>
                </a:cubicBezTo>
                <a:lnTo>
                  <a:pt x="228598" y="3124200"/>
                </a:lnTo>
                <a:cubicBezTo>
                  <a:pt x="102347" y="3124200"/>
                  <a:pt x="0" y="3021853"/>
                  <a:pt x="0" y="28956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43650" y="14859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Storyboard Example 🎬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866900"/>
            <a:ext cx="5219700" cy="2400300"/>
          </a:xfrm>
          <a:custGeom>
            <a:avLst/>
            <a:gdLst/>
            <a:ahLst/>
            <a:cxnLst/>
            <a:rect l="l" t="t" r="r" b="b"/>
            <a:pathLst>
              <a:path w="5219700" h="2400300">
                <a:moveTo>
                  <a:pt x="152395" y="0"/>
                </a:moveTo>
                <a:lnTo>
                  <a:pt x="5067305" y="0"/>
                </a:lnTo>
                <a:cubicBezTo>
                  <a:pt x="5151470" y="0"/>
                  <a:pt x="5219700" y="68230"/>
                  <a:pt x="5219700" y="152395"/>
                </a:cubicBezTo>
                <a:lnTo>
                  <a:pt x="5219700" y="2247905"/>
                </a:lnTo>
                <a:cubicBezTo>
                  <a:pt x="5219700" y="2332070"/>
                  <a:pt x="5151470" y="2400300"/>
                  <a:pt x="5067305" y="2400300"/>
                </a:cubicBezTo>
                <a:lnTo>
                  <a:pt x="152395" y="2400300"/>
                </a:lnTo>
                <a:cubicBezTo>
                  <a:pt x="68230" y="2400300"/>
                  <a:pt x="0" y="2332070"/>
                  <a:pt x="0" y="22479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9E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24625" y="1990725"/>
            <a:ext cx="4972050" cy="628650"/>
          </a:xfrm>
          <a:custGeom>
            <a:avLst/>
            <a:gdLst/>
            <a:ahLst/>
            <a:cxnLst/>
            <a:rect l="l" t="t" r="r" b="b"/>
            <a:pathLst>
              <a:path w="4972050" h="628650">
                <a:moveTo>
                  <a:pt x="114301" y="0"/>
                </a:moveTo>
                <a:lnTo>
                  <a:pt x="4857749" y="0"/>
                </a:lnTo>
                <a:cubicBezTo>
                  <a:pt x="4920833" y="0"/>
                  <a:pt x="4972050" y="51217"/>
                  <a:pt x="4972050" y="114301"/>
                </a:cubicBezTo>
                <a:lnTo>
                  <a:pt x="4972050" y="514349"/>
                </a:lnTo>
                <a:cubicBezTo>
                  <a:pt x="4972050" y="577433"/>
                  <a:pt x="4920833" y="628650"/>
                  <a:pt x="4857749" y="628650"/>
                </a:cubicBezTo>
                <a:lnTo>
                  <a:pt x="114301" y="628650"/>
                </a:lnTo>
                <a:cubicBezTo>
                  <a:pt x="51217" y="628650"/>
                  <a:pt x="0" y="577433"/>
                  <a:pt x="0" y="5143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48450" y="2114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11714" y="2171700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43750" y="2114550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304800"/>
                </a:lnTo>
                <a:cubicBezTo>
                  <a:pt x="609600" y="346856"/>
                  <a:pt x="575456" y="381000"/>
                  <a:pt x="5334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7730" y="2171700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67650" y="219075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 playing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24625" y="2752725"/>
            <a:ext cx="4972050" cy="628650"/>
          </a:xfrm>
          <a:custGeom>
            <a:avLst/>
            <a:gdLst/>
            <a:ahLst/>
            <a:cxnLst/>
            <a:rect l="l" t="t" r="r" b="b"/>
            <a:pathLst>
              <a:path w="4972050" h="628650">
                <a:moveTo>
                  <a:pt x="114301" y="0"/>
                </a:moveTo>
                <a:lnTo>
                  <a:pt x="4857749" y="0"/>
                </a:lnTo>
                <a:cubicBezTo>
                  <a:pt x="4920833" y="0"/>
                  <a:pt x="4972050" y="51217"/>
                  <a:pt x="4972050" y="114301"/>
                </a:cubicBezTo>
                <a:lnTo>
                  <a:pt x="4972050" y="514349"/>
                </a:lnTo>
                <a:cubicBezTo>
                  <a:pt x="4972050" y="577433"/>
                  <a:pt x="4920833" y="628650"/>
                  <a:pt x="4857749" y="628650"/>
                </a:cubicBezTo>
                <a:lnTo>
                  <a:pt x="114301" y="628650"/>
                </a:lnTo>
                <a:cubicBezTo>
                  <a:pt x="51217" y="628650"/>
                  <a:pt x="0" y="577433"/>
                  <a:pt x="0" y="5143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48450" y="2876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95195" y="293370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43750" y="2876550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304800"/>
                </a:lnTo>
                <a:cubicBezTo>
                  <a:pt x="609600" y="346856"/>
                  <a:pt x="575456" y="381000"/>
                  <a:pt x="5334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16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317730" y="2933700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⚽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67650" y="295275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Ball rolling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24625" y="3514725"/>
            <a:ext cx="4972050" cy="628650"/>
          </a:xfrm>
          <a:custGeom>
            <a:avLst/>
            <a:gdLst/>
            <a:ahLst/>
            <a:cxnLst/>
            <a:rect l="l" t="t" r="r" b="b"/>
            <a:pathLst>
              <a:path w="4972050" h="628650">
                <a:moveTo>
                  <a:pt x="114301" y="0"/>
                </a:moveTo>
                <a:lnTo>
                  <a:pt x="4857749" y="0"/>
                </a:lnTo>
                <a:cubicBezTo>
                  <a:pt x="4920833" y="0"/>
                  <a:pt x="4972050" y="51217"/>
                  <a:pt x="4972050" y="114301"/>
                </a:cubicBezTo>
                <a:lnTo>
                  <a:pt x="4972050" y="514349"/>
                </a:lnTo>
                <a:cubicBezTo>
                  <a:pt x="4972050" y="577433"/>
                  <a:pt x="4920833" y="628650"/>
                  <a:pt x="4857749" y="628650"/>
                </a:cubicBezTo>
                <a:lnTo>
                  <a:pt x="114301" y="628650"/>
                </a:lnTo>
                <a:cubicBezTo>
                  <a:pt x="51217" y="628650"/>
                  <a:pt x="0" y="577433"/>
                  <a:pt x="0" y="5143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48450" y="3638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92962" y="369570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43750" y="3638550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304800"/>
                </a:lnTo>
                <a:cubicBezTo>
                  <a:pt x="609600" y="346856"/>
                  <a:pt x="575456" y="381000"/>
                  <a:pt x="5334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341096" y="369570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🏃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67650" y="371475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 running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0300" y="4610100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228602" y="0"/>
                </a:moveTo>
                <a:lnTo>
                  <a:pt x="5372098" y="0"/>
                </a:lnTo>
                <a:cubicBezTo>
                  <a:pt x="5498351" y="0"/>
                  <a:pt x="5600700" y="102349"/>
                  <a:pt x="5600700" y="228602"/>
                </a:cubicBezTo>
                <a:lnTo>
                  <a:pt x="5600700" y="1638298"/>
                </a:lnTo>
                <a:cubicBezTo>
                  <a:pt x="5600700" y="1764551"/>
                  <a:pt x="5498351" y="1866900"/>
                  <a:pt x="5372098" y="1866900"/>
                </a:cubicBezTo>
                <a:lnTo>
                  <a:pt x="228602" y="1866900"/>
                </a:lnTo>
                <a:cubicBezTo>
                  <a:pt x="102349" y="1866900"/>
                  <a:pt x="0" y="1764551"/>
                  <a:pt x="0" y="163829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B6B"/>
              </a:gs>
              <a:gs pos="100000">
                <a:srgbClr val="FFD166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48400" y="4931569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💡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05550" y="5464969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Tip!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52370" y="5855494"/>
            <a:ext cx="3916412" cy="285750"/>
          </a:xfrm>
          <a:custGeom>
            <a:avLst/>
            <a:gdLst/>
            <a:ahLst/>
            <a:cxnLst/>
            <a:rect l="l" t="t" r="r" b="b"/>
            <a:pathLst>
              <a:path w="3916412" h="285750">
                <a:moveTo>
                  <a:pt x="38099" y="0"/>
                </a:moveTo>
                <a:lnTo>
                  <a:pt x="3878313" y="0"/>
                </a:lnTo>
                <a:cubicBezTo>
                  <a:pt x="3899355" y="0"/>
                  <a:pt x="3916412" y="17058"/>
                  <a:pt x="3916412" y="38099"/>
                </a:cubicBezTo>
                <a:lnTo>
                  <a:pt x="3916412" y="247651"/>
                </a:lnTo>
                <a:cubicBezTo>
                  <a:pt x="3916412" y="268692"/>
                  <a:pt x="3899355" y="285750"/>
                  <a:pt x="3878313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004745" y="5855494"/>
            <a:ext cx="4011662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 move clips around by dragging them!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505501" y="26377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✂️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19996" y="5700806"/>
            <a:ext cx="128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360000">
            <a:off x="343262" y="3432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360000">
            <a:off x="433790" y="502667"/>
            <a:ext cx="83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✂️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33400"/>
            <a:ext cx="7658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6B6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How to Remove Unwanted Parts!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314450"/>
            <a:ext cx="5562600" cy="1171575"/>
          </a:xfrm>
          <a:custGeom>
            <a:avLst/>
            <a:gdLst/>
            <a:ahLst/>
            <a:cxnLst/>
            <a:rect l="l" t="t" r="r" b="b"/>
            <a:pathLst>
              <a:path w="5562600" h="1171575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942977"/>
                </a:lnTo>
                <a:cubicBezTo>
                  <a:pt x="5562600" y="1069228"/>
                  <a:pt x="5460253" y="1171575"/>
                  <a:pt x="5334002" y="1171575"/>
                </a:cubicBezTo>
                <a:lnTo>
                  <a:pt x="228598" y="1171575"/>
                </a:lnTo>
                <a:cubicBezTo>
                  <a:pt x="102347" y="1171575"/>
                  <a:pt x="0" y="1069228"/>
                  <a:pt x="0" y="942977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16335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1886" y="1747838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7300" y="1608534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the Clip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7300" y="1913334"/>
            <a:ext cx="31146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on 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clip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want to edit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2638425"/>
            <a:ext cx="5562600" cy="1171575"/>
          </a:xfrm>
          <a:custGeom>
            <a:avLst/>
            <a:gdLst/>
            <a:ahLst/>
            <a:cxnLst/>
            <a:rect l="l" t="t" r="r" b="b"/>
            <a:pathLst>
              <a:path w="5562600" h="1171575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942977"/>
                </a:lnTo>
                <a:cubicBezTo>
                  <a:pt x="5562600" y="1069228"/>
                  <a:pt x="5460253" y="1171575"/>
                  <a:pt x="5334002" y="1171575"/>
                </a:cubicBezTo>
                <a:lnTo>
                  <a:pt x="228598" y="1171575"/>
                </a:lnTo>
                <a:cubicBezTo>
                  <a:pt x="102347" y="1171575"/>
                  <a:pt x="0" y="1069228"/>
                  <a:pt x="0" y="942977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" y="29575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0008" y="3071813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7300" y="2932509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the Part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57300" y="3237309"/>
            <a:ext cx="35433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and find 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you want to remove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962400"/>
            <a:ext cx="5562600" cy="1171575"/>
          </a:xfrm>
          <a:custGeom>
            <a:avLst/>
            <a:gdLst/>
            <a:ahLst/>
            <a:cxnLst/>
            <a:rect l="l" t="t" r="r" b="b"/>
            <a:pathLst>
              <a:path w="5562600" h="1171575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942977"/>
                </a:lnTo>
                <a:cubicBezTo>
                  <a:pt x="5562600" y="1069228"/>
                  <a:pt x="5460253" y="1171575"/>
                  <a:pt x="5334002" y="1171575"/>
                </a:cubicBezTo>
                <a:lnTo>
                  <a:pt x="228598" y="1171575"/>
                </a:lnTo>
                <a:cubicBezTo>
                  <a:pt x="102347" y="1171575"/>
                  <a:pt x="0" y="1069228"/>
                  <a:pt x="0" y="942977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" y="42814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032" y="4395788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4256484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"Trim"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4561284"/>
            <a:ext cx="25146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the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"Trim" or "Cut" button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5286375"/>
            <a:ext cx="5562600" cy="1171575"/>
          </a:xfrm>
          <a:custGeom>
            <a:avLst/>
            <a:gdLst/>
            <a:ahLst/>
            <a:cxnLst/>
            <a:rect l="l" t="t" r="r" b="b"/>
            <a:pathLst>
              <a:path w="5562600" h="1171575">
                <a:moveTo>
                  <a:pt x="228598" y="0"/>
                </a:moveTo>
                <a:lnTo>
                  <a:pt x="5334002" y="0"/>
                </a:lnTo>
                <a:cubicBezTo>
                  <a:pt x="5460253" y="0"/>
                  <a:pt x="5562600" y="102347"/>
                  <a:pt x="5562600" y="228598"/>
                </a:cubicBezTo>
                <a:lnTo>
                  <a:pt x="5562600" y="942977"/>
                </a:lnTo>
                <a:cubicBezTo>
                  <a:pt x="5562600" y="1069228"/>
                  <a:pt x="5460253" y="1171575"/>
                  <a:pt x="5334002" y="1171575"/>
                </a:cubicBezTo>
                <a:lnTo>
                  <a:pt x="228598" y="1171575"/>
                </a:lnTo>
                <a:cubicBezTo>
                  <a:pt x="102347" y="1171575"/>
                  <a:pt x="0" y="1069228"/>
                  <a:pt x="0" y="942977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1500" y="56054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0008" y="5719763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57300" y="5580459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 It!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57300" y="5885259"/>
            <a:ext cx="3476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"Delete"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remove the unwanted part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9350" y="1314450"/>
            <a:ext cx="5562600" cy="3200400"/>
          </a:xfrm>
          <a:custGeom>
            <a:avLst/>
            <a:gdLst/>
            <a:ahLst/>
            <a:cxnLst/>
            <a:rect l="l" t="t" r="r" b="b"/>
            <a:pathLst>
              <a:path w="5562600" h="3200400">
                <a:moveTo>
                  <a:pt x="228605" y="0"/>
                </a:moveTo>
                <a:lnTo>
                  <a:pt x="5333995" y="0"/>
                </a:lnTo>
                <a:cubicBezTo>
                  <a:pt x="5460166" y="0"/>
                  <a:pt x="5562600" y="102434"/>
                  <a:pt x="5562600" y="228605"/>
                </a:cubicBezTo>
                <a:lnTo>
                  <a:pt x="5562600" y="2971795"/>
                </a:lnTo>
                <a:cubicBezTo>
                  <a:pt x="5562600" y="3097966"/>
                  <a:pt x="5460166" y="3200400"/>
                  <a:pt x="5333995" y="3200400"/>
                </a:cubicBezTo>
                <a:lnTo>
                  <a:pt x="228605" y="3200400"/>
                </a:lnTo>
                <a:cubicBezTo>
                  <a:pt x="102434" y="3200400"/>
                  <a:pt x="0" y="3097966"/>
                  <a:pt x="0" y="29717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43650" y="14859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Lily's Example 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1866900"/>
            <a:ext cx="5219700" cy="2476500"/>
          </a:xfrm>
          <a:custGeom>
            <a:avLst/>
            <a:gdLst/>
            <a:ahLst/>
            <a:cxnLst/>
            <a:rect l="l" t="t" r="r" b="b"/>
            <a:pathLst>
              <a:path w="5219700" h="2476500">
                <a:moveTo>
                  <a:pt x="152404" y="0"/>
                </a:moveTo>
                <a:lnTo>
                  <a:pt x="5067296" y="0"/>
                </a:lnTo>
                <a:cubicBezTo>
                  <a:pt x="5151466" y="0"/>
                  <a:pt x="5219700" y="68234"/>
                  <a:pt x="5219700" y="152404"/>
                </a:cubicBezTo>
                <a:lnTo>
                  <a:pt x="5219700" y="2324096"/>
                </a:lnTo>
                <a:cubicBezTo>
                  <a:pt x="5219700" y="2408266"/>
                  <a:pt x="5151466" y="2476500"/>
                  <a:pt x="5067296" y="2476500"/>
                </a:cubicBezTo>
                <a:lnTo>
                  <a:pt x="152404" y="2476500"/>
                </a:lnTo>
                <a:cubicBezTo>
                  <a:pt x="68234" y="2476500"/>
                  <a:pt x="0" y="2408266"/>
                  <a:pt x="0" y="23240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9E6"/>
          </a:solidFill>
          <a:ln/>
        </p:spPr>
      </p:sp>
      <p:sp>
        <p:nvSpPr>
          <p:cNvPr id="30" name="Shape 28"/>
          <p:cNvSpPr/>
          <p:nvPr/>
        </p:nvSpPr>
        <p:spPr>
          <a:xfrm>
            <a:off x="6562725" y="2028825"/>
            <a:ext cx="4895850" cy="628650"/>
          </a:xfrm>
          <a:custGeom>
            <a:avLst/>
            <a:gdLst/>
            <a:ahLst/>
            <a:cxnLst/>
            <a:rect l="l" t="t" r="r" b="b"/>
            <a:pathLst>
              <a:path w="4895850" h="628650">
                <a:moveTo>
                  <a:pt x="114301" y="0"/>
                </a:moveTo>
                <a:lnTo>
                  <a:pt x="4781549" y="0"/>
                </a:lnTo>
                <a:cubicBezTo>
                  <a:pt x="4844633" y="0"/>
                  <a:pt x="4895850" y="51217"/>
                  <a:pt x="4895850" y="114301"/>
                </a:cubicBezTo>
                <a:lnTo>
                  <a:pt x="4895850" y="514349"/>
                </a:lnTo>
                <a:cubicBezTo>
                  <a:pt x="4895850" y="577433"/>
                  <a:pt x="4844633" y="628650"/>
                  <a:pt x="4781549" y="628650"/>
                </a:cubicBezTo>
                <a:lnTo>
                  <a:pt x="114301" y="628650"/>
                </a:lnTo>
                <a:cubicBezTo>
                  <a:pt x="51217" y="628650"/>
                  <a:pt x="0" y="577433"/>
                  <a:pt x="0" y="5143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86550" y="2152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59327" y="22098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81850" y="222885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 playing with ball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62725" y="2790825"/>
            <a:ext cx="4895850" cy="628650"/>
          </a:xfrm>
          <a:custGeom>
            <a:avLst/>
            <a:gdLst/>
            <a:ahLst/>
            <a:cxnLst/>
            <a:rect l="l" t="t" r="r" b="b"/>
            <a:pathLst>
              <a:path w="4895850" h="628650">
                <a:moveTo>
                  <a:pt x="114301" y="0"/>
                </a:moveTo>
                <a:lnTo>
                  <a:pt x="4781549" y="0"/>
                </a:lnTo>
                <a:cubicBezTo>
                  <a:pt x="4844633" y="0"/>
                  <a:pt x="4895850" y="51217"/>
                  <a:pt x="4895850" y="114301"/>
                </a:cubicBezTo>
                <a:lnTo>
                  <a:pt x="4895850" y="514349"/>
                </a:lnTo>
                <a:cubicBezTo>
                  <a:pt x="4895850" y="577433"/>
                  <a:pt x="4844633" y="628650"/>
                  <a:pt x="4781549" y="628650"/>
                </a:cubicBezTo>
                <a:lnTo>
                  <a:pt x="114301" y="628650"/>
                </a:lnTo>
                <a:cubicBezTo>
                  <a:pt x="51217" y="628650"/>
                  <a:pt x="0" y="577433"/>
                  <a:pt x="0" y="5143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86550" y="2914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9327" y="29718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81850" y="29908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748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Snoopy behind bush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62725" y="3552825"/>
            <a:ext cx="4895850" cy="628650"/>
          </a:xfrm>
          <a:custGeom>
            <a:avLst/>
            <a:gdLst/>
            <a:ahLst/>
            <a:cxnLst/>
            <a:rect l="l" t="t" r="r" b="b"/>
            <a:pathLst>
              <a:path w="4895850" h="628650">
                <a:moveTo>
                  <a:pt x="114301" y="0"/>
                </a:moveTo>
                <a:lnTo>
                  <a:pt x="4781549" y="0"/>
                </a:lnTo>
                <a:cubicBezTo>
                  <a:pt x="4844633" y="0"/>
                  <a:pt x="4895850" y="51217"/>
                  <a:pt x="4895850" y="114301"/>
                </a:cubicBezTo>
                <a:lnTo>
                  <a:pt x="4895850" y="514349"/>
                </a:lnTo>
                <a:cubicBezTo>
                  <a:pt x="4895850" y="577433"/>
                  <a:pt x="4844633" y="628650"/>
                  <a:pt x="4781549" y="628650"/>
                </a:cubicBezTo>
                <a:lnTo>
                  <a:pt x="114301" y="628650"/>
                </a:lnTo>
                <a:cubicBezTo>
                  <a:pt x="51217" y="628650"/>
                  <a:pt x="0" y="577433"/>
                  <a:pt x="0" y="5143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86550" y="3676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59327" y="37338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81850" y="375285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 comes back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0300" y="4686300"/>
            <a:ext cx="5600700" cy="1790700"/>
          </a:xfrm>
          <a:custGeom>
            <a:avLst/>
            <a:gdLst/>
            <a:ahLst/>
            <a:cxnLst/>
            <a:rect l="l" t="t" r="r" b="b"/>
            <a:pathLst>
              <a:path w="5600700" h="1790700">
                <a:moveTo>
                  <a:pt x="228601" y="0"/>
                </a:moveTo>
                <a:lnTo>
                  <a:pt x="5372099" y="0"/>
                </a:lnTo>
                <a:cubicBezTo>
                  <a:pt x="5498352" y="0"/>
                  <a:pt x="5600700" y="102348"/>
                  <a:pt x="5600700" y="228601"/>
                </a:cubicBezTo>
                <a:lnTo>
                  <a:pt x="5600700" y="1562099"/>
                </a:lnTo>
                <a:cubicBezTo>
                  <a:pt x="5600700" y="1688352"/>
                  <a:pt x="5498352" y="1790700"/>
                  <a:pt x="5372099" y="1790700"/>
                </a:cubicBezTo>
                <a:lnTo>
                  <a:pt x="228601" y="1790700"/>
                </a:lnTo>
                <a:cubicBezTo>
                  <a:pt x="102348" y="1790700"/>
                  <a:pt x="0" y="1688352"/>
                  <a:pt x="0" y="1562099"/>
                </a:cubicBezTo>
                <a:lnTo>
                  <a:pt x="0" y="228601"/>
                </a:lnTo>
                <a:cubicBezTo>
                  <a:pt x="0" y="102433"/>
                  <a:pt x="102433" y="0"/>
                  <a:pt x="2286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D166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48400" y="4969669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🎉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05550" y="5503069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 Job!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78638" y="5893594"/>
            <a:ext cx="2664023" cy="285750"/>
          </a:xfrm>
          <a:custGeom>
            <a:avLst/>
            <a:gdLst/>
            <a:ahLst/>
            <a:cxnLst/>
            <a:rect l="l" t="t" r="r" b="b"/>
            <a:pathLst>
              <a:path w="2664023" h="285750">
                <a:moveTo>
                  <a:pt x="38099" y="0"/>
                </a:moveTo>
                <a:lnTo>
                  <a:pt x="2625924" y="0"/>
                </a:lnTo>
                <a:cubicBezTo>
                  <a:pt x="2646966" y="0"/>
                  <a:pt x="2664023" y="17058"/>
                  <a:pt x="2664023" y="38099"/>
                </a:cubicBezTo>
                <a:lnTo>
                  <a:pt x="2664023" y="247651"/>
                </a:lnTo>
                <a:cubicBezTo>
                  <a:pt x="2664023" y="268692"/>
                  <a:pt x="2646966" y="285750"/>
                  <a:pt x="2625924" y="285750"/>
                </a:cubicBezTo>
                <a:lnTo>
                  <a:pt x="38099" y="285750"/>
                </a:lnTo>
                <a:cubicBezTo>
                  <a:pt x="17058" y="285750"/>
                  <a:pt x="0" y="268692"/>
                  <a:pt x="0" y="2476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631013" y="5893594"/>
            <a:ext cx="2759273" cy="28575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Now Lily's video looks perfect!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720000">
            <a:off x="10552162" y="249991"/>
            <a:ext cx="1632287" cy="875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893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-720000">
            <a:off x="305854" y="5754325"/>
            <a:ext cx="1185460" cy="656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170" dirty="0">
                <a:solidFill>
                  <a:srgbClr val="2D3748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-360000">
            <a:off x="328628" y="328629"/>
            <a:ext cx="729514" cy="729514"/>
          </a:xfrm>
          <a:custGeom>
            <a:avLst/>
            <a:gdLst/>
            <a:ahLst/>
            <a:cxnLst/>
            <a:rect l="l" t="t" r="r" b="b"/>
            <a:pathLst>
              <a:path w="729514" h="729514">
                <a:moveTo>
                  <a:pt x="145903" y="0"/>
                </a:moveTo>
                <a:lnTo>
                  <a:pt x="583611" y="0"/>
                </a:lnTo>
                <a:cubicBezTo>
                  <a:pt x="664191" y="0"/>
                  <a:pt x="729514" y="65323"/>
                  <a:pt x="729514" y="145903"/>
                </a:cubicBezTo>
                <a:lnTo>
                  <a:pt x="729514" y="583611"/>
                </a:lnTo>
                <a:cubicBezTo>
                  <a:pt x="729514" y="664191"/>
                  <a:pt x="664191" y="729514"/>
                  <a:pt x="583611" y="729514"/>
                </a:cubicBezTo>
                <a:lnTo>
                  <a:pt x="145903" y="729514"/>
                </a:lnTo>
                <a:cubicBezTo>
                  <a:pt x="65323" y="729514"/>
                  <a:pt x="0" y="664191"/>
                  <a:pt x="0" y="583611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360000">
            <a:off x="409204" y="480614"/>
            <a:ext cx="820703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13125" y="510660"/>
            <a:ext cx="516131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FFD166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Add Fun Music &amp; Titles!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2995" y="1258411"/>
            <a:ext cx="5580781" cy="2699201"/>
          </a:xfrm>
          <a:custGeom>
            <a:avLst/>
            <a:gdLst/>
            <a:ahLst/>
            <a:cxnLst/>
            <a:rect l="l" t="t" r="r" b="b"/>
            <a:pathLst>
              <a:path w="5580781" h="2699201">
                <a:moveTo>
                  <a:pt x="218851" y="0"/>
                </a:moveTo>
                <a:lnTo>
                  <a:pt x="5361930" y="0"/>
                </a:lnTo>
                <a:cubicBezTo>
                  <a:pt x="5482798" y="0"/>
                  <a:pt x="5580781" y="97983"/>
                  <a:pt x="5580781" y="218851"/>
                </a:cubicBezTo>
                <a:lnTo>
                  <a:pt x="5580781" y="2480350"/>
                </a:lnTo>
                <a:cubicBezTo>
                  <a:pt x="5580781" y="2601218"/>
                  <a:pt x="5482798" y="2699201"/>
                  <a:pt x="5361930" y="2699201"/>
                </a:cubicBezTo>
                <a:lnTo>
                  <a:pt x="218851" y="2699201"/>
                </a:lnTo>
                <a:cubicBezTo>
                  <a:pt x="97983" y="2699201"/>
                  <a:pt x="0" y="2601218"/>
                  <a:pt x="0" y="2480350"/>
                </a:cubicBezTo>
                <a:lnTo>
                  <a:pt x="0" y="218851"/>
                </a:lnTo>
                <a:cubicBezTo>
                  <a:pt x="0" y="98064"/>
                  <a:pt x="98064" y="0"/>
                  <a:pt x="218851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7135" y="1422552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291806" y="0"/>
                </a:moveTo>
                <a:lnTo>
                  <a:pt x="291806" y="0"/>
                </a:lnTo>
                <a:cubicBezTo>
                  <a:pt x="452965" y="0"/>
                  <a:pt x="583611" y="130646"/>
                  <a:pt x="583611" y="291806"/>
                </a:cubicBezTo>
                <a:lnTo>
                  <a:pt x="583611" y="291806"/>
                </a:lnTo>
                <a:cubicBezTo>
                  <a:pt x="583611" y="452965"/>
                  <a:pt x="452965" y="583611"/>
                  <a:pt x="291806" y="583611"/>
                </a:cubicBezTo>
                <a:lnTo>
                  <a:pt x="291806" y="583611"/>
                </a:lnTo>
                <a:cubicBezTo>
                  <a:pt x="130646" y="583611"/>
                  <a:pt x="0" y="452965"/>
                  <a:pt x="0" y="291806"/>
                </a:cubicBezTo>
                <a:lnTo>
                  <a:pt x="0" y="291806"/>
                </a:lnTo>
                <a:cubicBezTo>
                  <a:pt x="0" y="130646"/>
                  <a:pt x="130646" y="0"/>
                  <a:pt x="291806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4672" y="1531979"/>
            <a:ext cx="61096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6649" y="1550217"/>
            <a:ext cx="1459028" cy="3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4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Music!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135" y="2115590"/>
            <a:ext cx="5252500" cy="483303"/>
          </a:xfrm>
          <a:custGeom>
            <a:avLst/>
            <a:gdLst/>
            <a:ahLst/>
            <a:cxnLst/>
            <a:rect l="l" t="t" r="r" b="b"/>
            <a:pathLst>
              <a:path w="5252500" h="483303">
                <a:moveTo>
                  <a:pt x="145904" y="0"/>
                </a:moveTo>
                <a:lnTo>
                  <a:pt x="5106595" y="0"/>
                </a:lnTo>
                <a:cubicBezTo>
                  <a:pt x="5187176" y="0"/>
                  <a:pt x="5252500" y="65324"/>
                  <a:pt x="5252500" y="145904"/>
                </a:cubicBezTo>
                <a:lnTo>
                  <a:pt x="5252500" y="337399"/>
                </a:lnTo>
                <a:cubicBezTo>
                  <a:pt x="5252500" y="417979"/>
                  <a:pt x="5187176" y="483303"/>
                  <a:pt x="5106595" y="483303"/>
                </a:cubicBezTo>
                <a:lnTo>
                  <a:pt x="145904" y="483303"/>
                </a:lnTo>
                <a:cubicBezTo>
                  <a:pt x="65378" y="483303"/>
                  <a:pt x="0" y="417925"/>
                  <a:pt x="0" y="337399"/>
                </a:cubicBezTo>
                <a:lnTo>
                  <a:pt x="0" y="145904"/>
                </a:lnTo>
                <a:cubicBezTo>
                  <a:pt x="0" y="65378"/>
                  <a:pt x="65378" y="0"/>
                  <a:pt x="14590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6562" y="2225017"/>
            <a:ext cx="5115716" cy="26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Click "Add Music" </a:t>
            </a:r>
            <a:pPr>
              <a:lnSpc>
                <a:spcPct val="140000"/>
              </a:lnSpc>
            </a:pPr>
            <a:r>
              <a:rPr lang="en-US" sz="1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button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7135" y="2710600"/>
            <a:ext cx="5252500" cy="483303"/>
          </a:xfrm>
          <a:custGeom>
            <a:avLst/>
            <a:gdLst/>
            <a:ahLst/>
            <a:cxnLst/>
            <a:rect l="l" t="t" r="r" b="b"/>
            <a:pathLst>
              <a:path w="5252500" h="483303">
                <a:moveTo>
                  <a:pt x="145904" y="0"/>
                </a:moveTo>
                <a:lnTo>
                  <a:pt x="5106595" y="0"/>
                </a:lnTo>
                <a:cubicBezTo>
                  <a:pt x="5187176" y="0"/>
                  <a:pt x="5252500" y="65324"/>
                  <a:pt x="5252500" y="145904"/>
                </a:cubicBezTo>
                <a:lnTo>
                  <a:pt x="5252500" y="337399"/>
                </a:lnTo>
                <a:cubicBezTo>
                  <a:pt x="5252500" y="417979"/>
                  <a:pt x="5187176" y="483303"/>
                  <a:pt x="5106595" y="483303"/>
                </a:cubicBezTo>
                <a:lnTo>
                  <a:pt x="145904" y="483303"/>
                </a:lnTo>
                <a:cubicBezTo>
                  <a:pt x="65378" y="483303"/>
                  <a:pt x="0" y="417925"/>
                  <a:pt x="0" y="337399"/>
                </a:cubicBezTo>
                <a:lnTo>
                  <a:pt x="0" y="145904"/>
                </a:lnTo>
                <a:cubicBezTo>
                  <a:pt x="0" y="65378"/>
                  <a:pt x="65378" y="0"/>
                  <a:pt x="145904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6562" y="2820027"/>
            <a:ext cx="5115716" cy="26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Choose a song </a:t>
            </a:r>
            <a:pPr>
              <a:lnSpc>
                <a:spcPct val="140000"/>
              </a:lnSpc>
            </a:pPr>
            <a:r>
              <a:rPr lang="en-US" sz="1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like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135" y="3305610"/>
            <a:ext cx="5252500" cy="483303"/>
          </a:xfrm>
          <a:custGeom>
            <a:avLst/>
            <a:gdLst/>
            <a:ahLst/>
            <a:cxnLst/>
            <a:rect l="l" t="t" r="r" b="b"/>
            <a:pathLst>
              <a:path w="5252500" h="483303">
                <a:moveTo>
                  <a:pt x="145904" y="0"/>
                </a:moveTo>
                <a:lnTo>
                  <a:pt x="5106595" y="0"/>
                </a:lnTo>
                <a:cubicBezTo>
                  <a:pt x="5187176" y="0"/>
                  <a:pt x="5252500" y="65324"/>
                  <a:pt x="5252500" y="145904"/>
                </a:cubicBezTo>
                <a:lnTo>
                  <a:pt x="5252500" y="337399"/>
                </a:lnTo>
                <a:cubicBezTo>
                  <a:pt x="5252500" y="417979"/>
                  <a:pt x="5187176" y="483303"/>
                  <a:pt x="5106595" y="483303"/>
                </a:cubicBezTo>
                <a:lnTo>
                  <a:pt x="145904" y="483303"/>
                </a:lnTo>
                <a:cubicBezTo>
                  <a:pt x="65378" y="483303"/>
                  <a:pt x="0" y="417925"/>
                  <a:pt x="0" y="337399"/>
                </a:cubicBezTo>
                <a:lnTo>
                  <a:pt x="0" y="145904"/>
                </a:lnTo>
                <a:cubicBezTo>
                  <a:pt x="0" y="65378"/>
                  <a:pt x="65378" y="0"/>
                  <a:pt x="145904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6562" y="3415037"/>
            <a:ext cx="5115716" cy="26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Click "Add" </a:t>
            </a:r>
            <a:pPr>
              <a:lnSpc>
                <a:spcPct val="140000"/>
              </a:lnSpc>
            </a:pPr>
            <a:r>
              <a:rPr lang="en-US" sz="1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put it in your video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2995" y="4137711"/>
            <a:ext cx="5580781" cy="2699201"/>
          </a:xfrm>
          <a:custGeom>
            <a:avLst/>
            <a:gdLst/>
            <a:ahLst/>
            <a:cxnLst/>
            <a:rect l="l" t="t" r="r" b="b"/>
            <a:pathLst>
              <a:path w="5580781" h="2699201">
                <a:moveTo>
                  <a:pt x="218851" y="0"/>
                </a:moveTo>
                <a:lnTo>
                  <a:pt x="5361930" y="0"/>
                </a:lnTo>
                <a:cubicBezTo>
                  <a:pt x="5482798" y="0"/>
                  <a:pt x="5580781" y="97983"/>
                  <a:pt x="5580781" y="218851"/>
                </a:cubicBezTo>
                <a:lnTo>
                  <a:pt x="5580781" y="2480350"/>
                </a:lnTo>
                <a:cubicBezTo>
                  <a:pt x="5580781" y="2601218"/>
                  <a:pt x="5482798" y="2699201"/>
                  <a:pt x="5361930" y="2699201"/>
                </a:cubicBezTo>
                <a:lnTo>
                  <a:pt x="218851" y="2699201"/>
                </a:lnTo>
                <a:cubicBezTo>
                  <a:pt x="97983" y="2699201"/>
                  <a:pt x="0" y="2601218"/>
                  <a:pt x="0" y="2480350"/>
                </a:cubicBezTo>
                <a:lnTo>
                  <a:pt x="0" y="218851"/>
                </a:lnTo>
                <a:cubicBezTo>
                  <a:pt x="0" y="98064"/>
                  <a:pt x="98064" y="0"/>
                  <a:pt x="218851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7135" y="4301852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291806" y="0"/>
                </a:moveTo>
                <a:lnTo>
                  <a:pt x="291806" y="0"/>
                </a:lnTo>
                <a:cubicBezTo>
                  <a:pt x="452965" y="0"/>
                  <a:pt x="583611" y="130646"/>
                  <a:pt x="583611" y="291806"/>
                </a:cubicBezTo>
                <a:lnTo>
                  <a:pt x="583611" y="291806"/>
                </a:lnTo>
                <a:cubicBezTo>
                  <a:pt x="583611" y="452965"/>
                  <a:pt x="452965" y="583611"/>
                  <a:pt x="291806" y="583611"/>
                </a:cubicBezTo>
                <a:lnTo>
                  <a:pt x="291806" y="583611"/>
                </a:lnTo>
                <a:cubicBezTo>
                  <a:pt x="130646" y="583611"/>
                  <a:pt x="0" y="452965"/>
                  <a:pt x="0" y="291806"/>
                </a:cubicBezTo>
                <a:lnTo>
                  <a:pt x="0" y="291806"/>
                </a:lnTo>
                <a:cubicBezTo>
                  <a:pt x="0" y="130646"/>
                  <a:pt x="130646" y="0"/>
                  <a:pt x="291806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4931" y="4411279"/>
            <a:ext cx="592730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6649" y="4429517"/>
            <a:ext cx="1386076" cy="3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4" b="1" dirty="0">
                <a:solidFill>
                  <a:srgbClr val="FFD1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Titles!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135" y="4994890"/>
            <a:ext cx="5252500" cy="483303"/>
          </a:xfrm>
          <a:custGeom>
            <a:avLst/>
            <a:gdLst/>
            <a:ahLst/>
            <a:cxnLst/>
            <a:rect l="l" t="t" r="r" b="b"/>
            <a:pathLst>
              <a:path w="5252500" h="483303">
                <a:moveTo>
                  <a:pt x="145904" y="0"/>
                </a:moveTo>
                <a:lnTo>
                  <a:pt x="5106595" y="0"/>
                </a:lnTo>
                <a:cubicBezTo>
                  <a:pt x="5187176" y="0"/>
                  <a:pt x="5252500" y="65324"/>
                  <a:pt x="5252500" y="145904"/>
                </a:cubicBezTo>
                <a:lnTo>
                  <a:pt x="5252500" y="337399"/>
                </a:lnTo>
                <a:cubicBezTo>
                  <a:pt x="5252500" y="417979"/>
                  <a:pt x="5187176" y="483303"/>
                  <a:pt x="5106595" y="483303"/>
                </a:cubicBezTo>
                <a:lnTo>
                  <a:pt x="145904" y="483303"/>
                </a:lnTo>
                <a:cubicBezTo>
                  <a:pt x="65378" y="483303"/>
                  <a:pt x="0" y="417925"/>
                  <a:pt x="0" y="337399"/>
                </a:cubicBezTo>
                <a:lnTo>
                  <a:pt x="0" y="145904"/>
                </a:lnTo>
                <a:cubicBezTo>
                  <a:pt x="0" y="65378"/>
                  <a:pt x="65378" y="0"/>
                  <a:pt x="145904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6562" y="5104317"/>
            <a:ext cx="5115716" cy="26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Click "Add Title" </a:t>
            </a:r>
            <a:pPr>
              <a:lnSpc>
                <a:spcPct val="140000"/>
              </a:lnSpc>
            </a:pPr>
            <a:r>
              <a:rPr lang="en-US" sz="1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button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7135" y="5589900"/>
            <a:ext cx="5252500" cy="483303"/>
          </a:xfrm>
          <a:custGeom>
            <a:avLst/>
            <a:gdLst/>
            <a:ahLst/>
            <a:cxnLst/>
            <a:rect l="l" t="t" r="r" b="b"/>
            <a:pathLst>
              <a:path w="5252500" h="483303">
                <a:moveTo>
                  <a:pt x="145904" y="0"/>
                </a:moveTo>
                <a:lnTo>
                  <a:pt x="5106595" y="0"/>
                </a:lnTo>
                <a:cubicBezTo>
                  <a:pt x="5187176" y="0"/>
                  <a:pt x="5252500" y="65324"/>
                  <a:pt x="5252500" y="145904"/>
                </a:cubicBezTo>
                <a:lnTo>
                  <a:pt x="5252500" y="337399"/>
                </a:lnTo>
                <a:cubicBezTo>
                  <a:pt x="5252500" y="417979"/>
                  <a:pt x="5187176" y="483303"/>
                  <a:pt x="5106595" y="483303"/>
                </a:cubicBezTo>
                <a:lnTo>
                  <a:pt x="145904" y="483303"/>
                </a:lnTo>
                <a:cubicBezTo>
                  <a:pt x="65378" y="483303"/>
                  <a:pt x="0" y="417925"/>
                  <a:pt x="0" y="337399"/>
                </a:cubicBezTo>
                <a:lnTo>
                  <a:pt x="0" y="145904"/>
                </a:lnTo>
                <a:cubicBezTo>
                  <a:pt x="0" y="65378"/>
                  <a:pt x="65378" y="0"/>
                  <a:pt x="145904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56562" y="5699327"/>
            <a:ext cx="5115716" cy="26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b="1" dirty="0">
                <a:solidFill>
                  <a:srgbClr val="2D3748"/>
                </a:solidFill>
                <a:highlight>
                  <a:srgbClr val="FFD16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Type your title </a:t>
            </a:r>
            <a:pPr>
              <a:lnSpc>
                <a:spcPct val="140000"/>
              </a:lnSpc>
            </a:pPr>
            <a:r>
              <a:rPr lang="en-US" sz="1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(like "My Dog Snoopy")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135" y="6184909"/>
            <a:ext cx="5252500" cy="483303"/>
          </a:xfrm>
          <a:custGeom>
            <a:avLst/>
            <a:gdLst/>
            <a:ahLst/>
            <a:cxnLst/>
            <a:rect l="l" t="t" r="r" b="b"/>
            <a:pathLst>
              <a:path w="5252500" h="483303">
                <a:moveTo>
                  <a:pt x="145904" y="0"/>
                </a:moveTo>
                <a:lnTo>
                  <a:pt x="5106595" y="0"/>
                </a:lnTo>
                <a:cubicBezTo>
                  <a:pt x="5187176" y="0"/>
                  <a:pt x="5252500" y="65324"/>
                  <a:pt x="5252500" y="145904"/>
                </a:cubicBezTo>
                <a:lnTo>
                  <a:pt x="5252500" y="337399"/>
                </a:lnTo>
                <a:cubicBezTo>
                  <a:pt x="5252500" y="417979"/>
                  <a:pt x="5187176" y="483303"/>
                  <a:pt x="5106595" y="483303"/>
                </a:cubicBezTo>
                <a:lnTo>
                  <a:pt x="145904" y="483303"/>
                </a:lnTo>
                <a:cubicBezTo>
                  <a:pt x="65378" y="483303"/>
                  <a:pt x="0" y="417925"/>
                  <a:pt x="0" y="337399"/>
                </a:cubicBezTo>
                <a:lnTo>
                  <a:pt x="0" y="145904"/>
                </a:lnTo>
                <a:cubicBezTo>
                  <a:pt x="0" y="65378"/>
                  <a:pt x="65378" y="0"/>
                  <a:pt x="145904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6562" y="6294337"/>
            <a:ext cx="5115716" cy="26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b="1" dirty="0">
                <a:solidFill>
                  <a:srgbClr val="2D3748"/>
                </a:solidFill>
                <a:highlight>
                  <a:srgbClr val="FF6B6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Choose a style </a:t>
            </a:r>
            <a:pPr>
              <a:lnSpc>
                <a:spcPct val="140000"/>
              </a:lnSpc>
            </a:pPr>
            <a:r>
              <a:rPr lang="en-US" sz="1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color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3095" y="1258411"/>
            <a:ext cx="5580781" cy="3027482"/>
          </a:xfrm>
          <a:custGeom>
            <a:avLst/>
            <a:gdLst/>
            <a:ahLst/>
            <a:cxnLst/>
            <a:rect l="l" t="t" r="r" b="b"/>
            <a:pathLst>
              <a:path w="5580781" h="3027482">
                <a:moveTo>
                  <a:pt x="218857" y="0"/>
                </a:moveTo>
                <a:lnTo>
                  <a:pt x="5361924" y="0"/>
                </a:lnTo>
                <a:cubicBezTo>
                  <a:pt x="5482795" y="0"/>
                  <a:pt x="5580781" y="97985"/>
                  <a:pt x="5580781" y="218857"/>
                </a:cubicBezTo>
                <a:lnTo>
                  <a:pt x="5580781" y="2808626"/>
                </a:lnTo>
                <a:cubicBezTo>
                  <a:pt x="5580781" y="2929497"/>
                  <a:pt x="5482795" y="3027482"/>
                  <a:pt x="5361924" y="3027482"/>
                </a:cubicBezTo>
                <a:lnTo>
                  <a:pt x="218857" y="3027482"/>
                </a:lnTo>
                <a:cubicBezTo>
                  <a:pt x="97985" y="3027482"/>
                  <a:pt x="0" y="2929497"/>
                  <a:pt x="0" y="2808626"/>
                </a:cubicBezTo>
                <a:lnTo>
                  <a:pt x="0" y="218857"/>
                </a:lnTo>
                <a:cubicBezTo>
                  <a:pt x="0" y="97985"/>
                  <a:pt x="97985" y="0"/>
                  <a:pt x="218857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6B6B"/>
            </a:solidFill>
            <a:prstDash val="solid"/>
          </a:ln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32522" y="1422552"/>
            <a:ext cx="536192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Add Music &amp; Titles? 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7236" y="1823785"/>
            <a:ext cx="5252500" cy="693038"/>
          </a:xfrm>
          <a:custGeom>
            <a:avLst/>
            <a:gdLst/>
            <a:ahLst/>
            <a:cxnLst/>
            <a:rect l="l" t="t" r="r" b="b"/>
            <a:pathLst>
              <a:path w="5252500" h="693038">
                <a:moveTo>
                  <a:pt x="145905" y="0"/>
                </a:moveTo>
                <a:lnTo>
                  <a:pt x="5106594" y="0"/>
                </a:lnTo>
                <a:cubicBezTo>
                  <a:pt x="5187176" y="0"/>
                  <a:pt x="5252500" y="65324"/>
                  <a:pt x="5252500" y="145905"/>
                </a:cubicBezTo>
                <a:lnTo>
                  <a:pt x="5252500" y="547133"/>
                </a:lnTo>
                <a:cubicBezTo>
                  <a:pt x="5252500" y="627714"/>
                  <a:pt x="5187176" y="693038"/>
                  <a:pt x="5106594" y="693038"/>
                </a:cubicBezTo>
                <a:lnTo>
                  <a:pt x="145905" y="693038"/>
                </a:lnTo>
                <a:cubicBezTo>
                  <a:pt x="65378" y="693038"/>
                  <a:pt x="0" y="627660"/>
                  <a:pt x="0" y="547133"/>
                </a:cubicBezTo>
                <a:lnTo>
                  <a:pt x="0" y="145905"/>
                </a:lnTo>
                <a:cubicBezTo>
                  <a:pt x="0" y="65378"/>
                  <a:pt x="65378" y="0"/>
                  <a:pt x="145905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6663" y="1951450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4714" dist="36476" dir="540000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65197" y="2024401"/>
            <a:ext cx="41035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3798" y="1933212"/>
            <a:ext cx="186937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it Fun!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3798" y="2188542"/>
            <a:ext cx="186026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Music makes videos exciting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7236" y="2626250"/>
            <a:ext cx="5252500" cy="693038"/>
          </a:xfrm>
          <a:custGeom>
            <a:avLst/>
            <a:gdLst/>
            <a:ahLst/>
            <a:cxnLst/>
            <a:rect l="l" t="t" r="r" b="b"/>
            <a:pathLst>
              <a:path w="5252500" h="693038">
                <a:moveTo>
                  <a:pt x="145905" y="0"/>
                </a:moveTo>
                <a:lnTo>
                  <a:pt x="5106594" y="0"/>
                </a:lnTo>
                <a:cubicBezTo>
                  <a:pt x="5187176" y="0"/>
                  <a:pt x="5252500" y="65324"/>
                  <a:pt x="5252500" y="145905"/>
                </a:cubicBezTo>
                <a:lnTo>
                  <a:pt x="5252500" y="547133"/>
                </a:lnTo>
                <a:cubicBezTo>
                  <a:pt x="5252500" y="627714"/>
                  <a:pt x="5187176" y="693038"/>
                  <a:pt x="5106594" y="693038"/>
                </a:cubicBezTo>
                <a:lnTo>
                  <a:pt x="145905" y="693038"/>
                </a:lnTo>
                <a:cubicBezTo>
                  <a:pt x="65378" y="693038"/>
                  <a:pt x="0" y="627660"/>
                  <a:pt x="0" y="547133"/>
                </a:cubicBezTo>
                <a:lnTo>
                  <a:pt x="0" y="145905"/>
                </a:lnTo>
                <a:cubicBezTo>
                  <a:pt x="0" y="65378"/>
                  <a:pt x="65378" y="0"/>
                  <a:pt x="145905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96663" y="2753915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54714" dist="36476" dir="540000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65197" y="2826866"/>
            <a:ext cx="41035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3798" y="2735677"/>
            <a:ext cx="240739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Tells the Story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3798" y="2991007"/>
            <a:ext cx="239827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Titles explain what the video is about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7236" y="3428715"/>
            <a:ext cx="5252500" cy="693038"/>
          </a:xfrm>
          <a:custGeom>
            <a:avLst/>
            <a:gdLst/>
            <a:ahLst/>
            <a:cxnLst/>
            <a:rect l="l" t="t" r="r" b="b"/>
            <a:pathLst>
              <a:path w="5252500" h="693038">
                <a:moveTo>
                  <a:pt x="145905" y="0"/>
                </a:moveTo>
                <a:lnTo>
                  <a:pt x="5106594" y="0"/>
                </a:lnTo>
                <a:cubicBezTo>
                  <a:pt x="5187176" y="0"/>
                  <a:pt x="5252500" y="65324"/>
                  <a:pt x="5252500" y="145905"/>
                </a:cubicBezTo>
                <a:lnTo>
                  <a:pt x="5252500" y="547133"/>
                </a:lnTo>
                <a:cubicBezTo>
                  <a:pt x="5252500" y="627714"/>
                  <a:pt x="5187176" y="693038"/>
                  <a:pt x="5106594" y="693038"/>
                </a:cubicBezTo>
                <a:lnTo>
                  <a:pt x="145905" y="693038"/>
                </a:lnTo>
                <a:cubicBezTo>
                  <a:pt x="65378" y="693038"/>
                  <a:pt x="0" y="627660"/>
                  <a:pt x="0" y="547133"/>
                </a:cubicBezTo>
                <a:lnTo>
                  <a:pt x="0" y="145905"/>
                </a:lnTo>
                <a:cubicBezTo>
                  <a:pt x="0" y="65378"/>
                  <a:pt x="65378" y="0"/>
                  <a:pt x="145905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96663" y="3556380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54714" dist="36476" dir="5400000">
              <a:srgbClr val="000000">
                <a:alpha val="10196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65197" y="3629331"/>
            <a:ext cx="41035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3798" y="3538142"/>
            <a:ext cx="208823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Looks Professional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43798" y="3793472"/>
            <a:ext cx="207911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2D374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your video look amazing!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04857" y="4450034"/>
            <a:ext cx="5617257" cy="2407396"/>
          </a:xfrm>
          <a:custGeom>
            <a:avLst/>
            <a:gdLst/>
            <a:ahLst/>
            <a:cxnLst/>
            <a:rect l="l" t="t" r="r" b="b"/>
            <a:pathLst>
              <a:path w="5617257" h="2407396">
                <a:moveTo>
                  <a:pt x="218856" y="0"/>
                </a:moveTo>
                <a:lnTo>
                  <a:pt x="5398400" y="0"/>
                </a:lnTo>
                <a:cubicBezTo>
                  <a:pt x="5519271" y="0"/>
                  <a:pt x="5617257" y="97985"/>
                  <a:pt x="5617257" y="218856"/>
                </a:cubicBezTo>
                <a:lnTo>
                  <a:pt x="5617257" y="2188539"/>
                </a:lnTo>
                <a:cubicBezTo>
                  <a:pt x="5617257" y="2309410"/>
                  <a:pt x="5519271" y="2407396"/>
                  <a:pt x="5398400" y="2407396"/>
                </a:cubicBezTo>
                <a:lnTo>
                  <a:pt x="218856" y="2407396"/>
                </a:lnTo>
                <a:cubicBezTo>
                  <a:pt x="97985" y="2407396"/>
                  <a:pt x="0" y="2309410"/>
                  <a:pt x="0" y="2188539"/>
                </a:cubicBezTo>
                <a:lnTo>
                  <a:pt x="0" y="218856"/>
                </a:lnTo>
                <a:cubicBezTo>
                  <a:pt x="0" y="98066"/>
                  <a:pt x="98066" y="0"/>
                  <a:pt x="21885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/>
              </a:gs>
              <a:gs pos="100000">
                <a:srgbClr val="FFD166"/>
              </a:gs>
            </a:gsLst>
            <a:lin ang="2700000" scaled="1"/>
          </a:gradFill>
          <a:ln/>
          <a:effectLst>
            <a:outerShdw sx="100000" sy="100000" kx="0" ky="0" algn="bl" rotWithShape="0" blurRad="227973" dist="182378" dir="5400000">
              <a:srgbClr val="000000">
                <a:alpha val="10196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41333" y="5065562"/>
            <a:ext cx="5544305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7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🎊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96046" y="5576221"/>
            <a:ext cx="543487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Lily's Video is Complete!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31922" y="5950097"/>
            <a:ext cx="3167116" cy="273568"/>
          </a:xfrm>
          <a:custGeom>
            <a:avLst/>
            <a:gdLst/>
            <a:ahLst/>
            <a:cxnLst/>
            <a:rect l="l" t="t" r="r" b="b"/>
            <a:pathLst>
              <a:path w="3167116" h="273568">
                <a:moveTo>
                  <a:pt x="36475" y="0"/>
                </a:moveTo>
                <a:lnTo>
                  <a:pt x="3130641" y="0"/>
                </a:lnTo>
                <a:cubicBezTo>
                  <a:pt x="3150772" y="0"/>
                  <a:pt x="3167116" y="16344"/>
                  <a:pt x="3167116" y="36475"/>
                </a:cubicBezTo>
                <a:lnTo>
                  <a:pt x="3167116" y="237093"/>
                </a:lnTo>
                <a:cubicBezTo>
                  <a:pt x="3167116" y="257224"/>
                  <a:pt x="3150772" y="273568"/>
                  <a:pt x="3130641" y="273568"/>
                </a:cubicBezTo>
                <a:lnTo>
                  <a:pt x="36475" y="273568"/>
                </a:lnTo>
                <a:cubicBezTo>
                  <a:pt x="16344" y="273568"/>
                  <a:pt x="0" y="257224"/>
                  <a:pt x="0" y="237093"/>
                </a:cubicBezTo>
                <a:lnTo>
                  <a:pt x="0" y="36475"/>
                </a:lnTo>
                <a:cubicBezTo>
                  <a:pt x="0" y="16344"/>
                  <a:pt x="16344" y="0"/>
                  <a:pt x="3647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386328" y="5950097"/>
            <a:ext cx="3258305" cy="273568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 algn="ctr">
              <a:lnSpc>
                <a:spcPct val="14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music and a title, it looks perfect!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3562" y="-862390"/>
            <a:ext cx="2587162" cy="2587162"/>
          </a:xfrm>
          <a:custGeom>
            <a:avLst/>
            <a:gdLst/>
            <a:ahLst/>
            <a:cxnLst/>
            <a:rect l="l" t="t" r="r" b="b"/>
            <a:pathLst>
              <a:path w="2587162" h="2587162">
                <a:moveTo>
                  <a:pt x="1293581" y="0"/>
                </a:moveTo>
                <a:lnTo>
                  <a:pt x="1293581" y="0"/>
                </a:lnTo>
                <a:cubicBezTo>
                  <a:pt x="2007528" y="0"/>
                  <a:pt x="2587162" y="579634"/>
                  <a:pt x="2587162" y="1293581"/>
                </a:cubicBezTo>
                <a:lnTo>
                  <a:pt x="2587162" y="1293581"/>
                </a:lnTo>
                <a:cubicBezTo>
                  <a:pt x="2587162" y="2007528"/>
                  <a:pt x="2007528" y="2587162"/>
                  <a:pt x="1293581" y="2587162"/>
                </a:cubicBezTo>
                <a:lnTo>
                  <a:pt x="1293581" y="2587162"/>
                </a:lnTo>
                <a:cubicBezTo>
                  <a:pt x="579634" y="2587162"/>
                  <a:pt x="0" y="2007528"/>
                  <a:pt x="0" y="1293581"/>
                </a:cubicBezTo>
                <a:lnTo>
                  <a:pt x="0" y="1293581"/>
                </a:lnTo>
                <a:cubicBezTo>
                  <a:pt x="0" y="579634"/>
                  <a:pt x="579634" y="0"/>
                  <a:pt x="1293581" y="0"/>
                </a:cubicBezTo>
                <a:close/>
              </a:path>
            </a:pathLst>
          </a:custGeom>
          <a:solidFill>
            <a:srgbClr val="4ECD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34865" y="4786249"/>
            <a:ext cx="3104594" cy="3104594"/>
          </a:xfrm>
          <a:custGeom>
            <a:avLst/>
            <a:gdLst/>
            <a:ahLst/>
            <a:cxnLst/>
            <a:rect l="l" t="t" r="r" b="b"/>
            <a:pathLst>
              <a:path w="3104594" h="3104594">
                <a:moveTo>
                  <a:pt x="1552297" y="0"/>
                </a:moveTo>
                <a:lnTo>
                  <a:pt x="1552297" y="0"/>
                </a:lnTo>
                <a:cubicBezTo>
                  <a:pt x="2409033" y="0"/>
                  <a:pt x="3104594" y="695561"/>
                  <a:pt x="3104594" y="1552297"/>
                </a:cubicBezTo>
                <a:lnTo>
                  <a:pt x="3104594" y="1552297"/>
                </a:lnTo>
                <a:cubicBezTo>
                  <a:pt x="3104594" y="2409033"/>
                  <a:pt x="2409033" y="3104594"/>
                  <a:pt x="1552297" y="3104594"/>
                </a:cubicBezTo>
                <a:lnTo>
                  <a:pt x="1552297" y="3104594"/>
                </a:lnTo>
                <a:cubicBezTo>
                  <a:pt x="695561" y="3104594"/>
                  <a:pt x="0" y="2409033"/>
                  <a:pt x="0" y="1552297"/>
                </a:cubicBezTo>
                <a:lnTo>
                  <a:pt x="0" y="1552297"/>
                </a:lnTo>
                <a:cubicBezTo>
                  <a:pt x="0" y="695561"/>
                  <a:pt x="695561" y="0"/>
                  <a:pt x="1552297" y="0"/>
                </a:cubicBezTo>
                <a:close/>
              </a:path>
            </a:pathLst>
          </a:custGeom>
          <a:solidFill>
            <a:srgbClr val="FFD16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327940" y="642748"/>
            <a:ext cx="905507" cy="485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2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00973" y="731682"/>
            <a:ext cx="703385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56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22837" y="2380997"/>
            <a:ext cx="727639" cy="38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56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8533" y="2324403"/>
            <a:ext cx="889337" cy="485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82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2402" y="1022737"/>
            <a:ext cx="7066186" cy="1713995"/>
          </a:xfrm>
          <a:prstGeom prst="rect">
            <a:avLst/>
          </a:prstGeom>
          <a:noFill/>
          <a:ln/>
        </p:spPr>
        <p:txBody>
          <a:bodyPr wrap="square" lIns="388074" tIns="129358" rIns="388074" bIns="129358" rtlCol="0" anchor="ctr"/>
          <a:lstStyle/>
          <a:p>
            <a:pPr algn="ctr">
              <a:lnSpc>
                <a:spcPct val="100000"/>
              </a:lnSpc>
            </a:pPr>
            <a:r>
              <a:rPr lang="en-US" sz="4584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Great Job!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84" b="1" dirty="0">
                <a:solidFill>
                  <a:srgbClr val="4ECDC4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You're a Video Editor!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24099" y="2946939"/>
            <a:ext cx="6742790" cy="1673570"/>
          </a:xfrm>
          <a:custGeom>
            <a:avLst/>
            <a:gdLst/>
            <a:ahLst/>
            <a:cxnLst/>
            <a:rect l="l" t="t" r="r" b="b"/>
            <a:pathLst>
              <a:path w="6742790" h="1673570">
                <a:moveTo>
                  <a:pt x="194034" y="0"/>
                </a:moveTo>
                <a:lnTo>
                  <a:pt x="6548757" y="0"/>
                </a:lnTo>
                <a:cubicBezTo>
                  <a:pt x="6655919" y="0"/>
                  <a:pt x="6742790" y="86872"/>
                  <a:pt x="6742790" y="194034"/>
                </a:cubicBezTo>
                <a:lnTo>
                  <a:pt x="6742790" y="1479537"/>
                </a:lnTo>
                <a:cubicBezTo>
                  <a:pt x="6742790" y="1586698"/>
                  <a:pt x="6655919" y="1673570"/>
                  <a:pt x="6548757" y="1673570"/>
                </a:cubicBezTo>
                <a:lnTo>
                  <a:pt x="194034" y="1673570"/>
                </a:lnTo>
                <a:cubicBezTo>
                  <a:pt x="86872" y="1673570"/>
                  <a:pt x="0" y="1586698"/>
                  <a:pt x="0" y="1479537"/>
                </a:cubicBezTo>
                <a:lnTo>
                  <a:pt x="0" y="194034"/>
                </a:lnTo>
                <a:cubicBezTo>
                  <a:pt x="0" y="86872"/>
                  <a:pt x="86872" y="0"/>
                  <a:pt x="194034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FFD166"/>
            </a:solidFill>
            <a:prstDash val="solid"/>
          </a:ln>
          <a:effectLst>
            <a:outerShdw sx="100000" sy="100000" kx="0" ky="0" algn="bl" rotWithShape="0" blurRad="202122" dist="161698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5797" y="3157146"/>
            <a:ext cx="6419395" cy="31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28" b="1" dirty="0">
                <a:solidFill>
                  <a:srgbClr val="2D3748"/>
                </a:solidFill>
                <a:highlight>
                  <a:srgbClr val="4ECDC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Congratulations! </a:t>
            </a:r>
            <a:pPr algn="ctr">
              <a:lnSpc>
                <a:spcPct val="140000"/>
              </a:lnSpc>
            </a:pPr>
            <a:r>
              <a:rPr lang="en-US" sz="1528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Now you know how to edit videos!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34306" y="3601814"/>
            <a:ext cx="2021220" cy="808488"/>
          </a:xfrm>
          <a:custGeom>
            <a:avLst/>
            <a:gdLst/>
            <a:ahLst/>
            <a:cxnLst/>
            <a:rect l="l" t="t" r="r" b="b"/>
            <a:pathLst>
              <a:path w="2021220" h="808488">
                <a:moveTo>
                  <a:pt x="129358" y="0"/>
                </a:moveTo>
                <a:lnTo>
                  <a:pt x="1891862" y="0"/>
                </a:lnTo>
                <a:cubicBezTo>
                  <a:pt x="1963305" y="0"/>
                  <a:pt x="2021220" y="57916"/>
                  <a:pt x="2021220" y="129358"/>
                </a:cubicBezTo>
                <a:lnTo>
                  <a:pt x="2021220" y="679130"/>
                </a:lnTo>
                <a:cubicBezTo>
                  <a:pt x="2021220" y="750572"/>
                  <a:pt x="1963305" y="808488"/>
                  <a:pt x="1891862" y="808488"/>
                </a:cubicBezTo>
                <a:lnTo>
                  <a:pt x="129358" y="808488"/>
                </a:lnTo>
                <a:cubicBezTo>
                  <a:pt x="57963" y="808488"/>
                  <a:pt x="0" y="750525"/>
                  <a:pt x="0" y="679130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958561" y="3698833"/>
            <a:ext cx="1972711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✂️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4943" y="4086907"/>
            <a:ext cx="189994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Parts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4000" y="3601814"/>
            <a:ext cx="2021220" cy="808488"/>
          </a:xfrm>
          <a:custGeom>
            <a:avLst/>
            <a:gdLst/>
            <a:ahLst/>
            <a:cxnLst/>
            <a:rect l="l" t="t" r="r" b="b"/>
            <a:pathLst>
              <a:path w="2021220" h="808488">
                <a:moveTo>
                  <a:pt x="129358" y="0"/>
                </a:moveTo>
                <a:lnTo>
                  <a:pt x="1891862" y="0"/>
                </a:lnTo>
                <a:cubicBezTo>
                  <a:pt x="1963305" y="0"/>
                  <a:pt x="2021220" y="57916"/>
                  <a:pt x="2021220" y="129358"/>
                </a:cubicBezTo>
                <a:lnTo>
                  <a:pt x="2021220" y="679130"/>
                </a:lnTo>
                <a:cubicBezTo>
                  <a:pt x="2021220" y="750572"/>
                  <a:pt x="1963305" y="808488"/>
                  <a:pt x="1891862" y="808488"/>
                </a:cubicBezTo>
                <a:lnTo>
                  <a:pt x="129358" y="808488"/>
                </a:lnTo>
                <a:cubicBezTo>
                  <a:pt x="57963" y="808488"/>
                  <a:pt x="0" y="750525"/>
                  <a:pt x="0" y="679130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FFD166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08255" y="3698833"/>
            <a:ext cx="1972711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4637" y="4086907"/>
            <a:ext cx="189994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Music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3694" y="3601814"/>
            <a:ext cx="2021220" cy="808488"/>
          </a:xfrm>
          <a:custGeom>
            <a:avLst/>
            <a:gdLst/>
            <a:ahLst/>
            <a:cxnLst/>
            <a:rect l="l" t="t" r="r" b="b"/>
            <a:pathLst>
              <a:path w="2021220" h="808488">
                <a:moveTo>
                  <a:pt x="129358" y="0"/>
                </a:moveTo>
                <a:lnTo>
                  <a:pt x="1891862" y="0"/>
                </a:lnTo>
                <a:cubicBezTo>
                  <a:pt x="1963305" y="0"/>
                  <a:pt x="2021220" y="57916"/>
                  <a:pt x="2021220" y="129358"/>
                </a:cubicBezTo>
                <a:lnTo>
                  <a:pt x="2021220" y="679130"/>
                </a:lnTo>
                <a:cubicBezTo>
                  <a:pt x="2021220" y="750572"/>
                  <a:pt x="1963305" y="808488"/>
                  <a:pt x="1891862" y="808488"/>
                </a:cubicBezTo>
                <a:lnTo>
                  <a:pt x="129358" y="808488"/>
                </a:lnTo>
                <a:cubicBezTo>
                  <a:pt x="57963" y="808488"/>
                  <a:pt x="0" y="750525"/>
                  <a:pt x="0" y="679130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257949" y="3698833"/>
            <a:ext cx="1972711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92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94331" y="4086907"/>
            <a:ext cx="1899947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Titles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14750" y="4830716"/>
            <a:ext cx="2506313" cy="517432"/>
          </a:xfrm>
          <a:custGeom>
            <a:avLst/>
            <a:gdLst/>
            <a:ahLst/>
            <a:cxnLst/>
            <a:rect l="l" t="t" r="r" b="b"/>
            <a:pathLst>
              <a:path w="2506313" h="517432">
                <a:moveTo>
                  <a:pt x="258716" y="0"/>
                </a:moveTo>
                <a:lnTo>
                  <a:pt x="2247597" y="0"/>
                </a:lnTo>
                <a:cubicBezTo>
                  <a:pt x="2390386" y="0"/>
                  <a:pt x="2506313" y="115927"/>
                  <a:pt x="2506313" y="258716"/>
                </a:cubicBezTo>
                <a:lnTo>
                  <a:pt x="2506313" y="258716"/>
                </a:lnTo>
                <a:cubicBezTo>
                  <a:pt x="2506313" y="401506"/>
                  <a:pt x="2390386" y="517432"/>
                  <a:pt x="2247597" y="517432"/>
                </a:cubicBezTo>
                <a:lnTo>
                  <a:pt x="258716" y="517432"/>
                </a:lnTo>
                <a:cubicBezTo>
                  <a:pt x="115927" y="517432"/>
                  <a:pt x="0" y="401506"/>
                  <a:pt x="0" y="258716"/>
                </a:cubicBezTo>
                <a:lnTo>
                  <a:pt x="0" y="258716"/>
                </a:lnTo>
                <a:cubicBezTo>
                  <a:pt x="0" y="115927"/>
                  <a:pt x="115927" y="0"/>
                  <a:pt x="258716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21273" dist="80849" dir="540000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24957" y="4984329"/>
            <a:ext cx="2087289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👨‍👩‍👧‍👦 Show Your Family!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16490" y="4830716"/>
            <a:ext cx="2053560" cy="517432"/>
          </a:xfrm>
          <a:custGeom>
            <a:avLst/>
            <a:gdLst/>
            <a:ahLst/>
            <a:cxnLst/>
            <a:rect l="l" t="t" r="r" b="b"/>
            <a:pathLst>
              <a:path w="2053560" h="517432">
                <a:moveTo>
                  <a:pt x="258716" y="0"/>
                </a:moveTo>
                <a:lnTo>
                  <a:pt x="1794844" y="0"/>
                </a:lnTo>
                <a:cubicBezTo>
                  <a:pt x="1937633" y="0"/>
                  <a:pt x="2053560" y="115927"/>
                  <a:pt x="2053560" y="258716"/>
                </a:cubicBezTo>
                <a:lnTo>
                  <a:pt x="2053560" y="258716"/>
                </a:lnTo>
                <a:cubicBezTo>
                  <a:pt x="2053560" y="401506"/>
                  <a:pt x="1937633" y="517432"/>
                  <a:pt x="1794844" y="517432"/>
                </a:cubicBezTo>
                <a:lnTo>
                  <a:pt x="258716" y="517432"/>
                </a:lnTo>
                <a:cubicBezTo>
                  <a:pt x="115927" y="517432"/>
                  <a:pt x="0" y="401506"/>
                  <a:pt x="0" y="258716"/>
                </a:cubicBezTo>
                <a:lnTo>
                  <a:pt x="0" y="258716"/>
                </a:lnTo>
                <a:cubicBezTo>
                  <a:pt x="0" y="115927"/>
                  <a:pt x="115927" y="0"/>
                  <a:pt x="258716" y="0"/>
                </a:cubicBezTo>
                <a:close/>
              </a:path>
            </a:pathLst>
          </a:custGeom>
          <a:solidFill>
            <a:srgbClr val="FFD166"/>
          </a:solidFill>
          <a:ln/>
          <a:effectLst>
            <a:outerShdw sx="100000" sy="100000" kx="0" ky="0" algn="bl" rotWithShape="0" blurRad="121273" dist="80849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6697" y="4984329"/>
            <a:ext cx="163655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🎨 Keep Creating!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47293" y="5542186"/>
            <a:ext cx="6896403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🌟 Have Fun Making Amazing Videos! 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Editing Adventure!</dc:title>
  <dc:subject>Video Editing Adventure!</dc:subject>
  <dc:creator>Kimi</dc:creator>
  <cp:lastModifiedBy>Kimi</cp:lastModifiedBy>
  <cp:revision>1</cp:revision>
  <dcterms:created xsi:type="dcterms:W3CDTF">2026-02-12T09:24:03Z</dcterms:created>
  <dcterms:modified xsi:type="dcterms:W3CDTF">2026-02-12T09:24:03Z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{"Label":"Video Editing Adventure!","ContentProducer":"001191110108MACG2KBH8F10000","ProduceID":"19c51011-9322-8698-8000-0000a97a4f0e","ReservedCode1":"","ContentPropagator":"001191110108MACG2KBH8F20000","PropagateID":"19c51011-9322-8698-8000-0000a97a4f0e","ReservedCode2":""}</vt:lpwstr>
  </property>
</Properties>
</file>