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Coda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672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914400" y="0"/>
                </a:moveTo>
                <a:lnTo>
                  <a:pt x="914400" y="0"/>
                </a:lnTo>
                <a:cubicBezTo>
                  <a:pt x="1419071" y="0"/>
                  <a:pt x="1828800" y="409729"/>
                  <a:pt x="1828800" y="914400"/>
                </a:cubicBezTo>
                <a:lnTo>
                  <a:pt x="1828800" y="914400"/>
                </a:lnTo>
                <a:cubicBezTo>
                  <a:pt x="1828800" y="1419071"/>
                  <a:pt x="1419071" y="1828800"/>
                  <a:pt x="914400" y="1828800"/>
                </a:cubicBezTo>
                <a:lnTo>
                  <a:pt x="914400" y="1828800"/>
                </a:lnTo>
                <a:cubicBezTo>
                  <a:pt x="409729" y="1828800"/>
                  <a:pt x="0" y="1419071"/>
                  <a:pt x="0" y="914400"/>
                </a:cubicBezTo>
                <a:lnTo>
                  <a:pt x="0" y="914400"/>
                </a:lnTo>
                <a:cubicBezTo>
                  <a:pt x="0" y="409729"/>
                  <a:pt x="409729" y="0"/>
                  <a:pt x="9144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286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E66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896148" y="7239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835819" y="12502"/>
                </a:moveTo>
                <a:cubicBezTo>
                  <a:pt x="849392" y="23396"/>
                  <a:pt x="857250" y="39826"/>
                  <a:pt x="857250" y="57150"/>
                </a:cubicBezTo>
                <a:lnTo>
                  <a:pt x="857250" y="600075"/>
                </a:lnTo>
                <a:cubicBezTo>
                  <a:pt x="857250" y="679013"/>
                  <a:pt x="780455" y="742950"/>
                  <a:pt x="685800" y="742950"/>
                </a:cubicBezTo>
                <a:cubicBezTo>
                  <a:pt x="591145" y="742950"/>
                  <a:pt x="514350" y="679013"/>
                  <a:pt x="514350" y="600075"/>
                </a:cubicBezTo>
                <a:cubicBezTo>
                  <a:pt x="514350" y="521137"/>
                  <a:pt x="591145" y="457200"/>
                  <a:pt x="685800" y="457200"/>
                </a:cubicBezTo>
                <a:cubicBezTo>
                  <a:pt x="705803" y="457200"/>
                  <a:pt x="725091" y="460058"/>
                  <a:pt x="742950" y="465415"/>
                </a:cubicBezTo>
                <a:lnTo>
                  <a:pt x="742950" y="256996"/>
                </a:lnTo>
                <a:lnTo>
                  <a:pt x="342900" y="345936"/>
                </a:lnTo>
                <a:lnTo>
                  <a:pt x="342900" y="714375"/>
                </a:lnTo>
                <a:cubicBezTo>
                  <a:pt x="342900" y="793313"/>
                  <a:pt x="266105" y="857250"/>
                  <a:pt x="171450" y="857250"/>
                </a:cubicBezTo>
                <a:cubicBezTo>
                  <a:pt x="76795" y="857250"/>
                  <a:pt x="0" y="793313"/>
                  <a:pt x="0" y="714375"/>
                </a:cubicBezTo>
                <a:cubicBezTo>
                  <a:pt x="0" y="635437"/>
                  <a:pt x="76795" y="571500"/>
                  <a:pt x="171450" y="571500"/>
                </a:cubicBezTo>
                <a:cubicBezTo>
                  <a:pt x="191453" y="571500"/>
                  <a:pt x="210741" y="574358"/>
                  <a:pt x="228600" y="579715"/>
                </a:cubicBezTo>
                <a:lnTo>
                  <a:pt x="228600" y="171450"/>
                </a:lnTo>
                <a:cubicBezTo>
                  <a:pt x="228600" y="144661"/>
                  <a:pt x="247174" y="121444"/>
                  <a:pt x="273427" y="115729"/>
                </a:cubicBezTo>
                <a:lnTo>
                  <a:pt x="787777" y="1429"/>
                </a:lnTo>
                <a:cubicBezTo>
                  <a:pt x="804743" y="-2322"/>
                  <a:pt x="822424" y="1786"/>
                  <a:pt x="835997" y="1268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6324154" y="952500"/>
            <a:ext cx="1028700" cy="914400"/>
          </a:xfrm>
          <a:custGeom>
            <a:avLst/>
            <a:gdLst/>
            <a:ahLst/>
            <a:cxnLst/>
            <a:rect l="l" t="t" r="r" b="b"/>
            <a:pathLst>
              <a:path w="1028700" h="914400">
                <a:moveTo>
                  <a:pt x="171450" y="114300"/>
                </a:moveTo>
                <a:cubicBezTo>
                  <a:pt x="108406" y="114300"/>
                  <a:pt x="57150" y="165556"/>
                  <a:pt x="57150" y="228600"/>
                </a:cubicBezTo>
                <a:lnTo>
                  <a:pt x="57150" y="685800"/>
                </a:lnTo>
                <a:cubicBezTo>
                  <a:pt x="57150" y="748844"/>
                  <a:pt x="108406" y="800100"/>
                  <a:pt x="171450" y="800100"/>
                </a:cubicBezTo>
                <a:lnTo>
                  <a:pt x="628650" y="800100"/>
                </a:lnTo>
                <a:cubicBezTo>
                  <a:pt x="691694" y="800100"/>
                  <a:pt x="742950" y="748844"/>
                  <a:pt x="742950" y="685800"/>
                </a:cubicBezTo>
                <a:lnTo>
                  <a:pt x="742950" y="228600"/>
                </a:lnTo>
                <a:cubicBezTo>
                  <a:pt x="742950" y="165556"/>
                  <a:pt x="691694" y="114300"/>
                  <a:pt x="628650" y="114300"/>
                </a:cubicBezTo>
                <a:lnTo>
                  <a:pt x="171450" y="114300"/>
                </a:lnTo>
                <a:close/>
                <a:moveTo>
                  <a:pt x="828675" y="600075"/>
                </a:moveTo>
                <a:lnTo>
                  <a:pt x="959941" y="705088"/>
                </a:lnTo>
                <a:cubicBezTo>
                  <a:pt x="967442" y="711160"/>
                  <a:pt x="976729" y="714375"/>
                  <a:pt x="986373" y="714375"/>
                </a:cubicBezTo>
                <a:cubicBezTo>
                  <a:pt x="1009769" y="714375"/>
                  <a:pt x="1028700" y="695444"/>
                  <a:pt x="1028700" y="672048"/>
                </a:cubicBezTo>
                <a:lnTo>
                  <a:pt x="1028700" y="242352"/>
                </a:lnTo>
                <a:cubicBezTo>
                  <a:pt x="1028700" y="218956"/>
                  <a:pt x="1009769" y="200025"/>
                  <a:pt x="986373" y="200025"/>
                </a:cubicBezTo>
                <a:cubicBezTo>
                  <a:pt x="976729" y="200025"/>
                  <a:pt x="967442" y="203240"/>
                  <a:pt x="959941" y="209312"/>
                </a:cubicBezTo>
                <a:lnTo>
                  <a:pt x="828675" y="314325"/>
                </a:lnTo>
                <a:lnTo>
                  <a:pt x="828675" y="60007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2562523" y="2324100"/>
            <a:ext cx="70675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Audio and Video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53013" y="3467100"/>
            <a:ext cx="2085975" cy="838200"/>
          </a:xfrm>
          <a:custGeom>
            <a:avLst/>
            <a:gdLst/>
            <a:ahLst/>
            <a:cxnLst/>
            <a:rect l="l" t="t" r="r" b="b"/>
            <a:pathLst>
              <a:path w="2085975" h="838200">
                <a:moveTo>
                  <a:pt x="228602" y="0"/>
                </a:moveTo>
                <a:lnTo>
                  <a:pt x="1857373" y="0"/>
                </a:lnTo>
                <a:cubicBezTo>
                  <a:pt x="1983542" y="0"/>
                  <a:pt x="2085975" y="102433"/>
                  <a:pt x="2085975" y="228602"/>
                </a:cubicBezTo>
                <a:lnTo>
                  <a:pt x="2085975" y="609598"/>
                </a:lnTo>
                <a:cubicBezTo>
                  <a:pt x="2085975" y="735767"/>
                  <a:pt x="1983542" y="838200"/>
                  <a:pt x="1857373" y="838200"/>
                </a:cubicBezTo>
                <a:lnTo>
                  <a:pt x="228602" y="838200"/>
                </a:lnTo>
                <a:cubicBezTo>
                  <a:pt x="102433" y="838200"/>
                  <a:pt x="0" y="735767"/>
                  <a:pt x="0" y="60959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24488" y="3695700"/>
            <a:ext cx="1343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Grade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81450" y="4610100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Explore Sound and Pictures!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85345" y="5257800"/>
            <a:ext cx="1828800" cy="647700"/>
          </a:xfrm>
          <a:custGeom>
            <a:avLst/>
            <a:gdLst/>
            <a:ahLst/>
            <a:cxnLst/>
            <a:rect l="l" t="t" r="r" b="b"/>
            <a:pathLst>
              <a:path w="1828800" h="647700">
                <a:moveTo>
                  <a:pt x="152397" y="0"/>
                </a:moveTo>
                <a:lnTo>
                  <a:pt x="1676403" y="0"/>
                </a:lnTo>
                <a:cubicBezTo>
                  <a:pt x="1760569" y="0"/>
                  <a:pt x="1828800" y="68231"/>
                  <a:pt x="1828800" y="152397"/>
                </a:cubicBezTo>
                <a:lnTo>
                  <a:pt x="1828800" y="495303"/>
                </a:lnTo>
                <a:cubicBezTo>
                  <a:pt x="1828800" y="579469"/>
                  <a:pt x="1760569" y="647700"/>
                  <a:pt x="1676403" y="647700"/>
                </a:cubicBezTo>
                <a:lnTo>
                  <a:pt x="152397" y="647700"/>
                </a:lnTo>
                <a:cubicBezTo>
                  <a:pt x="68231" y="647700"/>
                  <a:pt x="0" y="579469"/>
                  <a:pt x="0" y="495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0145" y="541020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357366" y="21766"/>
                </a:moveTo>
                <a:cubicBezTo>
                  <a:pt x="350468" y="16140"/>
                  <a:pt x="340355" y="17212"/>
                  <a:pt x="334729" y="24110"/>
                </a:cubicBezTo>
                <a:cubicBezTo>
                  <a:pt x="329104" y="31008"/>
                  <a:pt x="330175" y="41121"/>
                  <a:pt x="337073" y="46747"/>
                </a:cubicBezTo>
                <a:cubicBezTo>
                  <a:pt x="373373" y="76215"/>
                  <a:pt x="396478" y="121087"/>
                  <a:pt x="396478" y="171450"/>
                </a:cubicBezTo>
                <a:cubicBezTo>
                  <a:pt x="396478" y="221813"/>
                  <a:pt x="373373" y="266685"/>
                  <a:pt x="337073" y="296220"/>
                </a:cubicBezTo>
                <a:cubicBezTo>
                  <a:pt x="330175" y="301846"/>
                  <a:pt x="329171" y="311959"/>
                  <a:pt x="334729" y="318857"/>
                </a:cubicBezTo>
                <a:cubicBezTo>
                  <a:pt x="340288" y="325755"/>
                  <a:pt x="350468" y="326760"/>
                  <a:pt x="357366" y="321201"/>
                </a:cubicBezTo>
                <a:cubicBezTo>
                  <a:pt x="400831" y="285772"/>
                  <a:pt x="428625" y="231859"/>
                  <a:pt x="428625" y="171450"/>
                </a:cubicBezTo>
                <a:cubicBezTo>
                  <a:pt x="428625" y="111041"/>
                  <a:pt x="400831" y="57061"/>
                  <a:pt x="357366" y="21766"/>
                </a:cubicBezTo>
                <a:close/>
                <a:moveTo>
                  <a:pt x="316848" y="71661"/>
                </a:moveTo>
                <a:cubicBezTo>
                  <a:pt x="309949" y="66035"/>
                  <a:pt x="299837" y="67107"/>
                  <a:pt x="294211" y="74005"/>
                </a:cubicBezTo>
                <a:cubicBezTo>
                  <a:pt x="288585" y="80903"/>
                  <a:pt x="289657" y="91016"/>
                  <a:pt x="296555" y="96642"/>
                </a:cubicBezTo>
                <a:cubicBezTo>
                  <a:pt x="318321" y="114322"/>
                  <a:pt x="332184" y="141245"/>
                  <a:pt x="332184" y="171450"/>
                </a:cubicBezTo>
                <a:cubicBezTo>
                  <a:pt x="332184" y="201655"/>
                  <a:pt x="318321" y="228578"/>
                  <a:pt x="296555" y="246325"/>
                </a:cubicBezTo>
                <a:cubicBezTo>
                  <a:pt x="289657" y="251951"/>
                  <a:pt x="288652" y="262064"/>
                  <a:pt x="294211" y="268962"/>
                </a:cubicBezTo>
                <a:cubicBezTo>
                  <a:pt x="299770" y="275860"/>
                  <a:pt x="309949" y="276865"/>
                  <a:pt x="316848" y="271306"/>
                </a:cubicBezTo>
                <a:cubicBezTo>
                  <a:pt x="345780" y="247732"/>
                  <a:pt x="364331" y="211768"/>
                  <a:pt x="364331" y="171517"/>
                </a:cubicBezTo>
                <a:cubicBezTo>
                  <a:pt x="364331" y="131266"/>
                  <a:pt x="345780" y="95302"/>
                  <a:pt x="316848" y="71728"/>
                </a:cubicBezTo>
                <a:close/>
                <a:moveTo>
                  <a:pt x="276329" y="121555"/>
                </a:moveTo>
                <a:cubicBezTo>
                  <a:pt x="269431" y="115930"/>
                  <a:pt x="259318" y="117001"/>
                  <a:pt x="253692" y="123899"/>
                </a:cubicBezTo>
                <a:cubicBezTo>
                  <a:pt x="248067" y="130798"/>
                  <a:pt x="249138" y="140910"/>
                  <a:pt x="256036" y="146536"/>
                </a:cubicBezTo>
                <a:cubicBezTo>
                  <a:pt x="263270" y="152430"/>
                  <a:pt x="267891" y="161404"/>
                  <a:pt x="267891" y="171450"/>
                </a:cubicBezTo>
                <a:cubicBezTo>
                  <a:pt x="267891" y="181496"/>
                  <a:pt x="263270" y="190470"/>
                  <a:pt x="256036" y="196431"/>
                </a:cubicBezTo>
                <a:cubicBezTo>
                  <a:pt x="249138" y="202057"/>
                  <a:pt x="248134" y="212169"/>
                  <a:pt x="253692" y="219068"/>
                </a:cubicBezTo>
                <a:cubicBezTo>
                  <a:pt x="259251" y="225966"/>
                  <a:pt x="269431" y="226970"/>
                  <a:pt x="276329" y="221412"/>
                </a:cubicBezTo>
                <a:cubicBezTo>
                  <a:pt x="290728" y="209557"/>
                  <a:pt x="300038" y="191609"/>
                  <a:pt x="300038" y="171450"/>
                </a:cubicBezTo>
                <a:cubicBezTo>
                  <a:pt x="300038" y="151291"/>
                  <a:pt x="290728" y="133343"/>
                  <a:pt x="276329" y="121555"/>
                </a:cubicBezTo>
                <a:close/>
                <a:moveTo>
                  <a:pt x="53578" y="235744"/>
                </a:moveTo>
                <a:lnTo>
                  <a:pt x="85725" y="235744"/>
                </a:lnTo>
                <a:lnTo>
                  <a:pt x="175535" y="315575"/>
                </a:lnTo>
                <a:cubicBezTo>
                  <a:pt x="179822" y="319393"/>
                  <a:pt x="185313" y="321469"/>
                  <a:pt x="191006" y="321469"/>
                </a:cubicBezTo>
                <a:cubicBezTo>
                  <a:pt x="203865" y="321469"/>
                  <a:pt x="214313" y="311021"/>
                  <a:pt x="214313" y="298162"/>
                </a:cubicBezTo>
                <a:lnTo>
                  <a:pt x="214313" y="44738"/>
                </a:lnTo>
                <a:cubicBezTo>
                  <a:pt x="214313" y="31879"/>
                  <a:pt x="203865" y="21431"/>
                  <a:pt x="191006" y="21431"/>
                </a:cubicBezTo>
                <a:cubicBezTo>
                  <a:pt x="185313" y="21431"/>
                  <a:pt x="179822" y="23507"/>
                  <a:pt x="175535" y="27325"/>
                </a:cubicBezTo>
                <a:lnTo>
                  <a:pt x="85725" y="107156"/>
                </a:lnTo>
                <a:lnTo>
                  <a:pt x="53578" y="107156"/>
                </a:lnTo>
                <a:cubicBezTo>
                  <a:pt x="35830" y="107156"/>
                  <a:pt x="21431" y="121555"/>
                  <a:pt x="21431" y="139303"/>
                </a:cubicBezTo>
                <a:lnTo>
                  <a:pt x="21431" y="203597"/>
                </a:lnTo>
                <a:cubicBezTo>
                  <a:pt x="21431" y="221345"/>
                  <a:pt x="35830" y="235744"/>
                  <a:pt x="53578" y="235744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5014020" y="5429250"/>
            <a:ext cx="752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9173" y="5257800"/>
            <a:ext cx="1771650" cy="647700"/>
          </a:xfrm>
          <a:custGeom>
            <a:avLst/>
            <a:gdLst/>
            <a:ahLst/>
            <a:cxnLst/>
            <a:rect l="l" t="t" r="r" b="b"/>
            <a:pathLst>
              <a:path w="1771650" h="647700">
                <a:moveTo>
                  <a:pt x="152397" y="0"/>
                </a:moveTo>
                <a:lnTo>
                  <a:pt x="1619253" y="0"/>
                </a:lnTo>
                <a:cubicBezTo>
                  <a:pt x="1703419" y="0"/>
                  <a:pt x="1771650" y="68231"/>
                  <a:pt x="1771650" y="152397"/>
                </a:cubicBezTo>
                <a:lnTo>
                  <a:pt x="1771650" y="495303"/>
                </a:lnTo>
                <a:cubicBezTo>
                  <a:pt x="1771650" y="579469"/>
                  <a:pt x="1703419" y="647700"/>
                  <a:pt x="1619253" y="647700"/>
                </a:cubicBezTo>
                <a:lnTo>
                  <a:pt x="152397" y="647700"/>
                </a:lnTo>
                <a:cubicBezTo>
                  <a:pt x="68231" y="647700"/>
                  <a:pt x="0" y="579469"/>
                  <a:pt x="0" y="495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08266" y="541020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64294"/>
                </a:moveTo>
                <a:cubicBezTo>
                  <a:pt x="0" y="40652"/>
                  <a:pt x="19221" y="21431"/>
                  <a:pt x="42863" y="21431"/>
                </a:cubicBezTo>
                <a:lnTo>
                  <a:pt x="257175" y="21431"/>
                </a:lnTo>
                <a:cubicBezTo>
                  <a:pt x="280816" y="21431"/>
                  <a:pt x="300038" y="40652"/>
                  <a:pt x="300038" y="64294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64294"/>
                </a:lnTo>
                <a:close/>
                <a:moveTo>
                  <a:pt x="32147" y="246459"/>
                </a:moveTo>
                <a:lnTo>
                  <a:pt x="32147" y="267891"/>
                </a:lnTo>
                <a:cubicBezTo>
                  <a:pt x="32147" y="273784"/>
                  <a:pt x="36969" y="278606"/>
                  <a:pt x="42863" y="278606"/>
                </a:cubicBezTo>
                <a:lnTo>
                  <a:pt x="64294" y="278606"/>
                </a:lnTo>
                <a:cubicBezTo>
                  <a:pt x="70187" y="278606"/>
                  <a:pt x="75009" y="273784"/>
                  <a:pt x="75009" y="267891"/>
                </a:cubicBezTo>
                <a:lnTo>
                  <a:pt x="75009" y="246459"/>
                </a:lnTo>
                <a:cubicBezTo>
                  <a:pt x="75009" y="240566"/>
                  <a:pt x="70187" y="235744"/>
                  <a:pt x="64294" y="235744"/>
                </a:cubicBezTo>
                <a:lnTo>
                  <a:pt x="42863" y="235744"/>
                </a:lnTo>
                <a:cubicBezTo>
                  <a:pt x="36969" y="235744"/>
                  <a:pt x="32147" y="240566"/>
                  <a:pt x="32147" y="246459"/>
                </a:cubicBezTo>
                <a:close/>
                <a:moveTo>
                  <a:pt x="235744" y="235744"/>
                </a:moveTo>
                <a:cubicBezTo>
                  <a:pt x="229850" y="235744"/>
                  <a:pt x="225028" y="240566"/>
                  <a:pt x="225028" y="246459"/>
                </a:cubicBezTo>
                <a:lnTo>
                  <a:pt x="225028" y="267891"/>
                </a:lnTo>
                <a:cubicBezTo>
                  <a:pt x="225028" y="273784"/>
                  <a:pt x="229850" y="278606"/>
                  <a:pt x="235744" y="278606"/>
                </a:cubicBezTo>
                <a:lnTo>
                  <a:pt x="257175" y="278606"/>
                </a:lnTo>
                <a:cubicBezTo>
                  <a:pt x="263069" y="278606"/>
                  <a:pt x="267891" y="273784"/>
                  <a:pt x="267891" y="267891"/>
                </a:cubicBezTo>
                <a:lnTo>
                  <a:pt x="267891" y="246459"/>
                </a:lnTo>
                <a:cubicBezTo>
                  <a:pt x="267891" y="240566"/>
                  <a:pt x="263069" y="235744"/>
                  <a:pt x="257175" y="235744"/>
                </a:cubicBezTo>
                <a:lnTo>
                  <a:pt x="235744" y="235744"/>
                </a:lnTo>
                <a:close/>
                <a:moveTo>
                  <a:pt x="32147" y="160734"/>
                </a:moveTo>
                <a:lnTo>
                  <a:pt x="32147" y="182166"/>
                </a:lnTo>
                <a:cubicBezTo>
                  <a:pt x="32147" y="188059"/>
                  <a:pt x="36969" y="192881"/>
                  <a:pt x="42863" y="192881"/>
                </a:cubicBezTo>
                <a:lnTo>
                  <a:pt x="64294" y="192881"/>
                </a:lnTo>
                <a:cubicBezTo>
                  <a:pt x="70187" y="192881"/>
                  <a:pt x="75009" y="188059"/>
                  <a:pt x="75009" y="182166"/>
                </a:cubicBezTo>
                <a:lnTo>
                  <a:pt x="75009" y="160734"/>
                </a:lnTo>
                <a:cubicBezTo>
                  <a:pt x="75009" y="154841"/>
                  <a:pt x="70187" y="150019"/>
                  <a:pt x="64294" y="150019"/>
                </a:cubicBezTo>
                <a:lnTo>
                  <a:pt x="42863" y="150019"/>
                </a:lnTo>
                <a:cubicBezTo>
                  <a:pt x="36969" y="150019"/>
                  <a:pt x="32147" y="154841"/>
                  <a:pt x="32147" y="160734"/>
                </a:cubicBezTo>
                <a:close/>
                <a:moveTo>
                  <a:pt x="235744" y="150019"/>
                </a:moveTo>
                <a:cubicBezTo>
                  <a:pt x="229850" y="150019"/>
                  <a:pt x="225028" y="154841"/>
                  <a:pt x="225028" y="160734"/>
                </a:cubicBezTo>
                <a:lnTo>
                  <a:pt x="225028" y="182166"/>
                </a:lnTo>
                <a:cubicBezTo>
                  <a:pt x="225028" y="188059"/>
                  <a:pt x="229850" y="192881"/>
                  <a:pt x="235744" y="192881"/>
                </a:cubicBezTo>
                <a:lnTo>
                  <a:pt x="257175" y="192881"/>
                </a:lnTo>
                <a:cubicBezTo>
                  <a:pt x="263069" y="192881"/>
                  <a:pt x="267891" y="188059"/>
                  <a:pt x="267891" y="182166"/>
                </a:cubicBezTo>
                <a:lnTo>
                  <a:pt x="267891" y="160734"/>
                </a:lnTo>
                <a:cubicBezTo>
                  <a:pt x="267891" y="154841"/>
                  <a:pt x="263069" y="150019"/>
                  <a:pt x="257175" y="150019"/>
                </a:cubicBezTo>
                <a:lnTo>
                  <a:pt x="235744" y="150019"/>
                </a:lnTo>
                <a:close/>
                <a:moveTo>
                  <a:pt x="32147" y="75009"/>
                </a:moveTo>
                <a:lnTo>
                  <a:pt x="32147" y="96441"/>
                </a:lnTo>
                <a:cubicBezTo>
                  <a:pt x="32147" y="102334"/>
                  <a:pt x="36969" y="107156"/>
                  <a:pt x="42863" y="107156"/>
                </a:cubicBezTo>
                <a:lnTo>
                  <a:pt x="64294" y="107156"/>
                </a:lnTo>
                <a:cubicBezTo>
                  <a:pt x="70187" y="107156"/>
                  <a:pt x="75009" y="102334"/>
                  <a:pt x="75009" y="96441"/>
                </a:cubicBezTo>
                <a:lnTo>
                  <a:pt x="75009" y="75009"/>
                </a:lnTo>
                <a:cubicBezTo>
                  <a:pt x="75009" y="69116"/>
                  <a:pt x="70187" y="64294"/>
                  <a:pt x="64294" y="64294"/>
                </a:cubicBezTo>
                <a:lnTo>
                  <a:pt x="42863" y="64294"/>
                </a:lnTo>
                <a:cubicBezTo>
                  <a:pt x="36969" y="64294"/>
                  <a:pt x="32147" y="69116"/>
                  <a:pt x="32147" y="75009"/>
                </a:cubicBezTo>
                <a:close/>
                <a:moveTo>
                  <a:pt x="235744" y="64294"/>
                </a:moveTo>
                <a:cubicBezTo>
                  <a:pt x="229850" y="64294"/>
                  <a:pt x="225028" y="69116"/>
                  <a:pt x="225028" y="75009"/>
                </a:cubicBezTo>
                <a:lnTo>
                  <a:pt x="225028" y="96441"/>
                </a:lnTo>
                <a:cubicBezTo>
                  <a:pt x="225028" y="102334"/>
                  <a:pt x="229850" y="107156"/>
                  <a:pt x="235744" y="107156"/>
                </a:cubicBezTo>
                <a:lnTo>
                  <a:pt x="257175" y="107156"/>
                </a:lnTo>
                <a:cubicBezTo>
                  <a:pt x="263069" y="107156"/>
                  <a:pt x="267891" y="102334"/>
                  <a:pt x="267891" y="96441"/>
                </a:cubicBezTo>
                <a:lnTo>
                  <a:pt x="267891" y="75009"/>
                </a:lnTo>
                <a:cubicBezTo>
                  <a:pt x="267891" y="69116"/>
                  <a:pt x="263069" y="64294"/>
                  <a:pt x="257175" y="64294"/>
                </a:cubicBezTo>
                <a:lnTo>
                  <a:pt x="235744" y="6429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7067848" y="5429250"/>
            <a:ext cx="69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We Will Learn Today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181600" y="11049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38100" y="0"/>
                </a:moveTo>
                <a:lnTo>
                  <a:pt x="1790700" y="0"/>
                </a:lnTo>
                <a:cubicBezTo>
                  <a:pt x="1811728" y="0"/>
                  <a:pt x="1828800" y="17072"/>
                  <a:pt x="1828800" y="38100"/>
                </a:cubicBezTo>
                <a:lnTo>
                  <a:pt x="1828800" y="38100"/>
                </a:lnTo>
                <a:cubicBezTo>
                  <a:pt x="1828800" y="59128"/>
                  <a:pt x="1811728" y="76200"/>
                  <a:pt x="1790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19100" y="14859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9100" y="14859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14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14363" y="17145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76400" y="1752600"/>
            <a:ext cx="2886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Sound?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1717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about sound and vibrations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48400" y="14859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8400" y="14859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5100" y="1714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663" y="17145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05700" y="1752600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Sound Travels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05700" y="217170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sound waves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9100" y="29337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9100" y="29337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62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9" name="Text 17"/>
          <p:cNvSpPr/>
          <p:nvPr/>
        </p:nvSpPr>
        <p:spPr>
          <a:xfrm>
            <a:off x="614363" y="31623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6400" y="3200400"/>
            <a:ext cx="2352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Audio Devices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76400" y="3619500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Microphones and speakers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8400" y="29337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48400" y="29337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5100" y="3162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3663" y="31623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05700" y="3200400"/>
            <a:ext cx="2409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Video?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05700" y="3619500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pictures and stories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9100" y="43815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9100" y="43815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4610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614363" y="46101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76400" y="4648200"/>
            <a:ext cx="2362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Video Works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76400" y="50673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Pictures that move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48400" y="43815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762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990600"/>
                </a:lnTo>
                <a:cubicBezTo>
                  <a:pt x="5562600" y="1116768"/>
                  <a:pt x="5460168" y="1219200"/>
                  <a:pt x="53340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48400" y="43815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76200" y="0"/>
                </a:moveTo>
                <a:lnTo>
                  <a:pt x="76200" y="0"/>
                </a:lnTo>
                <a:lnTo>
                  <a:pt x="76200" y="1219200"/>
                </a:ln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6" name="Shape 34"/>
          <p:cNvSpPr/>
          <p:nvPr/>
        </p:nvSpPr>
        <p:spPr>
          <a:xfrm>
            <a:off x="6515100" y="4610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7" name="Text 35"/>
          <p:cNvSpPr/>
          <p:nvPr/>
        </p:nvSpPr>
        <p:spPr>
          <a:xfrm>
            <a:off x="6443663" y="4610100"/>
            <a:ext cx="904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4648200"/>
            <a:ext cx="1952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 Devices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05700" y="50673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Cameras and screens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8293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571497"/>
                </a:lnTo>
                <a:cubicBezTo>
                  <a:pt x="11430000" y="655667"/>
                  <a:pt x="11361767" y="723900"/>
                  <a:pt x="112775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Shape 39"/>
          <p:cNvSpPr/>
          <p:nvPr/>
        </p:nvSpPr>
        <p:spPr>
          <a:xfrm>
            <a:off x="4447580" y="60483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47737" y="6019800"/>
            <a:ext cx="10744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Plus Fun Activities!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14325"/>
            <a:ext cx="1676400" cy="533400"/>
          </a:xfrm>
          <a:custGeom>
            <a:avLst/>
            <a:gdLst/>
            <a:ahLst/>
            <a:cxnLst/>
            <a:rect l="l" t="t" r="r" b="b"/>
            <a:pathLst>
              <a:path w="1676400" h="533400">
                <a:moveTo>
                  <a:pt x="266700" y="0"/>
                </a:moveTo>
                <a:lnTo>
                  <a:pt x="1409700" y="0"/>
                </a:lnTo>
                <a:cubicBezTo>
                  <a:pt x="1556896" y="0"/>
                  <a:pt x="1676400" y="119504"/>
                  <a:pt x="1676400" y="266700"/>
                </a:cubicBezTo>
                <a:lnTo>
                  <a:pt x="1676400" y="266700"/>
                </a:lnTo>
                <a:cubicBezTo>
                  <a:pt x="1676400" y="413896"/>
                  <a:pt x="1556896" y="533400"/>
                  <a:pt x="1409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667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52475" y="314325"/>
            <a:ext cx="141922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000125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Sound?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724025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028825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391154" y="0"/>
                </a:lnTo>
                <a:cubicBezTo>
                  <a:pt x="5475320" y="0"/>
                  <a:pt x="5543550" y="68230"/>
                  <a:pt x="5543550" y="152396"/>
                </a:cubicBezTo>
                <a:lnTo>
                  <a:pt x="5543550" y="971554"/>
                </a:lnTo>
                <a:cubicBezTo>
                  <a:pt x="5543550" y="1055720"/>
                  <a:pt x="5475320" y="1123950"/>
                  <a:pt x="5391154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2028825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219325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what we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things vibrate or move!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305175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943094"/>
                </a:lnTo>
                <a:cubicBezTo>
                  <a:pt x="5562600" y="2027209"/>
                  <a:pt x="5494309" y="2095500"/>
                  <a:pt x="54101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650" y="3533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95675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5313" y="3943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11906"/>
                </a:moveTo>
                <a:cubicBezTo>
                  <a:pt x="107156" y="5321"/>
                  <a:pt x="101836" y="0"/>
                  <a:pt x="95250" y="0"/>
                </a:cubicBezTo>
                <a:cubicBezTo>
                  <a:pt x="88664" y="0"/>
                  <a:pt x="83344" y="5321"/>
                  <a:pt x="83344" y="11906"/>
                </a:cubicBezTo>
                <a:lnTo>
                  <a:pt x="83344" y="89297"/>
                </a:lnTo>
                <a:cubicBezTo>
                  <a:pt x="83344" y="92571"/>
                  <a:pt x="80665" y="95250"/>
                  <a:pt x="77391" y="95250"/>
                </a:cubicBezTo>
                <a:cubicBezTo>
                  <a:pt x="74116" y="95250"/>
                  <a:pt x="71438" y="92571"/>
                  <a:pt x="71438" y="89297"/>
                </a:cubicBezTo>
                <a:lnTo>
                  <a:pt x="71438" y="23812"/>
                </a:lnTo>
                <a:cubicBezTo>
                  <a:pt x="71438" y="17227"/>
                  <a:pt x="66117" y="11906"/>
                  <a:pt x="59531" y="11906"/>
                </a:cubicBezTo>
                <a:cubicBezTo>
                  <a:pt x="52946" y="11906"/>
                  <a:pt x="47625" y="17227"/>
                  <a:pt x="47625" y="23812"/>
                </a:cubicBezTo>
                <a:lnTo>
                  <a:pt x="47625" y="125016"/>
                </a:lnTo>
                <a:cubicBezTo>
                  <a:pt x="47625" y="125574"/>
                  <a:pt x="47625" y="126169"/>
                  <a:pt x="47662" y="126727"/>
                </a:cubicBezTo>
                <a:lnTo>
                  <a:pt x="25152" y="105296"/>
                </a:lnTo>
                <a:cubicBezTo>
                  <a:pt x="19199" y="99640"/>
                  <a:pt x="9785" y="99864"/>
                  <a:pt x="4093" y="105817"/>
                </a:cubicBezTo>
                <a:cubicBezTo>
                  <a:pt x="-1600" y="111770"/>
                  <a:pt x="-1339" y="121183"/>
                  <a:pt x="4614" y="126876"/>
                </a:cubicBezTo>
                <a:lnTo>
                  <a:pt x="46434" y="166688"/>
                </a:lnTo>
                <a:cubicBezTo>
                  <a:pt x="62471" y="181980"/>
                  <a:pt x="83790" y="190500"/>
                  <a:pt x="105966" y="190500"/>
                </a:cubicBezTo>
                <a:lnTo>
                  <a:pt x="113109" y="190500"/>
                </a:lnTo>
                <a:cubicBezTo>
                  <a:pt x="149275" y="190500"/>
                  <a:pt x="178594" y="161181"/>
                  <a:pt x="178594" y="125016"/>
                </a:cubicBezTo>
                <a:lnTo>
                  <a:pt x="178594" y="47625"/>
                </a:lnTo>
                <a:cubicBezTo>
                  <a:pt x="178594" y="41039"/>
                  <a:pt x="173273" y="35719"/>
                  <a:pt x="166688" y="35719"/>
                </a:cubicBezTo>
                <a:cubicBezTo>
                  <a:pt x="160102" y="35719"/>
                  <a:pt x="154781" y="41039"/>
                  <a:pt x="154781" y="47625"/>
                </a:cubicBezTo>
                <a:lnTo>
                  <a:pt x="154781" y="89297"/>
                </a:lnTo>
                <a:cubicBezTo>
                  <a:pt x="154781" y="92571"/>
                  <a:pt x="152102" y="95250"/>
                  <a:pt x="148828" y="95250"/>
                </a:cubicBezTo>
                <a:cubicBezTo>
                  <a:pt x="145554" y="95250"/>
                  <a:pt x="142875" y="92571"/>
                  <a:pt x="142875" y="89297"/>
                </a:cubicBezTo>
                <a:lnTo>
                  <a:pt x="142875" y="23812"/>
                </a:lnTo>
                <a:cubicBezTo>
                  <a:pt x="142875" y="17227"/>
                  <a:pt x="137554" y="11906"/>
                  <a:pt x="130969" y="11906"/>
                </a:cubicBezTo>
                <a:cubicBezTo>
                  <a:pt x="124383" y="11906"/>
                  <a:pt x="119063" y="17227"/>
                  <a:pt x="119063" y="23812"/>
                </a:cubicBezTo>
                <a:lnTo>
                  <a:pt x="119063" y="89297"/>
                </a:lnTo>
                <a:cubicBezTo>
                  <a:pt x="119063" y="92571"/>
                  <a:pt x="116384" y="95250"/>
                  <a:pt x="113109" y="95250"/>
                </a:cubicBezTo>
                <a:cubicBezTo>
                  <a:pt x="109835" y="95250"/>
                  <a:pt x="107156" y="92571"/>
                  <a:pt x="107156" y="89297"/>
                </a:cubicBezTo>
                <a:lnTo>
                  <a:pt x="107156" y="11906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" y="3914775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Clapping your hands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5313" y="4286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89297"/>
                </a:moveTo>
                <a:cubicBezTo>
                  <a:pt x="190500" y="138596"/>
                  <a:pt x="147861" y="178594"/>
                  <a:pt x="95250" y="178594"/>
                </a:cubicBezTo>
                <a:cubicBezTo>
                  <a:pt x="81446" y="178594"/>
                  <a:pt x="68349" y="175840"/>
                  <a:pt x="56517" y="170892"/>
                </a:cubicBezTo>
                <a:lnTo>
                  <a:pt x="12464" y="189793"/>
                </a:lnTo>
                <a:cubicBezTo>
                  <a:pt x="8967" y="191281"/>
                  <a:pt x="4949" y="190426"/>
                  <a:pt x="2381" y="187635"/>
                </a:cubicBezTo>
                <a:cubicBezTo>
                  <a:pt x="-186" y="184845"/>
                  <a:pt x="-744" y="180752"/>
                  <a:pt x="1042" y="177403"/>
                </a:cubicBezTo>
                <a:lnTo>
                  <a:pt x="19199" y="143098"/>
                </a:lnTo>
                <a:cubicBezTo>
                  <a:pt x="7144" y="128104"/>
                  <a:pt x="0" y="109500"/>
                  <a:pt x="0" y="89297"/>
                </a:cubicBezTo>
                <a:cubicBezTo>
                  <a:pt x="0" y="39998"/>
                  <a:pt x="42639" y="0"/>
                  <a:pt x="95250" y="0"/>
                </a:cubicBezTo>
                <a:cubicBezTo>
                  <a:pt x="147861" y="0"/>
                  <a:pt x="190500" y="39998"/>
                  <a:pt x="190500" y="8929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895350" y="4257675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Speaking or singing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5313" y="4629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3013" y="2604"/>
                </a:moveTo>
                <a:cubicBezTo>
                  <a:pt x="169515" y="-893"/>
                  <a:pt x="163860" y="-893"/>
                  <a:pt x="160400" y="2604"/>
                </a:cubicBezTo>
                <a:lnTo>
                  <a:pt x="142503" y="20464"/>
                </a:lnTo>
                <a:cubicBezTo>
                  <a:pt x="141610" y="21357"/>
                  <a:pt x="140903" y="22436"/>
                  <a:pt x="140457" y="23626"/>
                </a:cubicBezTo>
                <a:lnTo>
                  <a:pt x="134727" y="38881"/>
                </a:lnTo>
                <a:lnTo>
                  <a:pt x="105891" y="67754"/>
                </a:lnTo>
                <a:cubicBezTo>
                  <a:pt x="89111" y="56815"/>
                  <a:pt x="68945" y="56517"/>
                  <a:pt x="57150" y="68349"/>
                </a:cubicBezTo>
                <a:cubicBezTo>
                  <a:pt x="53057" y="72442"/>
                  <a:pt x="50453" y="77502"/>
                  <a:pt x="49188" y="83083"/>
                </a:cubicBezTo>
                <a:cubicBezTo>
                  <a:pt x="47811" y="89260"/>
                  <a:pt x="42081" y="94506"/>
                  <a:pt x="35756" y="94841"/>
                </a:cubicBezTo>
                <a:cubicBezTo>
                  <a:pt x="26231" y="95324"/>
                  <a:pt x="17413" y="98822"/>
                  <a:pt x="10716" y="105482"/>
                </a:cubicBezTo>
                <a:cubicBezTo>
                  <a:pt x="-5953" y="122151"/>
                  <a:pt x="-2828" y="152288"/>
                  <a:pt x="17673" y="172789"/>
                </a:cubicBezTo>
                <a:cubicBezTo>
                  <a:pt x="38174" y="193291"/>
                  <a:pt x="68312" y="196453"/>
                  <a:pt x="84981" y="179784"/>
                </a:cubicBezTo>
                <a:cubicBezTo>
                  <a:pt x="91641" y="173124"/>
                  <a:pt x="95176" y="164269"/>
                  <a:pt x="95622" y="154744"/>
                </a:cubicBezTo>
                <a:cubicBezTo>
                  <a:pt x="95957" y="148419"/>
                  <a:pt x="101203" y="142726"/>
                  <a:pt x="107379" y="141312"/>
                </a:cubicBezTo>
                <a:cubicBezTo>
                  <a:pt x="112961" y="140047"/>
                  <a:pt x="118021" y="137406"/>
                  <a:pt x="122113" y="133350"/>
                </a:cubicBezTo>
                <a:cubicBezTo>
                  <a:pt x="133945" y="121518"/>
                  <a:pt x="133648" y="101389"/>
                  <a:pt x="122709" y="84609"/>
                </a:cubicBezTo>
                <a:lnTo>
                  <a:pt x="151581" y="55736"/>
                </a:lnTo>
                <a:lnTo>
                  <a:pt x="166836" y="50006"/>
                </a:lnTo>
                <a:cubicBezTo>
                  <a:pt x="168027" y="49560"/>
                  <a:pt x="169106" y="48853"/>
                  <a:pt x="169999" y="47960"/>
                </a:cubicBezTo>
                <a:lnTo>
                  <a:pt x="187858" y="30100"/>
                </a:lnTo>
                <a:cubicBezTo>
                  <a:pt x="191356" y="26603"/>
                  <a:pt x="191356" y="20948"/>
                  <a:pt x="187858" y="17487"/>
                </a:cubicBezTo>
                <a:lnTo>
                  <a:pt x="173013" y="2604"/>
                </a:lnTo>
                <a:close/>
                <a:moveTo>
                  <a:pt x="77391" y="95250"/>
                </a:moveTo>
                <a:cubicBezTo>
                  <a:pt x="87247" y="95250"/>
                  <a:pt x="95250" y="103253"/>
                  <a:pt x="95250" y="113109"/>
                </a:cubicBezTo>
                <a:cubicBezTo>
                  <a:pt x="95250" y="122966"/>
                  <a:pt x="87247" y="130969"/>
                  <a:pt x="77391" y="130969"/>
                </a:cubicBezTo>
                <a:cubicBezTo>
                  <a:pt x="67534" y="130969"/>
                  <a:pt x="59531" y="122966"/>
                  <a:pt x="59531" y="113109"/>
                </a:cubicBezTo>
                <a:cubicBezTo>
                  <a:pt x="59531" y="103253"/>
                  <a:pt x="67534" y="95250"/>
                  <a:pt x="77391" y="9525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4600575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Playing musical instruments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3406" y="4972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1672"/>
                </a:moveTo>
                <a:cubicBezTo>
                  <a:pt x="18083" y="41672"/>
                  <a:pt x="23143" y="46360"/>
                  <a:pt x="23738" y="52350"/>
                </a:cubicBezTo>
                <a:lnTo>
                  <a:pt x="23850" y="54806"/>
                </a:lnTo>
                <a:cubicBezTo>
                  <a:pt x="24482" y="60796"/>
                  <a:pt x="29542" y="65484"/>
                  <a:pt x="35719" y="65484"/>
                </a:cubicBezTo>
                <a:lnTo>
                  <a:pt x="102357" y="65484"/>
                </a:lnTo>
                <a:lnTo>
                  <a:pt x="154781" y="87957"/>
                </a:lnTo>
                <a:lnTo>
                  <a:pt x="154781" y="178594"/>
                </a:lnTo>
                <a:cubicBezTo>
                  <a:pt x="154781" y="185179"/>
                  <a:pt x="149461" y="190500"/>
                  <a:pt x="142875" y="190500"/>
                </a:cubicBezTo>
                <a:lnTo>
                  <a:pt x="130969" y="190500"/>
                </a:lnTo>
                <a:cubicBezTo>
                  <a:pt x="124383" y="190500"/>
                  <a:pt x="119063" y="185179"/>
                  <a:pt x="119063" y="178594"/>
                </a:cubicBezTo>
                <a:lnTo>
                  <a:pt x="119063" y="129741"/>
                </a:lnTo>
                <a:cubicBezTo>
                  <a:pt x="110133" y="134317"/>
                  <a:pt x="100013" y="136922"/>
                  <a:pt x="89297" y="136922"/>
                </a:cubicBezTo>
                <a:cubicBezTo>
                  <a:pt x="78581" y="136922"/>
                  <a:pt x="68461" y="134317"/>
                  <a:pt x="59531" y="129741"/>
                </a:cubicBezTo>
                <a:lnTo>
                  <a:pt x="59531" y="178594"/>
                </a:lnTo>
                <a:cubicBezTo>
                  <a:pt x="59531" y="185179"/>
                  <a:pt x="54211" y="190500"/>
                  <a:pt x="47625" y="190500"/>
                </a:cubicBezTo>
                <a:lnTo>
                  <a:pt x="35719" y="190500"/>
                </a:lnTo>
                <a:cubicBezTo>
                  <a:pt x="29133" y="190500"/>
                  <a:pt x="23812" y="185179"/>
                  <a:pt x="23812" y="178594"/>
                </a:cubicBezTo>
                <a:lnTo>
                  <a:pt x="23812" y="87213"/>
                </a:lnTo>
                <a:cubicBezTo>
                  <a:pt x="9934" y="82302"/>
                  <a:pt x="0" y="69131"/>
                  <a:pt x="0" y="53578"/>
                </a:cubicBezTo>
                <a:cubicBezTo>
                  <a:pt x="0" y="46992"/>
                  <a:pt x="5321" y="41672"/>
                  <a:pt x="11906" y="41672"/>
                </a:cubicBezTo>
                <a:close/>
                <a:moveTo>
                  <a:pt x="132383" y="-11906"/>
                </a:moveTo>
                <a:cubicBezTo>
                  <a:pt x="135248" y="-11906"/>
                  <a:pt x="137926" y="-10567"/>
                  <a:pt x="139675" y="-8260"/>
                </a:cubicBezTo>
                <a:lnTo>
                  <a:pt x="145852" y="0"/>
                </a:lnTo>
                <a:lnTo>
                  <a:pt x="165236" y="0"/>
                </a:lnTo>
                <a:cubicBezTo>
                  <a:pt x="169962" y="0"/>
                  <a:pt x="174501" y="1898"/>
                  <a:pt x="177850" y="5246"/>
                </a:cubicBezTo>
                <a:lnTo>
                  <a:pt x="184547" y="11906"/>
                </a:lnTo>
                <a:lnTo>
                  <a:pt x="205383" y="11906"/>
                </a:lnTo>
                <a:cubicBezTo>
                  <a:pt x="210331" y="11906"/>
                  <a:pt x="214313" y="15887"/>
                  <a:pt x="214313" y="20836"/>
                </a:cubicBezTo>
                <a:lnTo>
                  <a:pt x="214313" y="29766"/>
                </a:lnTo>
                <a:cubicBezTo>
                  <a:pt x="214313" y="46211"/>
                  <a:pt x="200992" y="59531"/>
                  <a:pt x="184547" y="59531"/>
                </a:cubicBezTo>
                <a:lnTo>
                  <a:pt x="160734" y="59531"/>
                </a:lnTo>
                <a:lnTo>
                  <a:pt x="158130" y="69949"/>
                </a:lnTo>
                <a:lnTo>
                  <a:pt x="111733" y="50081"/>
                </a:lnTo>
                <a:lnTo>
                  <a:pt x="123490" y="-4688"/>
                </a:lnTo>
                <a:cubicBezTo>
                  <a:pt x="124383" y="-8892"/>
                  <a:pt x="128067" y="-11906"/>
                  <a:pt x="132383" y="-11906"/>
                </a:cubicBezTo>
                <a:close/>
                <a:moveTo>
                  <a:pt x="166688" y="16371"/>
                </a:moveTo>
                <a:cubicBezTo>
                  <a:pt x="162580" y="16371"/>
                  <a:pt x="159246" y="19705"/>
                  <a:pt x="159246" y="23812"/>
                </a:cubicBezTo>
                <a:cubicBezTo>
                  <a:pt x="159246" y="27920"/>
                  <a:pt x="162580" y="31254"/>
                  <a:pt x="166688" y="31254"/>
                </a:cubicBezTo>
                <a:cubicBezTo>
                  <a:pt x="170795" y="31254"/>
                  <a:pt x="174129" y="27920"/>
                  <a:pt x="174129" y="23812"/>
                </a:cubicBezTo>
                <a:cubicBezTo>
                  <a:pt x="174129" y="19705"/>
                  <a:pt x="170795" y="16371"/>
                  <a:pt x="166688" y="1637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4943475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sounds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553075"/>
            <a:ext cx="5562600" cy="990600"/>
          </a:xfrm>
          <a:custGeom>
            <a:avLst/>
            <a:gdLst/>
            <a:ahLst/>
            <a:cxnLst/>
            <a:rect l="l" t="t" r="r" b="b"/>
            <a:pathLst>
              <a:path w="5562600" h="990600">
                <a:moveTo>
                  <a:pt x="152404" y="0"/>
                </a:moveTo>
                <a:lnTo>
                  <a:pt x="5410196" y="0"/>
                </a:lnTo>
                <a:cubicBezTo>
                  <a:pt x="5494366" y="0"/>
                  <a:pt x="5562600" y="68234"/>
                  <a:pt x="5562600" y="152404"/>
                </a:cubicBezTo>
                <a:lnTo>
                  <a:pt x="5562600" y="838196"/>
                </a:lnTo>
                <a:cubicBezTo>
                  <a:pt x="5562600" y="922366"/>
                  <a:pt x="5494366" y="990600"/>
                  <a:pt x="54101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075" y="5772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42975" y="5743575"/>
            <a:ext cx="49244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it!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Clap your hands. Can you feel the vibration?</a:t>
            </a:r>
            <a:endParaRPr lang="en-US" sz="1600" dirty="0"/>
          </a:p>
        </p:txBody>
      </p:sp>
      <p:pic>
        <p:nvPicPr>
          <p:cNvPr id="24" name="Image 0" descr="https://kimi-web-img.moonshot.cn/img/www.shutterstock.com/96ba0d37c1f57dbb5c37973bfa5f4d0ec225a35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484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9995148" y="419100"/>
            <a:ext cx="1971675" cy="495300"/>
          </a:xfrm>
          <a:custGeom>
            <a:avLst/>
            <a:gdLst/>
            <a:ahLst/>
            <a:cxnLst/>
            <a:rect l="l" t="t" r="r" b="b"/>
            <a:pathLst>
              <a:path w="1971675" h="495300">
                <a:moveTo>
                  <a:pt x="247650" y="0"/>
                </a:moveTo>
                <a:lnTo>
                  <a:pt x="1724025" y="0"/>
                </a:lnTo>
                <a:cubicBezTo>
                  <a:pt x="1860707" y="0"/>
                  <a:pt x="1971675" y="110968"/>
                  <a:pt x="1971675" y="247650"/>
                </a:cubicBezTo>
                <a:lnTo>
                  <a:pt x="1971675" y="247650"/>
                </a:lnTo>
                <a:cubicBezTo>
                  <a:pt x="1971675" y="384332"/>
                  <a:pt x="1860707" y="495300"/>
                  <a:pt x="17240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247561" y="561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4129" y="2604"/>
                </a:moveTo>
                <a:cubicBezTo>
                  <a:pt x="176957" y="4874"/>
                  <a:pt x="178594" y="8297"/>
                  <a:pt x="178594" y="11906"/>
                </a:cubicBezTo>
                <a:lnTo>
                  <a:pt x="178594" y="125016"/>
                </a:lnTo>
                <a:cubicBezTo>
                  <a:pt x="178594" y="141461"/>
                  <a:pt x="162595" y="154781"/>
                  <a:pt x="142875" y="154781"/>
                </a:cubicBezTo>
                <a:cubicBezTo>
                  <a:pt x="123155" y="154781"/>
                  <a:pt x="107156" y="141461"/>
                  <a:pt x="107156" y="125016"/>
                </a:cubicBezTo>
                <a:cubicBezTo>
                  <a:pt x="107156" y="108570"/>
                  <a:pt x="123155" y="95250"/>
                  <a:pt x="142875" y="95250"/>
                </a:cubicBezTo>
                <a:cubicBezTo>
                  <a:pt x="147042" y="95250"/>
                  <a:pt x="151061" y="95845"/>
                  <a:pt x="154781" y="96962"/>
                </a:cubicBezTo>
                <a:lnTo>
                  <a:pt x="154781" y="53541"/>
                </a:lnTo>
                <a:lnTo>
                  <a:pt x="71438" y="72070"/>
                </a:lnTo>
                <a:lnTo>
                  <a:pt x="71438" y="148828"/>
                </a:lnTo>
                <a:cubicBezTo>
                  <a:pt x="71438" y="165274"/>
                  <a:pt x="55438" y="178594"/>
                  <a:pt x="35719" y="178594"/>
                </a:cubicBezTo>
                <a:cubicBezTo>
                  <a:pt x="15999" y="178594"/>
                  <a:pt x="0" y="165274"/>
                  <a:pt x="0" y="148828"/>
                </a:cubicBezTo>
                <a:cubicBezTo>
                  <a:pt x="0" y="132383"/>
                  <a:pt x="15999" y="119063"/>
                  <a:pt x="35719" y="119063"/>
                </a:cubicBezTo>
                <a:cubicBezTo>
                  <a:pt x="39886" y="119063"/>
                  <a:pt x="43904" y="119658"/>
                  <a:pt x="47625" y="120774"/>
                </a:cubicBezTo>
                <a:lnTo>
                  <a:pt x="47625" y="35719"/>
                </a:lnTo>
                <a:cubicBezTo>
                  <a:pt x="47625" y="30138"/>
                  <a:pt x="51495" y="25301"/>
                  <a:pt x="56964" y="24110"/>
                </a:cubicBezTo>
                <a:lnTo>
                  <a:pt x="164120" y="298"/>
                </a:lnTo>
                <a:cubicBezTo>
                  <a:pt x="167655" y="-484"/>
                  <a:pt x="171338" y="372"/>
                  <a:pt x="174166" y="26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10290423" y="419100"/>
            <a:ext cx="177165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Sound Waves!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0613" y="381000"/>
            <a:ext cx="2390775" cy="533400"/>
          </a:xfrm>
          <a:custGeom>
            <a:avLst/>
            <a:gdLst/>
            <a:ahLst/>
            <a:cxnLst/>
            <a:rect l="l" t="t" r="r" b="b"/>
            <a:pathLst>
              <a:path w="2390775" h="533400">
                <a:moveTo>
                  <a:pt x="266700" y="0"/>
                </a:moveTo>
                <a:lnTo>
                  <a:pt x="2124075" y="0"/>
                </a:lnTo>
                <a:cubicBezTo>
                  <a:pt x="2271271" y="0"/>
                  <a:pt x="2390775" y="119504"/>
                  <a:pt x="2390775" y="266700"/>
                </a:cubicBezTo>
                <a:lnTo>
                  <a:pt x="2390775" y="266700"/>
                </a:lnTo>
                <a:cubicBezTo>
                  <a:pt x="2390775" y="413896"/>
                  <a:pt x="2271271" y="533400"/>
                  <a:pt x="21240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5233988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214938" y="381000"/>
            <a:ext cx="213360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Sound Waves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6700" y="1066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Does Sound Travel?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6383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2381250"/>
            <a:ext cx="6162675" cy="2895600"/>
          </a:xfrm>
          <a:custGeom>
            <a:avLst/>
            <a:gdLst/>
            <a:ahLst/>
            <a:cxnLst/>
            <a:rect l="l" t="t" r="r" b="b"/>
            <a:pathLst>
              <a:path w="6162675" h="2895600">
                <a:moveTo>
                  <a:pt x="228608" y="0"/>
                </a:moveTo>
                <a:lnTo>
                  <a:pt x="5934067" y="0"/>
                </a:lnTo>
                <a:cubicBezTo>
                  <a:pt x="6060324" y="0"/>
                  <a:pt x="6162675" y="102351"/>
                  <a:pt x="6162675" y="228608"/>
                </a:cubicBezTo>
                <a:lnTo>
                  <a:pt x="6162675" y="2666992"/>
                </a:lnTo>
                <a:cubicBezTo>
                  <a:pt x="6162675" y="2793249"/>
                  <a:pt x="6060324" y="2895600"/>
                  <a:pt x="5934067" y="2895600"/>
                </a:cubicBezTo>
                <a:lnTo>
                  <a:pt x="228608" y="2895600"/>
                </a:lnTo>
                <a:cubicBezTo>
                  <a:pt x="102351" y="2895600"/>
                  <a:pt x="0" y="2793249"/>
                  <a:pt x="0" y="2666992"/>
                </a:cubicBezTo>
                <a:lnTo>
                  <a:pt x="0" y="228608"/>
                </a:lnTo>
                <a:cubicBezTo>
                  <a:pt x="0" y="102436"/>
                  <a:pt x="102436" y="0"/>
                  <a:pt x="2286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2571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514350" y="25717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571750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Something Vibrates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95275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speak or clap, it makes tiny movements called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vibrations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638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36385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3500" y="3638550"/>
            <a:ext cx="442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Sound Waves Move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401955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vibrations travel through the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like ripples in water.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438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7" name="Text 15"/>
          <p:cNvSpPr/>
          <p:nvPr/>
        </p:nvSpPr>
        <p:spPr>
          <a:xfrm>
            <a:off x="514350" y="443865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" y="4438650"/>
            <a:ext cx="4295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 Hear the Sound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481965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sound waves reach our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ears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we hear the sound!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429250"/>
            <a:ext cx="6162675" cy="685800"/>
          </a:xfrm>
          <a:custGeom>
            <a:avLst/>
            <a:gdLst/>
            <a:ahLst/>
            <a:cxnLst/>
            <a:rect l="l" t="t" r="r" b="b"/>
            <a:pathLst>
              <a:path w="6162675" h="685800">
                <a:moveTo>
                  <a:pt x="152398" y="0"/>
                </a:moveTo>
                <a:lnTo>
                  <a:pt x="6010277" y="0"/>
                </a:lnTo>
                <a:cubicBezTo>
                  <a:pt x="6094444" y="0"/>
                  <a:pt x="6162675" y="68231"/>
                  <a:pt x="6162675" y="152398"/>
                </a:cubicBezTo>
                <a:lnTo>
                  <a:pt x="6162675" y="533402"/>
                </a:lnTo>
                <a:cubicBezTo>
                  <a:pt x="6162675" y="617569"/>
                  <a:pt x="6094444" y="685800"/>
                  <a:pt x="6010277" y="685800"/>
                </a:cubicBezTo>
                <a:lnTo>
                  <a:pt x="152398" y="685800"/>
                </a:lnTo>
                <a:cubicBezTo>
                  <a:pt x="68287" y="685800"/>
                  <a:pt x="0" y="617513"/>
                  <a:pt x="0" y="533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6024" y="5657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85825" y="561975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Just like when you drop a stone in water!</a:t>
            </a:r>
            <a:endParaRPr lang="en-US" sz="1600" dirty="0"/>
          </a:p>
        </p:txBody>
      </p:sp>
      <p:pic>
        <p:nvPicPr>
          <p:cNvPr id="23" name="Image 0" descr="https://kimi-web-img.moonshot.cn/img/thumbs.dreamstime.com/a59e582d93e709199ef131e543c13324b8d4fb06.jpg">    </p:cNvPr>
          <p:cNvPicPr>
            <a:picLocks noChangeAspect="1"/>
          </p:cNvPicPr>
          <p:nvPr/>
        </p:nvPicPr>
        <p:blipFill>
          <a:blip r:embed="rId1"/>
          <a:srcRect l="0" r="0" t="2741" b="2741"/>
          <a:stretch/>
        </p:blipFill>
        <p:spPr>
          <a:xfrm>
            <a:off x="6770340" y="1866900"/>
            <a:ext cx="5038725" cy="4762500"/>
          </a:xfrm>
          <a:prstGeom prst="roundRect">
            <a:avLst>
              <a:gd name="adj" fmla="val 48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1b435e48070123a5677dc9b80ef691b9ab5106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28600" y="5943600"/>
            <a:ext cx="1790700" cy="495300"/>
          </a:xfrm>
          <a:custGeom>
            <a:avLst/>
            <a:gdLst/>
            <a:ahLst/>
            <a:cxnLst/>
            <a:rect l="l" t="t" r="r" b="b"/>
            <a:pathLst>
              <a:path w="1790700" h="495300">
                <a:moveTo>
                  <a:pt x="247650" y="0"/>
                </a:moveTo>
                <a:lnTo>
                  <a:pt x="1543050" y="0"/>
                </a:lnTo>
                <a:cubicBezTo>
                  <a:pt x="1679732" y="0"/>
                  <a:pt x="1790700" y="110968"/>
                  <a:pt x="1790700" y="247650"/>
                </a:cubicBezTo>
                <a:lnTo>
                  <a:pt x="1790700" y="247650"/>
                </a:lnTo>
                <a:cubicBezTo>
                  <a:pt x="1790700" y="384332"/>
                  <a:pt x="1679732" y="495300"/>
                  <a:pt x="154305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04825" y="6086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1438" y="0"/>
                </a:moveTo>
                <a:cubicBezTo>
                  <a:pt x="51718" y="0"/>
                  <a:pt x="35719" y="15999"/>
                  <a:pt x="35719" y="35719"/>
                </a:cubicBezTo>
                <a:lnTo>
                  <a:pt x="35719" y="83344"/>
                </a:lnTo>
                <a:cubicBezTo>
                  <a:pt x="35719" y="103063"/>
                  <a:pt x="51718" y="119063"/>
                  <a:pt x="71438" y="119063"/>
                </a:cubicBezTo>
                <a:cubicBezTo>
                  <a:pt x="91157" y="119063"/>
                  <a:pt x="107156" y="103063"/>
                  <a:pt x="107156" y="83344"/>
                </a:cubicBezTo>
                <a:lnTo>
                  <a:pt x="107156" y="35719"/>
                </a:lnTo>
                <a:cubicBezTo>
                  <a:pt x="107156" y="15999"/>
                  <a:pt x="91157" y="0"/>
                  <a:pt x="71438" y="0"/>
                </a:cubicBezTo>
                <a:close/>
                <a:moveTo>
                  <a:pt x="17859" y="68461"/>
                </a:moveTo>
                <a:cubicBezTo>
                  <a:pt x="17859" y="63512"/>
                  <a:pt x="13878" y="59531"/>
                  <a:pt x="8930" y="59531"/>
                </a:cubicBezTo>
                <a:cubicBezTo>
                  <a:pt x="3981" y="59531"/>
                  <a:pt x="0" y="63512"/>
                  <a:pt x="0" y="68461"/>
                </a:cubicBezTo>
                <a:lnTo>
                  <a:pt x="0" y="83344"/>
                </a:lnTo>
                <a:cubicBezTo>
                  <a:pt x="0" y="119769"/>
                  <a:pt x="27273" y="149833"/>
                  <a:pt x="62508" y="154223"/>
                </a:cubicBezTo>
                <a:lnTo>
                  <a:pt x="6250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98227" y="190500"/>
                </a:lnTo>
                <a:cubicBezTo>
                  <a:pt x="103175" y="190500"/>
                  <a:pt x="107156" y="186519"/>
                  <a:pt x="107156" y="181570"/>
                </a:cubicBezTo>
                <a:cubicBezTo>
                  <a:pt x="107156" y="176622"/>
                  <a:pt x="103175" y="172641"/>
                  <a:pt x="98227" y="172641"/>
                </a:cubicBezTo>
                <a:lnTo>
                  <a:pt x="80367" y="172641"/>
                </a:lnTo>
                <a:lnTo>
                  <a:pt x="80367" y="154223"/>
                </a:lnTo>
                <a:cubicBezTo>
                  <a:pt x="115602" y="149833"/>
                  <a:pt x="142875" y="119769"/>
                  <a:pt x="142875" y="83344"/>
                </a:cubicBezTo>
                <a:lnTo>
                  <a:pt x="142875" y="68461"/>
                </a:lnTo>
                <a:cubicBezTo>
                  <a:pt x="142875" y="63512"/>
                  <a:pt x="138894" y="59531"/>
                  <a:pt x="133945" y="59531"/>
                </a:cubicBezTo>
                <a:cubicBezTo>
                  <a:pt x="128997" y="59531"/>
                  <a:pt x="125016" y="63512"/>
                  <a:pt x="125016" y="68461"/>
                </a:cubicBezTo>
                <a:lnTo>
                  <a:pt x="125016" y="83344"/>
                </a:lnTo>
                <a:cubicBezTo>
                  <a:pt x="125016" y="112923"/>
                  <a:pt x="101017" y="136922"/>
                  <a:pt x="71438" y="136922"/>
                </a:cubicBezTo>
                <a:cubicBezTo>
                  <a:pt x="41858" y="136922"/>
                  <a:pt x="17859" y="112923"/>
                  <a:pt x="17859" y="83344"/>
                </a:cubicBezTo>
                <a:lnTo>
                  <a:pt x="17859" y="684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23875" y="5943600"/>
            <a:ext cx="159067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Microphone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48400" y="271463"/>
            <a:ext cx="2352675" cy="533400"/>
          </a:xfrm>
          <a:custGeom>
            <a:avLst/>
            <a:gdLst/>
            <a:ahLst/>
            <a:cxnLst/>
            <a:rect l="l" t="t" r="r" b="b"/>
            <a:pathLst>
              <a:path w="2352675" h="533400">
                <a:moveTo>
                  <a:pt x="266700" y="0"/>
                </a:moveTo>
                <a:lnTo>
                  <a:pt x="2085975" y="0"/>
                </a:lnTo>
                <a:cubicBezTo>
                  <a:pt x="2233171" y="0"/>
                  <a:pt x="2352675" y="119504"/>
                  <a:pt x="2352675" y="266700"/>
                </a:cubicBezTo>
                <a:lnTo>
                  <a:pt x="2352675" y="266700"/>
                </a:lnTo>
                <a:cubicBezTo>
                  <a:pt x="2352675" y="413896"/>
                  <a:pt x="2233171" y="533400"/>
                  <a:pt x="20859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Shape 4"/>
          <p:cNvSpPr/>
          <p:nvPr/>
        </p:nvSpPr>
        <p:spPr>
          <a:xfrm>
            <a:off x="6610350" y="42386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619875" y="271463"/>
            <a:ext cx="209550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Audio Device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48400" y="957263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Microphone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48400" y="168116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Shape 8"/>
          <p:cNvSpPr/>
          <p:nvPr/>
        </p:nvSpPr>
        <p:spPr>
          <a:xfrm>
            <a:off x="6267450" y="1985963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391154" y="0"/>
                </a:lnTo>
                <a:cubicBezTo>
                  <a:pt x="5475320" y="0"/>
                  <a:pt x="5543550" y="68230"/>
                  <a:pt x="5543550" y="152396"/>
                </a:cubicBezTo>
                <a:lnTo>
                  <a:pt x="5543550" y="971554"/>
                </a:lnTo>
                <a:cubicBezTo>
                  <a:pt x="5543550" y="1055720"/>
                  <a:pt x="5475320" y="1123950"/>
                  <a:pt x="5391154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7450" y="198596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2176463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microphone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special tool that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our voice and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sound!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8400" y="3262313"/>
            <a:ext cx="5562600" cy="1419225"/>
          </a:xfrm>
          <a:custGeom>
            <a:avLst/>
            <a:gdLst/>
            <a:ahLst/>
            <a:cxnLst/>
            <a:rect l="l" t="t" r="r" b="b"/>
            <a:pathLst>
              <a:path w="5562600" h="1419225">
                <a:moveTo>
                  <a:pt x="152396" y="0"/>
                </a:moveTo>
                <a:lnTo>
                  <a:pt x="5410204" y="0"/>
                </a:lnTo>
                <a:cubicBezTo>
                  <a:pt x="5494370" y="0"/>
                  <a:pt x="5562600" y="68230"/>
                  <a:pt x="5562600" y="152396"/>
                </a:cubicBezTo>
                <a:lnTo>
                  <a:pt x="5562600" y="1266829"/>
                </a:lnTo>
                <a:cubicBezTo>
                  <a:pt x="5562600" y="1350995"/>
                  <a:pt x="5494370" y="1419225"/>
                  <a:pt x="5410204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38900" y="349091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3"/>
          <p:cNvSpPr/>
          <p:nvPr/>
        </p:nvSpPr>
        <p:spPr>
          <a:xfrm>
            <a:off x="6781800" y="3452813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8900" y="3871913"/>
            <a:ext cx="5276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changes the sound waves into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electrical signals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can be recorded or played back.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48400" y="4833938"/>
            <a:ext cx="5562600" cy="1752600"/>
          </a:xfrm>
          <a:custGeom>
            <a:avLst/>
            <a:gdLst/>
            <a:ahLst/>
            <a:cxnLst/>
            <a:rect l="l" t="t" r="r" b="b"/>
            <a:pathLst>
              <a:path w="5562600" h="1752600">
                <a:moveTo>
                  <a:pt x="152406" y="0"/>
                </a:moveTo>
                <a:lnTo>
                  <a:pt x="5410194" y="0"/>
                </a:lnTo>
                <a:cubicBezTo>
                  <a:pt x="5494365" y="0"/>
                  <a:pt x="5562600" y="68235"/>
                  <a:pt x="5562600" y="152406"/>
                </a:cubicBezTo>
                <a:lnTo>
                  <a:pt x="5562600" y="1600194"/>
                </a:lnTo>
                <a:cubicBezTo>
                  <a:pt x="5562600" y="1684365"/>
                  <a:pt x="5494365" y="1752600"/>
                  <a:pt x="5410194" y="1752600"/>
                </a:cubicBezTo>
                <a:lnTo>
                  <a:pt x="152406" y="1752600"/>
                </a:lnTo>
                <a:cubicBezTo>
                  <a:pt x="68235" y="1752600"/>
                  <a:pt x="0" y="1684365"/>
                  <a:pt x="0" y="16001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6"/>
          <p:cNvSpPr/>
          <p:nvPr/>
        </p:nvSpPr>
        <p:spPr>
          <a:xfrm>
            <a:off x="6453188" y="506253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781800" y="502443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Fun Facts: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74619" y="54721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762750" y="54435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Singers use microphones on stage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74619" y="58150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762750" y="57864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Phones have tiny microphones inside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74619" y="61579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762750" y="61293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Teachers use microphones in big classrooms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00013"/>
            <a:ext cx="2352675" cy="533400"/>
          </a:xfrm>
          <a:custGeom>
            <a:avLst/>
            <a:gdLst/>
            <a:ahLst/>
            <a:cxnLst/>
            <a:rect l="l" t="t" r="r" b="b"/>
            <a:pathLst>
              <a:path w="2352675" h="533400">
                <a:moveTo>
                  <a:pt x="266700" y="0"/>
                </a:moveTo>
                <a:lnTo>
                  <a:pt x="2085975" y="0"/>
                </a:lnTo>
                <a:cubicBezTo>
                  <a:pt x="2233171" y="0"/>
                  <a:pt x="2352675" y="119504"/>
                  <a:pt x="2352675" y="266700"/>
                </a:cubicBezTo>
                <a:lnTo>
                  <a:pt x="2352675" y="266700"/>
                </a:lnTo>
                <a:cubicBezTo>
                  <a:pt x="2352675" y="413896"/>
                  <a:pt x="2233171" y="533400"/>
                  <a:pt x="20859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5241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52475" y="100013"/>
            <a:ext cx="209550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Audio Device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85813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Speaker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0971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14513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391154" y="0"/>
                </a:lnTo>
                <a:cubicBezTo>
                  <a:pt x="5475320" y="0"/>
                  <a:pt x="5543550" y="68230"/>
                  <a:pt x="5543550" y="152396"/>
                </a:cubicBezTo>
                <a:lnTo>
                  <a:pt x="5543550" y="971554"/>
                </a:lnTo>
                <a:cubicBezTo>
                  <a:pt x="5543550" y="1055720"/>
                  <a:pt x="5475320" y="1123950"/>
                  <a:pt x="5391154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8145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005013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device that makes sound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louder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 everyone can hear!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090863"/>
            <a:ext cx="5562600" cy="1419225"/>
          </a:xfrm>
          <a:custGeom>
            <a:avLst/>
            <a:gdLst/>
            <a:ahLst/>
            <a:cxnLst/>
            <a:rect l="l" t="t" r="r" b="b"/>
            <a:pathLst>
              <a:path w="5562600" h="1419225">
                <a:moveTo>
                  <a:pt x="152396" y="0"/>
                </a:moveTo>
                <a:lnTo>
                  <a:pt x="5410204" y="0"/>
                </a:lnTo>
                <a:cubicBezTo>
                  <a:pt x="5494370" y="0"/>
                  <a:pt x="5562600" y="68230"/>
                  <a:pt x="5562600" y="152396"/>
                </a:cubicBezTo>
                <a:lnTo>
                  <a:pt x="5562600" y="1266829"/>
                </a:lnTo>
                <a:cubicBezTo>
                  <a:pt x="5562600" y="1350995"/>
                  <a:pt x="5494370" y="1419225"/>
                  <a:pt x="5410204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33194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81363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700463"/>
            <a:ext cx="5276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takes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electrical signals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changes them back into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 waves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can hear.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662488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943094"/>
                </a:lnTo>
                <a:cubicBezTo>
                  <a:pt x="5562600" y="2027209"/>
                  <a:pt x="5494309" y="2095500"/>
                  <a:pt x="54101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788" y="48910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5298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Where we see speakers: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3406" y="53006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52720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Televisions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" y="56435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56149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Phones and tablets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5313" y="59864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4129" y="2604"/>
                </a:moveTo>
                <a:cubicBezTo>
                  <a:pt x="176957" y="4874"/>
                  <a:pt x="178594" y="8297"/>
                  <a:pt x="178594" y="11906"/>
                </a:cubicBezTo>
                <a:lnTo>
                  <a:pt x="178594" y="125016"/>
                </a:lnTo>
                <a:cubicBezTo>
                  <a:pt x="178594" y="141461"/>
                  <a:pt x="162595" y="154781"/>
                  <a:pt x="142875" y="154781"/>
                </a:cubicBezTo>
                <a:cubicBezTo>
                  <a:pt x="123155" y="154781"/>
                  <a:pt x="107156" y="141461"/>
                  <a:pt x="107156" y="125016"/>
                </a:cubicBezTo>
                <a:cubicBezTo>
                  <a:pt x="107156" y="108570"/>
                  <a:pt x="123155" y="95250"/>
                  <a:pt x="142875" y="95250"/>
                </a:cubicBezTo>
                <a:cubicBezTo>
                  <a:pt x="147042" y="95250"/>
                  <a:pt x="151061" y="95845"/>
                  <a:pt x="154781" y="96962"/>
                </a:cubicBezTo>
                <a:lnTo>
                  <a:pt x="154781" y="53541"/>
                </a:lnTo>
                <a:lnTo>
                  <a:pt x="71438" y="72070"/>
                </a:lnTo>
                <a:lnTo>
                  <a:pt x="71438" y="148828"/>
                </a:lnTo>
                <a:cubicBezTo>
                  <a:pt x="71438" y="165274"/>
                  <a:pt x="55438" y="178594"/>
                  <a:pt x="35719" y="178594"/>
                </a:cubicBezTo>
                <a:cubicBezTo>
                  <a:pt x="15999" y="178594"/>
                  <a:pt x="0" y="165274"/>
                  <a:pt x="0" y="148828"/>
                </a:cubicBezTo>
                <a:cubicBezTo>
                  <a:pt x="0" y="132383"/>
                  <a:pt x="15999" y="119063"/>
                  <a:pt x="35719" y="119063"/>
                </a:cubicBezTo>
                <a:cubicBezTo>
                  <a:pt x="39886" y="119063"/>
                  <a:pt x="43904" y="119658"/>
                  <a:pt x="47625" y="120774"/>
                </a:cubicBezTo>
                <a:lnTo>
                  <a:pt x="47625" y="35719"/>
                </a:lnTo>
                <a:cubicBezTo>
                  <a:pt x="47625" y="30138"/>
                  <a:pt x="51495" y="25301"/>
                  <a:pt x="56964" y="24110"/>
                </a:cubicBezTo>
                <a:lnTo>
                  <a:pt x="164120" y="298"/>
                </a:lnTo>
                <a:cubicBezTo>
                  <a:pt x="167655" y="-484"/>
                  <a:pt x="171338" y="372"/>
                  <a:pt x="174166" y="26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5350" y="59578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Music players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5313" y="63293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50" y="63007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Classroom speakers</a:t>
            </a:r>
            <a:endParaRPr lang="en-US" sz="1600" dirty="0"/>
          </a:p>
        </p:txBody>
      </p:sp>
      <p:pic>
        <p:nvPicPr>
          <p:cNvPr id="25" name="Image 0" descr="https://kimi-web-img.moonshot.cn/img/www.shutterstock.com/a6fdd7895d2c8386151436d639d7bb85e47fb3b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10485834" y="419100"/>
            <a:ext cx="1476375" cy="495300"/>
          </a:xfrm>
          <a:custGeom>
            <a:avLst/>
            <a:gdLst/>
            <a:ahLst/>
            <a:cxnLst/>
            <a:rect l="l" t="t" r="r" b="b"/>
            <a:pathLst>
              <a:path w="1476375" h="495300">
                <a:moveTo>
                  <a:pt x="247650" y="0"/>
                </a:moveTo>
                <a:lnTo>
                  <a:pt x="1228725" y="0"/>
                </a:lnTo>
                <a:cubicBezTo>
                  <a:pt x="1365407" y="0"/>
                  <a:pt x="1476375" y="110968"/>
                  <a:pt x="1476375" y="247650"/>
                </a:cubicBezTo>
                <a:lnTo>
                  <a:pt x="1476375" y="247650"/>
                </a:lnTo>
                <a:cubicBezTo>
                  <a:pt x="1476375" y="384332"/>
                  <a:pt x="1365407" y="495300"/>
                  <a:pt x="12287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714434" y="5619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0781109" y="419100"/>
            <a:ext cx="127635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Speaker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00063"/>
            <a:ext cx="1590675" cy="533400"/>
          </a:xfrm>
          <a:custGeom>
            <a:avLst/>
            <a:gdLst/>
            <a:ahLst/>
            <a:cxnLst/>
            <a:rect l="l" t="t" r="r" b="b"/>
            <a:pathLst>
              <a:path w="1590675" h="533400">
                <a:moveTo>
                  <a:pt x="266700" y="0"/>
                </a:moveTo>
                <a:lnTo>
                  <a:pt x="1323975" y="0"/>
                </a:lnTo>
                <a:cubicBezTo>
                  <a:pt x="1471171" y="0"/>
                  <a:pt x="1590675" y="119504"/>
                  <a:pt x="1590675" y="266700"/>
                </a:cubicBezTo>
                <a:lnTo>
                  <a:pt x="1590675" y="266700"/>
                </a:lnTo>
                <a:cubicBezTo>
                  <a:pt x="1590675" y="413896"/>
                  <a:pt x="1471171" y="533400"/>
                  <a:pt x="13239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Shape 1"/>
          <p:cNvSpPr/>
          <p:nvPr/>
        </p:nvSpPr>
        <p:spPr>
          <a:xfrm>
            <a:off x="700088" y="65246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52475" y="500063"/>
            <a:ext cx="133350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5863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is Video?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909762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214563"/>
            <a:ext cx="5543550" cy="752475"/>
          </a:xfrm>
          <a:custGeom>
            <a:avLst/>
            <a:gdLst/>
            <a:ahLst/>
            <a:cxnLst/>
            <a:rect l="l" t="t" r="r" b="b"/>
            <a:pathLst>
              <a:path w="5543550" h="752475">
                <a:moveTo>
                  <a:pt x="38100" y="0"/>
                </a:moveTo>
                <a:lnTo>
                  <a:pt x="5391151" y="0"/>
                </a:lnTo>
                <a:cubicBezTo>
                  <a:pt x="5475319" y="0"/>
                  <a:pt x="5543550" y="68231"/>
                  <a:pt x="5543550" y="152399"/>
                </a:cubicBezTo>
                <a:lnTo>
                  <a:pt x="5543550" y="600076"/>
                </a:lnTo>
                <a:cubicBezTo>
                  <a:pt x="5543550" y="684244"/>
                  <a:pt x="5475319" y="752475"/>
                  <a:pt x="5391151" y="752475"/>
                </a:cubicBezTo>
                <a:lnTo>
                  <a:pt x="38100" y="752475"/>
                </a:lnTo>
                <a:cubicBezTo>
                  <a:pt x="17058" y="752475"/>
                  <a:pt x="0" y="735417"/>
                  <a:pt x="0" y="714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2214563"/>
            <a:ext cx="38100" cy="752475"/>
          </a:xfrm>
          <a:custGeom>
            <a:avLst/>
            <a:gdLst/>
            <a:ahLst/>
            <a:cxnLst/>
            <a:rect l="l" t="t" r="r" b="b"/>
            <a:pathLst>
              <a:path w="38100" h="752475">
                <a:moveTo>
                  <a:pt x="38100" y="0"/>
                </a:moveTo>
                <a:lnTo>
                  <a:pt x="38100" y="0"/>
                </a:lnTo>
                <a:lnTo>
                  <a:pt x="38100" y="752475"/>
                </a:lnTo>
                <a:lnTo>
                  <a:pt x="38100" y="752475"/>
                </a:lnTo>
                <a:cubicBezTo>
                  <a:pt x="17072" y="752475"/>
                  <a:pt x="0" y="735403"/>
                  <a:pt x="0" y="7143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405063"/>
            <a:ext cx="5257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pictures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tell a story!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119438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943094"/>
                </a:lnTo>
                <a:cubicBezTo>
                  <a:pt x="5562600" y="2027209"/>
                  <a:pt x="5494309" y="2095500"/>
                  <a:pt x="54101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650" y="33480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0993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Examples of videos: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3406" y="37576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" y="37290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Cartoons and movies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41005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895350" y="40719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 on phones and tablets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3406" y="44434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44148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videos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7863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475773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games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367338"/>
            <a:ext cx="5562600" cy="990600"/>
          </a:xfrm>
          <a:custGeom>
            <a:avLst/>
            <a:gdLst/>
            <a:ahLst/>
            <a:cxnLst/>
            <a:rect l="l" t="t" r="r" b="b"/>
            <a:pathLst>
              <a:path w="5562600" h="990600">
                <a:moveTo>
                  <a:pt x="152404" y="0"/>
                </a:moveTo>
                <a:lnTo>
                  <a:pt x="5410196" y="0"/>
                </a:lnTo>
                <a:cubicBezTo>
                  <a:pt x="5494366" y="0"/>
                  <a:pt x="5562600" y="68234"/>
                  <a:pt x="5562600" y="152404"/>
                </a:cubicBezTo>
                <a:lnTo>
                  <a:pt x="5562600" y="838196"/>
                </a:lnTo>
                <a:cubicBezTo>
                  <a:pt x="5562600" y="922366"/>
                  <a:pt x="5494366" y="990600"/>
                  <a:pt x="5410196" y="990600"/>
                </a:cubicBezTo>
                <a:lnTo>
                  <a:pt x="152404" y="990600"/>
                </a:lnTo>
                <a:cubicBezTo>
                  <a:pt x="68234" y="990600"/>
                  <a:pt x="0" y="922366"/>
                  <a:pt x="0" y="83819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075" y="5586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42975" y="5557838"/>
            <a:ext cx="49244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know?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Videos can make us laugh, learn, and explore new worlds!</a:t>
            </a:r>
            <a:endParaRPr lang="en-US" sz="1600" dirty="0"/>
          </a:p>
        </p:txBody>
      </p:sp>
      <p:pic>
        <p:nvPicPr>
          <p:cNvPr id="24" name="Image 0" descr="https://kimi-web-img.moonshot.cn/img/media.istockphoto.com/010885590cdb432d420d903021103e4fcb998b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10214372" y="419100"/>
            <a:ext cx="1752600" cy="495300"/>
          </a:xfrm>
          <a:custGeom>
            <a:avLst/>
            <a:gdLst/>
            <a:ahLst/>
            <a:cxnLst/>
            <a:rect l="l" t="t" r="r" b="b"/>
            <a:pathLst>
              <a:path w="1752600" h="495300">
                <a:moveTo>
                  <a:pt x="247650" y="0"/>
                </a:moveTo>
                <a:lnTo>
                  <a:pt x="1504950" y="0"/>
                </a:lnTo>
                <a:cubicBezTo>
                  <a:pt x="1641632" y="0"/>
                  <a:pt x="1752600" y="110968"/>
                  <a:pt x="1752600" y="247650"/>
                </a:cubicBezTo>
                <a:lnTo>
                  <a:pt x="1752600" y="247650"/>
                </a:lnTo>
                <a:cubicBezTo>
                  <a:pt x="1752600" y="384332"/>
                  <a:pt x="1641632" y="495300"/>
                  <a:pt x="150495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478691" y="561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lose/>
                <a:moveTo>
                  <a:pt x="17859" y="136922"/>
                </a:moveTo>
                <a:lnTo>
                  <a:pt x="17859" y="148828"/>
                </a:lnTo>
                <a:cubicBezTo>
                  <a:pt x="17859" y="152102"/>
                  <a:pt x="20538" y="154781"/>
                  <a:pt x="23812" y="154781"/>
                </a:cubicBezTo>
                <a:lnTo>
                  <a:pt x="35719" y="154781"/>
                </a:lnTo>
                <a:cubicBezTo>
                  <a:pt x="38993" y="154781"/>
                  <a:pt x="41672" y="152102"/>
                  <a:pt x="41672" y="148828"/>
                </a:cubicBezTo>
                <a:lnTo>
                  <a:pt x="41672" y="136922"/>
                </a:lnTo>
                <a:cubicBezTo>
                  <a:pt x="41672" y="133648"/>
                  <a:pt x="38993" y="130969"/>
                  <a:pt x="35719" y="130969"/>
                </a:cubicBezTo>
                <a:lnTo>
                  <a:pt x="23812" y="130969"/>
                </a:lnTo>
                <a:cubicBezTo>
                  <a:pt x="20538" y="130969"/>
                  <a:pt x="17859" y="133648"/>
                  <a:pt x="17859" y="136922"/>
                </a:cubicBezTo>
                <a:close/>
                <a:moveTo>
                  <a:pt x="130969" y="130969"/>
                </a:moveTo>
                <a:cubicBezTo>
                  <a:pt x="127695" y="130969"/>
                  <a:pt x="125016" y="133648"/>
                  <a:pt x="125016" y="136922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lnTo>
                  <a:pt x="142875" y="154781"/>
                </a:lnTo>
                <a:cubicBezTo>
                  <a:pt x="146149" y="154781"/>
                  <a:pt x="148828" y="152102"/>
                  <a:pt x="148828" y="148828"/>
                </a:cubicBezTo>
                <a:lnTo>
                  <a:pt x="148828" y="136922"/>
                </a:lnTo>
                <a:cubicBezTo>
                  <a:pt x="148828" y="133648"/>
                  <a:pt x="146149" y="130969"/>
                  <a:pt x="142875" y="130969"/>
                </a:cubicBezTo>
                <a:lnTo>
                  <a:pt x="130969" y="130969"/>
                </a:lnTo>
                <a:close/>
                <a:moveTo>
                  <a:pt x="17859" y="89297"/>
                </a:moveTo>
                <a:lnTo>
                  <a:pt x="17859" y="101203"/>
                </a:lnTo>
                <a:cubicBezTo>
                  <a:pt x="17859" y="104477"/>
                  <a:pt x="20538" y="107156"/>
                  <a:pt x="23812" y="107156"/>
                </a:cubicBezTo>
                <a:lnTo>
                  <a:pt x="35719" y="107156"/>
                </a:lnTo>
                <a:cubicBezTo>
                  <a:pt x="38993" y="107156"/>
                  <a:pt x="41672" y="104477"/>
                  <a:pt x="41672" y="101203"/>
                </a:cubicBezTo>
                <a:lnTo>
                  <a:pt x="41672" y="89297"/>
                </a:lnTo>
                <a:cubicBezTo>
                  <a:pt x="41672" y="86023"/>
                  <a:pt x="38993" y="83344"/>
                  <a:pt x="35719" y="83344"/>
                </a:cubicBezTo>
                <a:lnTo>
                  <a:pt x="23812" y="83344"/>
                </a:lnTo>
                <a:cubicBezTo>
                  <a:pt x="20538" y="83344"/>
                  <a:pt x="17859" y="86023"/>
                  <a:pt x="17859" y="89297"/>
                </a:cubicBezTo>
                <a:close/>
                <a:moveTo>
                  <a:pt x="130969" y="83344"/>
                </a:moveTo>
                <a:cubicBezTo>
                  <a:pt x="127695" y="83344"/>
                  <a:pt x="125016" y="86023"/>
                  <a:pt x="125016" y="89297"/>
                </a:cubicBezTo>
                <a:lnTo>
                  <a:pt x="125016" y="101203"/>
                </a:lnTo>
                <a:cubicBezTo>
                  <a:pt x="125016" y="104477"/>
                  <a:pt x="127695" y="107156"/>
                  <a:pt x="130969" y="107156"/>
                </a:cubicBezTo>
                <a:lnTo>
                  <a:pt x="142875" y="107156"/>
                </a:lnTo>
                <a:cubicBezTo>
                  <a:pt x="146149" y="107156"/>
                  <a:pt x="148828" y="104477"/>
                  <a:pt x="148828" y="101203"/>
                </a:cubicBezTo>
                <a:lnTo>
                  <a:pt x="148828" y="89297"/>
                </a:lnTo>
                <a:cubicBezTo>
                  <a:pt x="148828" y="86023"/>
                  <a:pt x="146149" y="83344"/>
                  <a:pt x="142875" y="83344"/>
                </a:cubicBezTo>
                <a:lnTo>
                  <a:pt x="130969" y="83344"/>
                </a:lnTo>
                <a:close/>
                <a:moveTo>
                  <a:pt x="17859" y="41672"/>
                </a:moveTo>
                <a:lnTo>
                  <a:pt x="17859" y="53578"/>
                </a:lnTo>
                <a:cubicBezTo>
                  <a:pt x="17859" y="56852"/>
                  <a:pt x="20538" y="59531"/>
                  <a:pt x="23812" y="59531"/>
                </a:cubicBezTo>
                <a:lnTo>
                  <a:pt x="35719" y="59531"/>
                </a:lnTo>
                <a:cubicBezTo>
                  <a:pt x="38993" y="59531"/>
                  <a:pt x="41672" y="56852"/>
                  <a:pt x="41672" y="53578"/>
                </a:cubicBezTo>
                <a:lnTo>
                  <a:pt x="41672" y="41672"/>
                </a:lnTo>
                <a:cubicBezTo>
                  <a:pt x="41672" y="38398"/>
                  <a:pt x="38993" y="35719"/>
                  <a:pt x="35719" y="35719"/>
                </a:cubicBezTo>
                <a:lnTo>
                  <a:pt x="23812" y="35719"/>
                </a:lnTo>
                <a:cubicBezTo>
                  <a:pt x="20538" y="35719"/>
                  <a:pt x="17859" y="38398"/>
                  <a:pt x="17859" y="41672"/>
                </a:cubicBezTo>
                <a:close/>
                <a:moveTo>
                  <a:pt x="130969" y="35719"/>
                </a:moveTo>
                <a:cubicBezTo>
                  <a:pt x="127695" y="35719"/>
                  <a:pt x="125016" y="38398"/>
                  <a:pt x="125016" y="41672"/>
                </a:cubicBezTo>
                <a:lnTo>
                  <a:pt x="125016" y="53578"/>
                </a:lnTo>
                <a:cubicBezTo>
                  <a:pt x="125016" y="56852"/>
                  <a:pt x="127695" y="59531"/>
                  <a:pt x="130969" y="59531"/>
                </a:cubicBezTo>
                <a:lnTo>
                  <a:pt x="142875" y="59531"/>
                </a:lnTo>
                <a:cubicBezTo>
                  <a:pt x="146149" y="59531"/>
                  <a:pt x="148828" y="56852"/>
                  <a:pt x="148828" y="53578"/>
                </a:cubicBezTo>
                <a:lnTo>
                  <a:pt x="148828" y="41672"/>
                </a:lnTo>
                <a:cubicBezTo>
                  <a:pt x="148828" y="38398"/>
                  <a:pt x="146149" y="35719"/>
                  <a:pt x="142875" y="35719"/>
                </a:cubicBezTo>
                <a:lnTo>
                  <a:pt x="130969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10509647" y="419100"/>
            <a:ext cx="155257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 Time!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8453" y="381000"/>
            <a:ext cx="2657475" cy="533400"/>
          </a:xfrm>
          <a:custGeom>
            <a:avLst/>
            <a:gdLst/>
            <a:ahLst/>
            <a:cxnLst/>
            <a:rect l="l" t="t" r="r" b="b"/>
            <a:pathLst>
              <a:path w="2657475" h="533400">
                <a:moveTo>
                  <a:pt x="266700" y="0"/>
                </a:moveTo>
                <a:lnTo>
                  <a:pt x="2390775" y="0"/>
                </a:lnTo>
                <a:cubicBezTo>
                  <a:pt x="2537971" y="0"/>
                  <a:pt x="2657475" y="119504"/>
                  <a:pt x="2657475" y="266700"/>
                </a:cubicBezTo>
                <a:lnTo>
                  <a:pt x="2657475" y="266700"/>
                </a:lnTo>
                <a:cubicBezTo>
                  <a:pt x="2657475" y="413896"/>
                  <a:pt x="2537971" y="533400"/>
                  <a:pt x="23907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5116116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082778" y="381000"/>
            <a:ext cx="2400300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Moving Pictures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6700" y="1066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Does Video Work?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6383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2347020"/>
            <a:ext cx="6162675" cy="2895600"/>
          </a:xfrm>
          <a:custGeom>
            <a:avLst/>
            <a:gdLst/>
            <a:ahLst/>
            <a:cxnLst/>
            <a:rect l="l" t="t" r="r" b="b"/>
            <a:pathLst>
              <a:path w="6162675" h="2895600">
                <a:moveTo>
                  <a:pt x="228608" y="0"/>
                </a:moveTo>
                <a:lnTo>
                  <a:pt x="5934067" y="0"/>
                </a:lnTo>
                <a:cubicBezTo>
                  <a:pt x="6060324" y="0"/>
                  <a:pt x="6162675" y="102351"/>
                  <a:pt x="6162675" y="228608"/>
                </a:cubicBezTo>
                <a:lnTo>
                  <a:pt x="6162675" y="2666992"/>
                </a:lnTo>
                <a:cubicBezTo>
                  <a:pt x="6162675" y="2793249"/>
                  <a:pt x="6060324" y="2895600"/>
                  <a:pt x="5934067" y="2895600"/>
                </a:cubicBezTo>
                <a:lnTo>
                  <a:pt x="228608" y="2895600"/>
                </a:lnTo>
                <a:cubicBezTo>
                  <a:pt x="102351" y="2895600"/>
                  <a:pt x="0" y="2793249"/>
                  <a:pt x="0" y="2666992"/>
                </a:cubicBezTo>
                <a:lnTo>
                  <a:pt x="0" y="228608"/>
                </a:lnTo>
                <a:cubicBezTo>
                  <a:pt x="0" y="102436"/>
                  <a:pt x="102436" y="0"/>
                  <a:pt x="2286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1500" y="2537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514350" y="253752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537520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Many Pictures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918520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video is made of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pictures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shown one after another.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3376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333762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3500" y="3337620"/>
            <a:ext cx="513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Very Fast!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71862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pictures are shown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fast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about 30 pictures every second!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4044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17" name="Text 15"/>
          <p:cNvSpPr/>
          <p:nvPr/>
        </p:nvSpPr>
        <p:spPr>
          <a:xfrm>
            <a:off x="514350" y="440442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33500" y="4404420"/>
            <a:ext cx="290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Looks Like Movement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3500" y="4785420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eyes see it as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FFE6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 movement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5395020"/>
            <a:ext cx="6162675" cy="685800"/>
          </a:xfrm>
          <a:custGeom>
            <a:avLst/>
            <a:gdLst/>
            <a:ahLst/>
            <a:cxnLst/>
            <a:rect l="l" t="t" r="r" b="b"/>
            <a:pathLst>
              <a:path w="6162675" h="685800">
                <a:moveTo>
                  <a:pt x="152398" y="0"/>
                </a:moveTo>
                <a:lnTo>
                  <a:pt x="6010277" y="0"/>
                </a:lnTo>
                <a:cubicBezTo>
                  <a:pt x="6094444" y="0"/>
                  <a:pt x="6162675" y="68231"/>
                  <a:pt x="6162675" y="152398"/>
                </a:cubicBezTo>
                <a:lnTo>
                  <a:pt x="6162675" y="533402"/>
                </a:lnTo>
                <a:cubicBezTo>
                  <a:pt x="6162675" y="617569"/>
                  <a:pt x="6094444" y="685800"/>
                  <a:pt x="6010277" y="685800"/>
                </a:cubicBezTo>
                <a:lnTo>
                  <a:pt x="152398" y="685800"/>
                </a:lnTo>
                <a:cubicBezTo>
                  <a:pt x="68287" y="685800"/>
                  <a:pt x="0" y="617513"/>
                  <a:pt x="0" y="5334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Shape 19"/>
          <p:cNvSpPr/>
          <p:nvPr/>
        </p:nvSpPr>
        <p:spPr>
          <a:xfrm>
            <a:off x="2021235" y="56236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85825" y="558552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Like a flipbook animation!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70340" y="1866900"/>
            <a:ext cx="5038725" cy="4695825"/>
          </a:xfrm>
          <a:custGeom>
            <a:avLst/>
            <a:gdLst/>
            <a:ahLst/>
            <a:cxnLst/>
            <a:rect l="l" t="t" r="r" b="b"/>
            <a:pathLst>
              <a:path w="5038725" h="4695825">
                <a:moveTo>
                  <a:pt x="228593" y="0"/>
                </a:moveTo>
                <a:lnTo>
                  <a:pt x="4810132" y="0"/>
                </a:lnTo>
                <a:cubicBezTo>
                  <a:pt x="4936381" y="0"/>
                  <a:pt x="5038725" y="102344"/>
                  <a:pt x="5038725" y="228593"/>
                </a:cubicBezTo>
                <a:lnTo>
                  <a:pt x="5038725" y="4467232"/>
                </a:lnTo>
                <a:cubicBezTo>
                  <a:pt x="5038725" y="4593481"/>
                  <a:pt x="4936381" y="4695825"/>
                  <a:pt x="4810132" y="4695825"/>
                </a:cubicBezTo>
                <a:lnTo>
                  <a:pt x="228593" y="4695825"/>
                </a:lnTo>
                <a:cubicBezTo>
                  <a:pt x="102344" y="4695825"/>
                  <a:pt x="0" y="4593481"/>
                  <a:pt x="0" y="4467232"/>
                </a:cubicBezTo>
                <a:lnTo>
                  <a:pt x="0" y="228593"/>
                </a:lnTo>
                <a:cubicBezTo>
                  <a:pt x="0" y="102344"/>
                  <a:pt x="102344" y="0"/>
                  <a:pt x="2285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42511" y="21240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53578"/>
                </a:moveTo>
                <a:cubicBezTo>
                  <a:pt x="53578" y="33877"/>
                  <a:pt x="69596" y="17859"/>
                  <a:pt x="89297" y="17859"/>
                </a:cubicBezTo>
                <a:lnTo>
                  <a:pt x="267891" y="17859"/>
                </a:lnTo>
                <a:cubicBezTo>
                  <a:pt x="287592" y="17859"/>
                  <a:pt x="303609" y="33877"/>
                  <a:pt x="303609" y="53578"/>
                </a:cubicBezTo>
                <a:lnTo>
                  <a:pt x="303609" y="196453"/>
                </a:lnTo>
                <a:cubicBezTo>
                  <a:pt x="303609" y="216154"/>
                  <a:pt x="287592" y="232172"/>
                  <a:pt x="267891" y="232172"/>
                </a:cubicBezTo>
                <a:lnTo>
                  <a:pt x="89297" y="232172"/>
                </a:lnTo>
                <a:cubicBezTo>
                  <a:pt x="69596" y="232172"/>
                  <a:pt x="53578" y="216154"/>
                  <a:pt x="53578" y="196453"/>
                </a:cubicBezTo>
                <a:lnTo>
                  <a:pt x="53578" y="53578"/>
                </a:lnTo>
                <a:close/>
                <a:moveTo>
                  <a:pt x="13395" y="71438"/>
                </a:moveTo>
                <a:cubicBezTo>
                  <a:pt x="20817" y="71438"/>
                  <a:pt x="26789" y="77409"/>
                  <a:pt x="26789" y="84832"/>
                </a:cubicBezTo>
                <a:lnTo>
                  <a:pt x="26789" y="250031"/>
                </a:lnTo>
                <a:cubicBezTo>
                  <a:pt x="26789" y="254943"/>
                  <a:pt x="30807" y="258961"/>
                  <a:pt x="35719" y="258961"/>
                </a:cubicBezTo>
                <a:lnTo>
                  <a:pt x="236637" y="258961"/>
                </a:lnTo>
                <a:cubicBezTo>
                  <a:pt x="244060" y="258961"/>
                  <a:pt x="250031" y="264933"/>
                  <a:pt x="250031" y="272355"/>
                </a:cubicBezTo>
                <a:cubicBezTo>
                  <a:pt x="250031" y="279778"/>
                  <a:pt x="244060" y="285750"/>
                  <a:pt x="236637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84832"/>
                </a:lnTo>
                <a:cubicBezTo>
                  <a:pt x="0" y="77409"/>
                  <a:pt x="5972" y="71438"/>
                  <a:pt x="13395" y="71438"/>
                </a:cubicBezTo>
                <a:close/>
                <a:moveTo>
                  <a:pt x="107156" y="89297"/>
                </a:moveTo>
                <a:cubicBezTo>
                  <a:pt x="117013" y="89297"/>
                  <a:pt x="125016" y="81294"/>
                  <a:pt x="125016" y="71438"/>
                </a:cubicBezTo>
                <a:cubicBezTo>
                  <a:pt x="125016" y="61581"/>
                  <a:pt x="117013" y="53578"/>
                  <a:pt x="107156" y="53578"/>
                </a:cubicBezTo>
                <a:cubicBezTo>
                  <a:pt x="97299" y="53578"/>
                  <a:pt x="89297" y="61581"/>
                  <a:pt x="89297" y="71438"/>
                </a:cubicBezTo>
                <a:cubicBezTo>
                  <a:pt x="89297" y="81294"/>
                  <a:pt x="97299" y="89297"/>
                  <a:pt x="107156" y="89297"/>
                </a:cubicBezTo>
                <a:close/>
                <a:moveTo>
                  <a:pt x="216824" y="95715"/>
                </a:moveTo>
                <a:cubicBezTo>
                  <a:pt x="214368" y="91753"/>
                  <a:pt x="210071" y="89297"/>
                  <a:pt x="205383" y="89297"/>
                </a:cubicBezTo>
                <a:cubicBezTo>
                  <a:pt x="200695" y="89297"/>
                  <a:pt x="196397" y="91753"/>
                  <a:pt x="193942" y="95715"/>
                </a:cubicBezTo>
                <a:lnTo>
                  <a:pt x="162520" y="147117"/>
                </a:lnTo>
                <a:lnTo>
                  <a:pt x="148847" y="130039"/>
                </a:lnTo>
                <a:cubicBezTo>
                  <a:pt x="146279" y="126857"/>
                  <a:pt x="142484" y="125016"/>
                  <a:pt x="138410" y="125016"/>
                </a:cubicBezTo>
                <a:cubicBezTo>
                  <a:pt x="134336" y="125016"/>
                  <a:pt x="130485" y="126857"/>
                  <a:pt x="127974" y="130039"/>
                </a:cubicBezTo>
                <a:lnTo>
                  <a:pt x="92255" y="174687"/>
                </a:lnTo>
                <a:cubicBezTo>
                  <a:pt x="89018" y="178705"/>
                  <a:pt x="88404" y="184231"/>
                  <a:pt x="90636" y="188863"/>
                </a:cubicBezTo>
                <a:cubicBezTo>
                  <a:pt x="92869" y="193495"/>
                  <a:pt x="97557" y="196453"/>
                  <a:pt x="102691" y="196453"/>
                </a:cubicBezTo>
                <a:lnTo>
                  <a:pt x="254496" y="196453"/>
                </a:lnTo>
                <a:cubicBezTo>
                  <a:pt x="259352" y="196453"/>
                  <a:pt x="263816" y="193830"/>
                  <a:pt x="266160" y="189588"/>
                </a:cubicBezTo>
                <a:cubicBezTo>
                  <a:pt x="268505" y="185347"/>
                  <a:pt x="268449" y="180212"/>
                  <a:pt x="265881" y="176026"/>
                </a:cubicBezTo>
                <a:lnTo>
                  <a:pt x="216768" y="9565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75178" y="2095500"/>
            <a:ext cx="427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Picture Sequence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8940" y="259080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27" name="Shape 25"/>
          <p:cNvSpPr/>
          <p:nvPr/>
        </p:nvSpPr>
        <p:spPr>
          <a:xfrm>
            <a:off x="7553176" y="3087886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Shape 26"/>
          <p:cNvSpPr/>
          <p:nvPr/>
        </p:nvSpPr>
        <p:spPr>
          <a:xfrm>
            <a:off x="8564761" y="259080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90571" y="308803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30730" y="259080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85115" y="3088035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8940" y="415677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Shape 31"/>
          <p:cNvSpPr/>
          <p:nvPr/>
        </p:nvSpPr>
        <p:spPr>
          <a:xfrm>
            <a:off x="7524601" y="465385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564761" y="415677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5" name="Shape 33"/>
          <p:cNvSpPr/>
          <p:nvPr/>
        </p:nvSpPr>
        <p:spPr>
          <a:xfrm>
            <a:off x="9119146" y="4654004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30730" y="4156770"/>
            <a:ext cx="1447800" cy="1447800"/>
          </a:xfrm>
          <a:custGeom>
            <a:avLst/>
            <a:gdLst/>
            <a:ahLst/>
            <a:cxnLst/>
            <a:rect l="l" t="t" r="r" b="b"/>
            <a:pathLst>
              <a:path w="1447800" h="1447800">
                <a:moveTo>
                  <a:pt x="114304" y="0"/>
                </a:moveTo>
                <a:lnTo>
                  <a:pt x="1333496" y="0"/>
                </a:lnTo>
                <a:cubicBezTo>
                  <a:pt x="1396624" y="0"/>
                  <a:pt x="1447800" y="51176"/>
                  <a:pt x="1447800" y="114304"/>
                </a:cubicBezTo>
                <a:lnTo>
                  <a:pt x="1447800" y="1333496"/>
                </a:lnTo>
                <a:cubicBezTo>
                  <a:pt x="1447800" y="1396624"/>
                  <a:pt x="1396624" y="1447800"/>
                  <a:pt x="1333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56540" y="465400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998940" y="5760839"/>
            <a:ext cx="4581525" cy="571500"/>
          </a:xfrm>
          <a:custGeom>
            <a:avLst/>
            <a:gdLst/>
            <a:ahLst/>
            <a:cxnLst/>
            <a:rect l="l" t="t" r="r" b="b"/>
            <a:pathLst>
              <a:path w="4581525" h="571500">
                <a:moveTo>
                  <a:pt x="114300" y="0"/>
                </a:moveTo>
                <a:lnTo>
                  <a:pt x="4467225" y="0"/>
                </a:lnTo>
                <a:cubicBezTo>
                  <a:pt x="4530309" y="0"/>
                  <a:pt x="4581525" y="51216"/>
                  <a:pt x="4581525" y="114300"/>
                </a:cubicBezTo>
                <a:lnTo>
                  <a:pt x="4581525" y="457200"/>
                </a:lnTo>
                <a:cubicBezTo>
                  <a:pt x="4581525" y="520284"/>
                  <a:pt x="4530309" y="571500"/>
                  <a:pt x="4467225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9" name="Shape 37"/>
          <p:cNvSpPr/>
          <p:nvPr/>
        </p:nvSpPr>
        <p:spPr>
          <a:xfrm>
            <a:off x="7963049" y="59418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398990" y="5913239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pictures = Moving video!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5654e11f4afc799d202b3e765fe639194c252151.webp">    </p:cNvPr>
          <p:cNvPicPr>
            <a:picLocks noChangeAspect="1"/>
          </p:cNvPicPr>
          <p:nvPr/>
        </p:nvPicPr>
        <p:blipFill>
          <a:blip r:embed="rId1"/>
          <a:srcRect l="1333" r="1333" t="0" b="0"/>
          <a:stretch/>
        </p:blipFill>
        <p:spPr>
          <a:xfrm>
            <a:off x="3810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228600" y="5943600"/>
            <a:ext cx="1438275" cy="495300"/>
          </a:xfrm>
          <a:custGeom>
            <a:avLst/>
            <a:gdLst/>
            <a:ahLst/>
            <a:cxnLst/>
            <a:rect l="l" t="t" r="r" b="b"/>
            <a:pathLst>
              <a:path w="1438275" h="495300">
                <a:moveTo>
                  <a:pt x="247650" y="0"/>
                </a:moveTo>
                <a:lnTo>
                  <a:pt x="1190625" y="0"/>
                </a:lnTo>
                <a:cubicBezTo>
                  <a:pt x="1327307" y="0"/>
                  <a:pt x="1438275" y="110968"/>
                  <a:pt x="1438275" y="247650"/>
                </a:cubicBezTo>
                <a:lnTo>
                  <a:pt x="1438275" y="247650"/>
                </a:lnTo>
                <a:cubicBezTo>
                  <a:pt x="1438275" y="384332"/>
                  <a:pt x="1327307" y="495300"/>
                  <a:pt x="1190625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481012" y="6086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23875" y="5943600"/>
            <a:ext cx="1238250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Camera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48400" y="100013"/>
            <a:ext cx="2343150" cy="533400"/>
          </a:xfrm>
          <a:custGeom>
            <a:avLst/>
            <a:gdLst/>
            <a:ahLst/>
            <a:cxnLst/>
            <a:rect l="l" t="t" r="r" b="b"/>
            <a:pathLst>
              <a:path w="2343150" h="533400">
                <a:moveTo>
                  <a:pt x="266700" y="0"/>
                </a:moveTo>
                <a:lnTo>
                  <a:pt x="2076450" y="0"/>
                </a:lnTo>
                <a:cubicBezTo>
                  <a:pt x="2223646" y="0"/>
                  <a:pt x="2343150" y="119504"/>
                  <a:pt x="2343150" y="266700"/>
                </a:cubicBezTo>
                <a:lnTo>
                  <a:pt x="2343150" y="266700"/>
                </a:lnTo>
                <a:cubicBezTo>
                  <a:pt x="2343150" y="413896"/>
                  <a:pt x="2223646" y="533400"/>
                  <a:pt x="2076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4"/>
          <p:cNvSpPr/>
          <p:nvPr/>
        </p:nvSpPr>
        <p:spPr>
          <a:xfrm>
            <a:off x="6581775" y="252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619875" y="100013"/>
            <a:ext cx="20859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 Device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48400" y="785813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Camera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48400" y="150971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Shape 8"/>
          <p:cNvSpPr/>
          <p:nvPr/>
        </p:nvSpPr>
        <p:spPr>
          <a:xfrm>
            <a:off x="6267450" y="1814513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391154" y="0"/>
                </a:lnTo>
                <a:cubicBezTo>
                  <a:pt x="5475320" y="0"/>
                  <a:pt x="5543550" y="68230"/>
                  <a:pt x="5543550" y="152396"/>
                </a:cubicBezTo>
                <a:lnTo>
                  <a:pt x="5543550" y="971554"/>
                </a:lnTo>
                <a:cubicBezTo>
                  <a:pt x="5543550" y="1055720"/>
                  <a:pt x="5475320" y="1123950"/>
                  <a:pt x="5391154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7450" y="18145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2005013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special tool that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 and takes pictures!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8400" y="3090863"/>
            <a:ext cx="5562600" cy="1419225"/>
          </a:xfrm>
          <a:custGeom>
            <a:avLst/>
            <a:gdLst/>
            <a:ahLst/>
            <a:cxnLst/>
            <a:rect l="l" t="t" r="r" b="b"/>
            <a:pathLst>
              <a:path w="5562600" h="1419225">
                <a:moveTo>
                  <a:pt x="152396" y="0"/>
                </a:moveTo>
                <a:lnTo>
                  <a:pt x="5410204" y="0"/>
                </a:lnTo>
                <a:cubicBezTo>
                  <a:pt x="5494370" y="0"/>
                  <a:pt x="5562600" y="68230"/>
                  <a:pt x="5562600" y="152396"/>
                </a:cubicBezTo>
                <a:lnTo>
                  <a:pt x="5562600" y="1266829"/>
                </a:lnTo>
                <a:cubicBezTo>
                  <a:pt x="5562600" y="1350995"/>
                  <a:pt x="5494370" y="1419225"/>
                  <a:pt x="5410204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38900" y="33194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Text 13"/>
          <p:cNvSpPr/>
          <p:nvPr/>
        </p:nvSpPr>
        <p:spPr>
          <a:xfrm>
            <a:off x="6781800" y="3281363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8900" y="3700463"/>
            <a:ext cx="5276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captures many pictures every second and saves them so we can watch later.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48400" y="4662488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943094"/>
                </a:lnTo>
                <a:cubicBezTo>
                  <a:pt x="5562600" y="2027209"/>
                  <a:pt x="5494309" y="2095500"/>
                  <a:pt x="54101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Shape 16"/>
          <p:cNvSpPr/>
          <p:nvPr/>
        </p:nvSpPr>
        <p:spPr>
          <a:xfrm>
            <a:off x="6453188" y="48910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781800" y="485298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Different cameras: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86525" y="53006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762750" y="52720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 cameras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50806" y="56435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762750" y="56149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cameras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62713" y="59864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77391"/>
                </a:lnTo>
                <a:lnTo>
                  <a:pt x="50676" y="77391"/>
                </a:lnTo>
                <a:cubicBezTo>
                  <a:pt x="55699" y="69875"/>
                  <a:pt x="62582" y="63698"/>
                  <a:pt x="70656" y="59531"/>
                </a:cubicBezTo>
                <a:lnTo>
                  <a:pt x="0" y="59531"/>
                </a:lnTo>
                <a:lnTo>
                  <a:pt x="0" y="46769"/>
                </a:lnTo>
                <a:cubicBezTo>
                  <a:pt x="0" y="33635"/>
                  <a:pt x="10678" y="22957"/>
                  <a:pt x="23812" y="22957"/>
                </a:cubicBezTo>
                <a:lnTo>
                  <a:pt x="23850" y="22957"/>
                </a:lnTo>
                <a:cubicBezTo>
                  <a:pt x="24296" y="16780"/>
                  <a:pt x="29431" y="11906"/>
                  <a:pt x="35719" y="11906"/>
                </a:cubicBezTo>
                <a:lnTo>
                  <a:pt x="47625" y="11906"/>
                </a:lnTo>
                <a:cubicBezTo>
                  <a:pt x="53913" y="11906"/>
                  <a:pt x="59048" y="16780"/>
                  <a:pt x="59494" y="22957"/>
                </a:cubicBezTo>
                <a:lnTo>
                  <a:pt x="71438" y="22957"/>
                </a:lnTo>
                <a:lnTo>
                  <a:pt x="90488" y="14101"/>
                </a:lnTo>
                <a:cubicBezTo>
                  <a:pt x="93613" y="12650"/>
                  <a:pt x="97036" y="11869"/>
                  <a:pt x="100496" y="11869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59531"/>
                </a:lnTo>
                <a:lnTo>
                  <a:pt x="119807" y="59531"/>
                </a:lnTo>
                <a:cubicBezTo>
                  <a:pt x="127881" y="63698"/>
                  <a:pt x="134764" y="69875"/>
                  <a:pt x="139787" y="77391"/>
                </a:cubicBezTo>
                <a:lnTo>
                  <a:pt x="190463" y="77391"/>
                </a:lnTo>
                <a:lnTo>
                  <a:pt x="190463" y="154781"/>
                </a:lnTo>
                <a:cubicBezTo>
                  <a:pt x="190463" y="167915"/>
                  <a:pt x="179784" y="178594"/>
                  <a:pt x="16665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95250" y="71438"/>
                </a:moveTo>
                <a:cubicBezTo>
                  <a:pt x="82207" y="71017"/>
                  <a:pt x="69971" y="77735"/>
                  <a:pt x="63325" y="88965"/>
                </a:cubicBezTo>
                <a:cubicBezTo>
                  <a:pt x="56679" y="100195"/>
                  <a:pt x="56679" y="114154"/>
                  <a:pt x="63325" y="125385"/>
                </a:cubicBezTo>
                <a:cubicBezTo>
                  <a:pt x="69971" y="136615"/>
                  <a:pt x="82207" y="143333"/>
                  <a:pt x="95250" y="142912"/>
                </a:cubicBezTo>
                <a:cubicBezTo>
                  <a:pt x="108293" y="143333"/>
                  <a:pt x="120529" y="136615"/>
                  <a:pt x="127175" y="125385"/>
                </a:cubicBezTo>
                <a:cubicBezTo>
                  <a:pt x="133821" y="114154"/>
                  <a:pt x="133821" y="100195"/>
                  <a:pt x="127175" y="88965"/>
                </a:cubicBezTo>
                <a:cubicBezTo>
                  <a:pt x="120529" y="77735"/>
                  <a:pt x="108293" y="71017"/>
                  <a:pt x="95250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6762750" y="59578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cameras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38900" y="63293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11906"/>
                </a:moveTo>
                <a:cubicBezTo>
                  <a:pt x="34491" y="11906"/>
                  <a:pt x="23812" y="22585"/>
                  <a:pt x="23812" y="35719"/>
                </a:cubicBezTo>
                <a:lnTo>
                  <a:pt x="23812" y="125016"/>
                </a:lnTo>
                <a:lnTo>
                  <a:pt x="47625" y="125016"/>
                </a:lnTo>
                <a:lnTo>
                  <a:pt x="47625" y="35719"/>
                </a:lnTo>
                <a:lnTo>
                  <a:pt x="190500" y="35719"/>
                </a:lnTo>
                <a:lnTo>
                  <a:pt x="190500" y="125016"/>
                </a:lnTo>
                <a:lnTo>
                  <a:pt x="214313" y="125016"/>
                </a:lnTo>
                <a:lnTo>
                  <a:pt x="214313" y="35719"/>
                </a:lnTo>
                <a:cubicBezTo>
                  <a:pt x="214313" y="22585"/>
                  <a:pt x="203634" y="11906"/>
                  <a:pt x="190500" y="11906"/>
                </a:cubicBezTo>
                <a:lnTo>
                  <a:pt x="47625" y="11906"/>
                </a:lnTo>
                <a:close/>
                <a:moveTo>
                  <a:pt x="7144" y="142875"/>
                </a:moveTo>
                <a:cubicBezTo>
                  <a:pt x="3200" y="142875"/>
                  <a:pt x="0" y="146075"/>
                  <a:pt x="0" y="150019"/>
                </a:cubicBezTo>
                <a:cubicBezTo>
                  <a:pt x="0" y="165795"/>
                  <a:pt x="12799" y="178594"/>
                  <a:pt x="28575" y="178594"/>
                </a:cubicBezTo>
                <a:lnTo>
                  <a:pt x="209550" y="178594"/>
                </a:lnTo>
                <a:cubicBezTo>
                  <a:pt x="225326" y="178594"/>
                  <a:pt x="238125" y="165795"/>
                  <a:pt x="238125" y="150019"/>
                </a:cubicBezTo>
                <a:cubicBezTo>
                  <a:pt x="238125" y="146075"/>
                  <a:pt x="234925" y="142875"/>
                  <a:pt x="230981" y="142875"/>
                </a:cubicBezTo>
                <a:lnTo>
                  <a:pt x="7144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762750" y="63007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webcams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00013"/>
            <a:ext cx="2343150" cy="533400"/>
          </a:xfrm>
          <a:custGeom>
            <a:avLst/>
            <a:gdLst/>
            <a:ahLst/>
            <a:cxnLst/>
            <a:rect l="l" t="t" r="r" b="b"/>
            <a:pathLst>
              <a:path w="2343150" h="533400">
                <a:moveTo>
                  <a:pt x="266700" y="0"/>
                </a:moveTo>
                <a:lnTo>
                  <a:pt x="2076450" y="0"/>
                </a:lnTo>
                <a:cubicBezTo>
                  <a:pt x="2223646" y="0"/>
                  <a:pt x="2343150" y="119504"/>
                  <a:pt x="2343150" y="266700"/>
                </a:cubicBezTo>
                <a:lnTo>
                  <a:pt x="2343150" y="266700"/>
                </a:lnTo>
                <a:cubicBezTo>
                  <a:pt x="2343150" y="413896"/>
                  <a:pt x="2223646" y="533400"/>
                  <a:pt x="207645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700088" y="25241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42863"/>
                </a:moveTo>
                <a:lnTo>
                  <a:pt x="285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28575" y="42863"/>
                </a:lnTo>
                <a:close/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cubicBezTo>
                  <a:pt x="257175" y="165780"/>
                  <a:pt x="244361" y="178594"/>
                  <a:pt x="228600" y="178594"/>
                </a:cubicBezTo>
                <a:lnTo>
                  <a:pt x="28575" y="178594"/>
                </a:lnTo>
                <a:cubicBezTo>
                  <a:pt x="12814" y="178594"/>
                  <a:pt x="0" y="165780"/>
                  <a:pt x="0" y="150019"/>
                </a:cubicBezTo>
                <a:lnTo>
                  <a:pt x="0" y="42863"/>
                </a:lnTo>
                <a:close/>
                <a:moveTo>
                  <a:pt x="71438" y="200025"/>
                </a:move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71438" y="228600"/>
                </a:lnTo>
                <a:cubicBezTo>
                  <a:pt x="63535" y="228600"/>
                  <a:pt x="57150" y="222215"/>
                  <a:pt x="57150" y="214313"/>
                </a:cubicBezTo>
                <a:cubicBezTo>
                  <a:pt x="57150" y="206410"/>
                  <a:pt x="63535" y="200025"/>
                  <a:pt x="71438" y="200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52475" y="100013"/>
            <a:ext cx="2085975" cy="5334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 Device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85813"/>
            <a:ext cx="5848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Screen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09713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38100" y="0"/>
                </a:moveTo>
                <a:lnTo>
                  <a:pt x="1181100" y="0"/>
                </a:lnTo>
                <a:cubicBezTo>
                  <a:pt x="1202128" y="0"/>
                  <a:pt x="1219200" y="17072"/>
                  <a:pt x="1219200" y="38100"/>
                </a:cubicBezTo>
                <a:lnTo>
                  <a:pt x="1219200" y="38100"/>
                </a:lnTo>
                <a:cubicBezTo>
                  <a:pt x="1219200" y="59128"/>
                  <a:pt x="1202128" y="76200"/>
                  <a:pt x="1181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14513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391154" y="0"/>
                </a:lnTo>
                <a:cubicBezTo>
                  <a:pt x="5475320" y="0"/>
                  <a:pt x="5543550" y="68230"/>
                  <a:pt x="5543550" y="152396"/>
                </a:cubicBezTo>
                <a:lnTo>
                  <a:pt x="5543550" y="971554"/>
                </a:lnTo>
                <a:cubicBezTo>
                  <a:pt x="5543550" y="1055720"/>
                  <a:pt x="5475320" y="1123950"/>
                  <a:pt x="5391154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814513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005013"/>
            <a:ext cx="5257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where we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videos and see pictures!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090863"/>
            <a:ext cx="5562600" cy="1419225"/>
          </a:xfrm>
          <a:custGeom>
            <a:avLst/>
            <a:gdLst/>
            <a:ahLst/>
            <a:cxnLst/>
            <a:rect l="l" t="t" r="r" b="b"/>
            <a:pathLst>
              <a:path w="5562600" h="1419225">
                <a:moveTo>
                  <a:pt x="152396" y="0"/>
                </a:moveTo>
                <a:lnTo>
                  <a:pt x="5410204" y="0"/>
                </a:lnTo>
                <a:cubicBezTo>
                  <a:pt x="5494370" y="0"/>
                  <a:pt x="5562600" y="68230"/>
                  <a:pt x="5562600" y="152396"/>
                </a:cubicBezTo>
                <a:lnTo>
                  <a:pt x="5562600" y="1266829"/>
                </a:lnTo>
                <a:cubicBezTo>
                  <a:pt x="5562600" y="1350995"/>
                  <a:pt x="5494370" y="1419225"/>
                  <a:pt x="5410204" y="1419225"/>
                </a:cubicBezTo>
                <a:lnTo>
                  <a:pt x="152396" y="1419225"/>
                </a:lnTo>
                <a:cubicBezTo>
                  <a:pt x="68287" y="1419225"/>
                  <a:pt x="0" y="1350938"/>
                  <a:pt x="0" y="126682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33194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81363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700463"/>
            <a:ext cx="5276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shows all the pictures from the video very fast, so we see smooth movement.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4662488"/>
            <a:ext cx="5562600" cy="2095500"/>
          </a:xfrm>
          <a:custGeom>
            <a:avLst/>
            <a:gdLst/>
            <a:ahLst/>
            <a:cxnLst/>
            <a:rect l="l" t="t" r="r" b="b"/>
            <a:pathLst>
              <a:path w="5562600" h="2095500">
                <a:moveTo>
                  <a:pt x="152406" y="0"/>
                </a:moveTo>
                <a:lnTo>
                  <a:pt x="5410194" y="0"/>
                </a:lnTo>
                <a:cubicBezTo>
                  <a:pt x="5494309" y="0"/>
                  <a:pt x="5562600" y="68291"/>
                  <a:pt x="5562600" y="152406"/>
                </a:cubicBezTo>
                <a:lnTo>
                  <a:pt x="5562600" y="1943094"/>
                </a:lnTo>
                <a:cubicBezTo>
                  <a:pt x="5562600" y="2027209"/>
                  <a:pt x="5494309" y="2095500"/>
                  <a:pt x="5410194" y="2095500"/>
                </a:cubicBezTo>
                <a:lnTo>
                  <a:pt x="152406" y="2095500"/>
                </a:lnTo>
                <a:cubicBezTo>
                  <a:pt x="68291" y="2095500"/>
                  <a:pt x="0" y="2027209"/>
                  <a:pt x="0" y="1943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788" y="489108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52988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Different screens: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3406" y="53006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52720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Television (TV)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7219" y="56435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142875" y="0"/>
                </a:lnTo>
                <a:cubicBezTo>
                  <a:pt x="156009" y="0"/>
                  <a:pt x="166688" y="10678"/>
                  <a:pt x="166688" y="23812"/>
                </a:cubicBezTo>
                <a:lnTo>
                  <a:pt x="166688" y="166688"/>
                </a:lnTo>
                <a:cubicBezTo>
                  <a:pt x="166688" y="179822"/>
                  <a:pt x="156009" y="190500"/>
                  <a:pt x="142875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95250" y="160734"/>
                </a:moveTo>
                <a:cubicBezTo>
                  <a:pt x="95250" y="154163"/>
                  <a:pt x="89915" y="148828"/>
                  <a:pt x="83344" y="148828"/>
                </a:cubicBezTo>
                <a:cubicBezTo>
                  <a:pt x="76773" y="148828"/>
                  <a:pt x="71438" y="154163"/>
                  <a:pt x="71438" y="160734"/>
                </a:cubicBezTo>
                <a:cubicBezTo>
                  <a:pt x="71438" y="167306"/>
                  <a:pt x="76773" y="172641"/>
                  <a:pt x="83344" y="172641"/>
                </a:cubicBezTo>
                <a:cubicBezTo>
                  <a:pt x="89915" y="172641"/>
                  <a:pt x="95250" y="167306"/>
                  <a:pt x="95250" y="160734"/>
                </a:cubicBezTo>
                <a:close/>
                <a:moveTo>
                  <a:pt x="142875" y="23812"/>
                </a:moveTo>
                <a:lnTo>
                  <a:pt x="23812" y="23812"/>
                </a:lnTo>
                <a:lnTo>
                  <a:pt x="23812" y="130969"/>
                </a:lnTo>
                <a:lnTo>
                  <a:pt x="142875" y="130969"/>
                </a:lnTo>
                <a:lnTo>
                  <a:pt x="14287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56149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125" y="59864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5350" y="59578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1500" y="63293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11906"/>
                </a:moveTo>
                <a:cubicBezTo>
                  <a:pt x="34491" y="11906"/>
                  <a:pt x="23812" y="22585"/>
                  <a:pt x="23812" y="35719"/>
                </a:cubicBezTo>
                <a:lnTo>
                  <a:pt x="23812" y="125016"/>
                </a:lnTo>
                <a:lnTo>
                  <a:pt x="47625" y="125016"/>
                </a:lnTo>
                <a:lnTo>
                  <a:pt x="47625" y="35719"/>
                </a:lnTo>
                <a:lnTo>
                  <a:pt x="190500" y="35719"/>
                </a:lnTo>
                <a:lnTo>
                  <a:pt x="190500" y="125016"/>
                </a:lnTo>
                <a:lnTo>
                  <a:pt x="214313" y="125016"/>
                </a:lnTo>
                <a:lnTo>
                  <a:pt x="214313" y="35719"/>
                </a:lnTo>
                <a:cubicBezTo>
                  <a:pt x="214313" y="22585"/>
                  <a:pt x="203634" y="11906"/>
                  <a:pt x="190500" y="11906"/>
                </a:cubicBezTo>
                <a:lnTo>
                  <a:pt x="47625" y="11906"/>
                </a:lnTo>
                <a:close/>
                <a:moveTo>
                  <a:pt x="7144" y="142875"/>
                </a:moveTo>
                <a:cubicBezTo>
                  <a:pt x="3200" y="142875"/>
                  <a:pt x="0" y="146075"/>
                  <a:pt x="0" y="150019"/>
                </a:cubicBezTo>
                <a:cubicBezTo>
                  <a:pt x="0" y="165795"/>
                  <a:pt x="12799" y="178594"/>
                  <a:pt x="28575" y="178594"/>
                </a:cubicBezTo>
                <a:lnTo>
                  <a:pt x="209550" y="178594"/>
                </a:lnTo>
                <a:cubicBezTo>
                  <a:pt x="225326" y="178594"/>
                  <a:pt x="238125" y="165795"/>
                  <a:pt x="238125" y="150019"/>
                </a:cubicBezTo>
                <a:cubicBezTo>
                  <a:pt x="238125" y="146075"/>
                  <a:pt x="234925" y="142875"/>
                  <a:pt x="230981" y="142875"/>
                </a:cubicBezTo>
                <a:lnTo>
                  <a:pt x="7144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50" y="6300788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Computers</a:t>
            </a:r>
            <a:endParaRPr lang="en-US" sz="1600" dirty="0"/>
          </a:p>
        </p:txBody>
      </p:sp>
      <p:pic>
        <p:nvPicPr>
          <p:cNvPr id="25" name="Image 0" descr="https://kimi-web-img.moonshot.cn/img/thumbs.dreamstime.com/54b15407ae6c2d5ca9254d45d0e384de026f7c8c.jpg">    </p:cNvPr>
          <p:cNvPicPr>
            <a:picLocks noChangeAspect="1"/>
          </p:cNvPicPr>
          <p:nvPr/>
        </p:nvPicPr>
        <p:blipFill>
          <a:blip r:embed="rId1"/>
          <a:srcRect l="15507" r="15507" t="0" b="0"/>
          <a:stretch/>
        </p:blipFill>
        <p:spPr>
          <a:xfrm>
            <a:off x="6248400" y="571500"/>
            <a:ext cx="5562600" cy="5715000"/>
          </a:xfrm>
          <a:prstGeom prst="roundRect">
            <a:avLst>
              <a:gd name="adj" fmla="val 411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10588079" y="419100"/>
            <a:ext cx="1371600" cy="495300"/>
          </a:xfrm>
          <a:custGeom>
            <a:avLst/>
            <a:gdLst/>
            <a:ahLst/>
            <a:cxnLst/>
            <a:rect l="l" t="t" r="r" b="b"/>
            <a:pathLst>
              <a:path w="1371600" h="495300">
                <a:moveTo>
                  <a:pt x="247650" y="0"/>
                </a:moveTo>
                <a:lnTo>
                  <a:pt x="1123950" y="0"/>
                </a:lnTo>
                <a:cubicBezTo>
                  <a:pt x="1260632" y="0"/>
                  <a:pt x="1371600" y="110968"/>
                  <a:pt x="1371600" y="247650"/>
                </a:cubicBezTo>
                <a:lnTo>
                  <a:pt x="1371600" y="247650"/>
                </a:lnTo>
                <a:cubicBezTo>
                  <a:pt x="1371600" y="384332"/>
                  <a:pt x="1260632" y="495300"/>
                  <a:pt x="1123950" y="495300"/>
                </a:cubicBezTo>
                <a:lnTo>
                  <a:pt x="247650" y="495300"/>
                </a:lnTo>
                <a:cubicBezTo>
                  <a:pt x="110968" y="495300"/>
                  <a:pt x="0" y="384332"/>
                  <a:pt x="0" y="247650"/>
                </a:cubicBezTo>
                <a:lnTo>
                  <a:pt x="0" y="247650"/>
                </a:lnTo>
                <a:cubicBezTo>
                  <a:pt x="0" y="110968"/>
                  <a:pt x="110968" y="0"/>
                  <a:pt x="24765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828586" y="5619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35719"/>
                </a:moveTo>
                <a:lnTo>
                  <a:pt x="23812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23812" y="35719"/>
                </a:lnTo>
                <a:close/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cubicBezTo>
                  <a:pt x="214313" y="138150"/>
                  <a:pt x="203634" y="148828"/>
                  <a:pt x="190500" y="148828"/>
                </a:cubicBezTo>
                <a:lnTo>
                  <a:pt x="23812" y="148828"/>
                </a:lnTo>
                <a:cubicBezTo>
                  <a:pt x="10678" y="148828"/>
                  <a:pt x="0" y="138150"/>
                  <a:pt x="0" y="125016"/>
                </a:cubicBezTo>
                <a:lnTo>
                  <a:pt x="0" y="35719"/>
                </a:lnTo>
                <a:close/>
                <a:moveTo>
                  <a:pt x="59531" y="166688"/>
                </a:move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59531" y="190500"/>
                </a:lnTo>
                <a:cubicBezTo>
                  <a:pt x="52946" y="190500"/>
                  <a:pt x="47625" y="185179"/>
                  <a:pt x="47625" y="178594"/>
                </a:cubicBezTo>
                <a:cubicBezTo>
                  <a:pt x="47625" y="172008"/>
                  <a:pt x="52946" y="166688"/>
                  <a:pt x="59531" y="166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0883354" y="419100"/>
            <a:ext cx="117157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Screen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112" y="317500"/>
            <a:ext cx="1651000" cy="444500"/>
          </a:xfrm>
          <a:custGeom>
            <a:avLst/>
            <a:gdLst/>
            <a:ahLst/>
            <a:cxnLst/>
            <a:rect l="l" t="t" r="r" b="b"/>
            <a:pathLst>
              <a:path w="1651000" h="444500">
                <a:moveTo>
                  <a:pt x="222250" y="0"/>
                </a:moveTo>
                <a:lnTo>
                  <a:pt x="1428750" y="0"/>
                </a:lnTo>
                <a:cubicBezTo>
                  <a:pt x="1551413" y="0"/>
                  <a:pt x="1651000" y="99587"/>
                  <a:pt x="1651000" y="222250"/>
                </a:cubicBezTo>
                <a:lnTo>
                  <a:pt x="1651000" y="222250"/>
                </a:lnTo>
                <a:cubicBezTo>
                  <a:pt x="1651000" y="344913"/>
                  <a:pt x="1551413" y="444500"/>
                  <a:pt x="14287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3" name="Shape 1"/>
          <p:cNvSpPr/>
          <p:nvPr/>
        </p:nvSpPr>
        <p:spPr>
          <a:xfrm>
            <a:off x="5538019" y="444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5522144" y="317500"/>
            <a:ext cx="1448594" cy="444500"/>
          </a:xfrm>
          <a:prstGeom prst="rect">
            <a:avLst/>
          </a:prstGeom>
          <a:noFill/>
          <a:ln/>
        </p:spPr>
        <p:txBody>
          <a:bodyPr wrap="square" lIns="254000" tIns="95250" rIns="254000" bIns="95250" rtlCol="0" anchor="ctr"/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Fun Time!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2250" y="889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Let's Have Fun!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0" y="1365250"/>
            <a:ext cx="1016000" cy="63500"/>
          </a:xfrm>
          <a:custGeom>
            <a:avLst/>
            <a:gdLst/>
            <a:ahLst/>
            <a:cxnLst/>
            <a:rect l="l" t="t" r="r" b="b"/>
            <a:pathLst>
              <a:path w="1016000" h="63500">
                <a:moveTo>
                  <a:pt x="31750" y="0"/>
                </a:moveTo>
                <a:lnTo>
                  <a:pt x="984250" y="0"/>
                </a:lnTo>
                <a:cubicBezTo>
                  <a:pt x="1001773" y="0"/>
                  <a:pt x="1016000" y="14227"/>
                  <a:pt x="1016000" y="31750"/>
                </a:cubicBezTo>
                <a:lnTo>
                  <a:pt x="1016000" y="31750"/>
                </a:lnTo>
                <a:cubicBezTo>
                  <a:pt x="1016000" y="49273"/>
                  <a:pt x="1001773" y="63500"/>
                  <a:pt x="9842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7" name="Text 5"/>
          <p:cNvSpPr/>
          <p:nvPr/>
        </p:nvSpPr>
        <p:spPr>
          <a:xfrm>
            <a:off x="269875" y="1555750"/>
            <a:ext cx="11652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these fun activities to learn more about audio and video!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1936750"/>
            <a:ext cx="5683250" cy="2222500"/>
          </a:xfrm>
          <a:custGeom>
            <a:avLst/>
            <a:gdLst/>
            <a:ahLst/>
            <a:cxnLst/>
            <a:rect l="l" t="t" r="r" b="b"/>
            <a:pathLst>
              <a:path w="5683250" h="2222500">
                <a:moveTo>
                  <a:pt x="190490" y="0"/>
                </a:moveTo>
                <a:lnTo>
                  <a:pt x="5492760" y="0"/>
                </a:lnTo>
                <a:cubicBezTo>
                  <a:pt x="5597965" y="0"/>
                  <a:pt x="5683250" y="85285"/>
                  <a:pt x="5683250" y="190490"/>
                </a:cubicBezTo>
                <a:lnTo>
                  <a:pt x="5683250" y="2032010"/>
                </a:lnTo>
                <a:cubicBezTo>
                  <a:pt x="5683250" y="2137215"/>
                  <a:pt x="5597965" y="2222500"/>
                  <a:pt x="5492760" y="2222500"/>
                </a:cubicBezTo>
                <a:lnTo>
                  <a:pt x="190490" y="2222500"/>
                </a:lnTo>
                <a:cubicBezTo>
                  <a:pt x="85285" y="2222500"/>
                  <a:pt x="0" y="2137215"/>
                  <a:pt x="0" y="2032010"/>
                </a:cubicBezTo>
                <a:lnTo>
                  <a:pt x="0" y="190490"/>
                </a:lnTo>
                <a:cubicBezTo>
                  <a:pt x="0" y="85285"/>
                  <a:pt x="85285" y="0"/>
                  <a:pt x="19049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98438" dist="15875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8000" y="212725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2625" y="2301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7981"/>
                  <a:pt x="152753" y="0"/>
                  <a:pt x="142875" y="0"/>
                </a:cubicBezTo>
                <a:cubicBezTo>
                  <a:pt x="132997" y="0"/>
                  <a:pt x="125016" y="7981"/>
                  <a:pt x="125016" y="17859"/>
                </a:cubicBezTo>
                <a:lnTo>
                  <a:pt x="125016" y="133945"/>
                </a:lnTo>
                <a:cubicBezTo>
                  <a:pt x="125016" y="138857"/>
                  <a:pt x="120997" y="142875"/>
                  <a:pt x="116086" y="142875"/>
                </a:cubicBezTo>
                <a:cubicBezTo>
                  <a:pt x="111175" y="142875"/>
                  <a:pt x="107156" y="138857"/>
                  <a:pt x="107156" y="133945"/>
                </a:cubicBezTo>
                <a:lnTo>
                  <a:pt x="107156" y="35719"/>
                </a:lnTo>
                <a:cubicBezTo>
                  <a:pt x="107156" y="25840"/>
                  <a:pt x="99175" y="17859"/>
                  <a:pt x="89297" y="17859"/>
                </a:cubicBezTo>
                <a:cubicBezTo>
                  <a:pt x="79418" y="17859"/>
                  <a:pt x="71438" y="25840"/>
                  <a:pt x="71438" y="35719"/>
                </a:cubicBezTo>
                <a:lnTo>
                  <a:pt x="71438" y="187523"/>
                </a:lnTo>
                <a:cubicBezTo>
                  <a:pt x="71438" y="188361"/>
                  <a:pt x="71438" y="189254"/>
                  <a:pt x="71493" y="190091"/>
                </a:cubicBezTo>
                <a:lnTo>
                  <a:pt x="37728" y="157944"/>
                </a:lnTo>
                <a:cubicBezTo>
                  <a:pt x="28798" y="149461"/>
                  <a:pt x="14678" y="149796"/>
                  <a:pt x="6139" y="158725"/>
                </a:cubicBezTo>
                <a:cubicBezTo>
                  <a:pt x="-2400" y="167655"/>
                  <a:pt x="-2009" y="181775"/>
                  <a:pt x="6921" y="190314"/>
                </a:cubicBezTo>
                <a:lnTo>
                  <a:pt x="69652" y="250031"/>
                </a:lnTo>
                <a:cubicBezTo>
                  <a:pt x="93706" y="272969"/>
                  <a:pt x="125685" y="285750"/>
                  <a:pt x="158948" y="285750"/>
                </a:cubicBezTo>
                <a:lnTo>
                  <a:pt x="169664" y="285750"/>
                </a:lnTo>
                <a:cubicBezTo>
                  <a:pt x="223912" y="285750"/>
                  <a:pt x="267891" y="241771"/>
                  <a:pt x="267891" y="187523"/>
                </a:cubicBezTo>
                <a:lnTo>
                  <a:pt x="267891" y="71438"/>
                </a:lnTo>
                <a:cubicBezTo>
                  <a:pt x="267891" y="61559"/>
                  <a:pt x="259910" y="53578"/>
                  <a:pt x="250031" y="53578"/>
                </a:cubicBezTo>
                <a:cubicBezTo>
                  <a:pt x="240153" y="53578"/>
                  <a:pt x="232172" y="61559"/>
                  <a:pt x="232172" y="71438"/>
                </a:cubicBezTo>
                <a:lnTo>
                  <a:pt x="232172" y="133945"/>
                </a:lnTo>
                <a:cubicBezTo>
                  <a:pt x="232172" y="138857"/>
                  <a:pt x="228154" y="142875"/>
                  <a:pt x="223242" y="142875"/>
                </a:cubicBezTo>
                <a:cubicBezTo>
                  <a:pt x="218331" y="142875"/>
                  <a:pt x="214313" y="138857"/>
                  <a:pt x="214313" y="133945"/>
                </a:cubicBezTo>
                <a:lnTo>
                  <a:pt x="214313" y="35719"/>
                </a:lnTo>
                <a:cubicBezTo>
                  <a:pt x="214313" y="25840"/>
                  <a:pt x="206332" y="17859"/>
                  <a:pt x="196453" y="17859"/>
                </a:cubicBezTo>
                <a:cubicBezTo>
                  <a:pt x="186575" y="17859"/>
                  <a:pt x="178594" y="25840"/>
                  <a:pt x="178594" y="35719"/>
                </a:cubicBezTo>
                <a:lnTo>
                  <a:pt x="178594" y="133945"/>
                </a:lnTo>
                <a:cubicBezTo>
                  <a:pt x="178594" y="138857"/>
                  <a:pt x="174575" y="142875"/>
                  <a:pt x="169664" y="142875"/>
                </a:cubicBezTo>
                <a:cubicBezTo>
                  <a:pt x="164753" y="142875"/>
                  <a:pt x="160734" y="138857"/>
                  <a:pt x="160734" y="133945"/>
                </a:cubicBezTo>
                <a:lnTo>
                  <a:pt x="160734" y="17859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2301875"/>
            <a:ext cx="1031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Activity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000" y="28892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Make Some Noise!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3238500"/>
            <a:ext cx="537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Clap your hands and feel the vibration. Try clapping fast and slow!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587750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95250" y="0"/>
                </a:moveTo>
                <a:lnTo>
                  <a:pt x="5207000" y="0"/>
                </a:lnTo>
                <a:cubicBezTo>
                  <a:pt x="5259570" y="0"/>
                  <a:pt x="5302250" y="42680"/>
                  <a:pt x="5302250" y="95250"/>
                </a:cubicBezTo>
                <a:lnTo>
                  <a:pt x="5302250" y="285750"/>
                </a:lnTo>
                <a:cubicBezTo>
                  <a:pt x="5302250" y="338320"/>
                  <a:pt x="5259570" y="381000"/>
                  <a:pt x="520700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000" y="3714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01688" y="3683000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you feel the air moving?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936750"/>
            <a:ext cx="5683250" cy="2222500"/>
          </a:xfrm>
          <a:custGeom>
            <a:avLst/>
            <a:gdLst/>
            <a:ahLst/>
            <a:cxnLst/>
            <a:rect l="l" t="t" r="r" b="b"/>
            <a:pathLst>
              <a:path w="5683250" h="2222500">
                <a:moveTo>
                  <a:pt x="190490" y="0"/>
                </a:moveTo>
                <a:lnTo>
                  <a:pt x="5492760" y="0"/>
                </a:lnTo>
                <a:cubicBezTo>
                  <a:pt x="5597965" y="0"/>
                  <a:pt x="5683250" y="85285"/>
                  <a:pt x="5683250" y="190490"/>
                </a:cubicBezTo>
                <a:lnTo>
                  <a:pt x="5683250" y="2032010"/>
                </a:lnTo>
                <a:cubicBezTo>
                  <a:pt x="5683250" y="2137215"/>
                  <a:pt x="5597965" y="2222500"/>
                  <a:pt x="5492760" y="2222500"/>
                </a:cubicBezTo>
                <a:lnTo>
                  <a:pt x="190490" y="2222500"/>
                </a:lnTo>
                <a:cubicBezTo>
                  <a:pt x="85285" y="2222500"/>
                  <a:pt x="0" y="2137215"/>
                  <a:pt x="0" y="2032010"/>
                </a:cubicBezTo>
                <a:lnTo>
                  <a:pt x="0" y="190490"/>
                </a:lnTo>
                <a:cubicBezTo>
                  <a:pt x="0" y="85285"/>
                  <a:pt x="85285" y="0"/>
                  <a:pt x="190490" y="0"/>
                </a:cubicBezTo>
                <a:close/>
              </a:path>
            </a:pathLst>
          </a:custGeom>
          <a:solidFill>
            <a:srgbClr val="4ECDC4"/>
          </a:solidFill>
          <a:ln/>
          <a:effectLst>
            <a:outerShdw sx="100000" sy="100000" kx="0" ky="0" algn="bl" rotWithShape="0" blurRad="198438" dist="15875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1750" y="212725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92094" y="23018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07156" y="0"/>
                </a:moveTo>
                <a:cubicBezTo>
                  <a:pt x="77577" y="0"/>
                  <a:pt x="53578" y="23999"/>
                  <a:pt x="53578" y="53578"/>
                </a:cubicBezTo>
                <a:lnTo>
                  <a:pt x="53578" y="125016"/>
                </a:lnTo>
                <a:cubicBezTo>
                  <a:pt x="53578" y="154595"/>
                  <a:pt x="77577" y="178594"/>
                  <a:pt x="107156" y="178594"/>
                </a:cubicBezTo>
                <a:cubicBezTo>
                  <a:pt x="136736" y="178594"/>
                  <a:pt x="160734" y="154595"/>
                  <a:pt x="160734" y="125016"/>
                </a:cubicBezTo>
                <a:lnTo>
                  <a:pt x="160734" y="53578"/>
                </a:lnTo>
                <a:cubicBezTo>
                  <a:pt x="160734" y="23999"/>
                  <a:pt x="136736" y="0"/>
                  <a:pt x="107156" y="0"/>
                </a:cubicBezTo>
                <a:close/>
                <a:moveTo>
                  <a:pt x="26789" y="102691"/>
                </a:moveTo>
                <a:cubicBezTo>
                  <a:pt x="26789" y="95269"/>
                  <a:pt x="20817" y="89297"/>
                  <a:pt x="13395" y="89297"/>
                </a:cubicBezTo>
                <a:cubicBezTo>
                  <a:pt x="5972" y="89297"/>
                  <a:pt x="0" y="95269"/>
                  <a:pt x="0" y="102691"/>
                </a:cubicBezTo>
                <a:lnTo>
                  <a:pt x="0" y="125016"/>
                </a:lnTo>
                <a:cubicBezTo>
                  <a:pt x="0" y="179654"/>
                  <a:pt x="40909" y="224749"/>
                  <a:pt x="93762" y="231335"/>
                </a:cubicBezTo>
                <a:lnTo>
                  <a:pt x="93762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147340" y="285750"/>
                </a:lnTo>
                <a:cubicBezTo>
                  <a:pt x="154763" y="285750"/>
                  <a:pt x="160734" y="279778"/>
                  <a:pt x="160734" y="272355"/>
                </a:cubicBezTo>
                <a:cubicBezTo>
                  <a:pt x="160734" y="264933"/>
                  <a:pt x="154763" y="258961"/>
                  <a:pt x="147340" y="258961"/>
                </a:cubicBezTo>
                <a:lnTo>
                  <a:pt x="120551" y="258961"/>
                </a:lnTo>
                <a:lnTo>
                  <a:pt x="120551" y="231335"/>
                </a:lnTo>
                <a:cubicBezTo>
                  <a:pt x="173403" y="224749"/>
                  <a:pt x="214313" y="179654"/>
                  <a:pt x="214313" y="125016"/>
                </a:cubicBezTo>
                <a:lnTo>
                  <a:pt x="214313" y="102691"/>
                </a:lnTo>
                <a:cubicBezTo>
                  <a:pt x="214313" y="95269"/>
                  <a:pt x="208341" y="89297"/>
                  <a:pt x="200918" y="89297"/>
                </a:cubicBezTo>
                <a:cubicBezTo>
                  <a:pt x="193495" y="89297"/>
                  <a:pt x="187523" y="95269"/>
                  <a:pt x="187523" y="102691"/>
                </a:cubicBezTo>
                <a:lnTo>
                  <a:pt x="187523" y="125016"/>
                </a:lnTo>
                <a:cubicBezTo>
                  <a:pt x="187523" y="169385"/>
                  <a:pt x="151526" y="205383"/>
                  <a:pt x="107156" y="205383"/>
                </a:cubicBezTo>
                <a:cubicBezTo>
                  <a:pt x="62787" y="205383"/>
                  <a:pt x="26789" y="169385"/>
                  <a:pt x="26789" y="125016"/>
                </a:cubicBezTo>
                <a:lnTo>
                  <a:pt x="26789" y="10269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7143750" y="2301875"/>
            <a:ext cx="108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Activity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81750" y="28892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 a Microphone!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1750" y="3238500"/>
            <a:ext cx="537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have a toy microphone, speak into it and hear your voice louder!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81750" y="3587750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95250" y="0"/>
                </a:moveTo>
                <a:lnTo>
                  <a:pt x="5207000" y="0"/>
                </a:lnTo>
                <a:cubicBezTo>
                  <a:pt x="5259570" y="0"/>
                  <a:pt x="5302250" y="42680"/>
                  <a:pt x="5302250" y="95250"/>
                </a:cubicBezTo>
                <a:lnTo>
                  <a:pt x="5302250" y="285750"/>
                </a:lnTo>
                <a:cubicBezTo>
                  <a:pt x="5302250" y="338320"/>
                  <a:pt x="5259570" y="381000"/>
                  <a:pt x="520700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8750" y="3714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438" y="3683000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it sound different?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7500" y="4349750"/>
            <a:ext cx="5683250" cy="2222500"/>
          </a:xfrm>
          <a:custGeom>
            <a:avLst/>
            <a:gdLst/>
            <a:ahLst/>
            <a:cxnLst/>
            <a:rect l="l" t="t" r="r" b="b"/>
            <a:pathLst>
              <a:path w="5683250" h="2222500">
                <a:moveTo>
                  <a:pt x="190490" y="0"/>
                </a:moveTo>
                <a:lnTo>
                  <a:pt x="5492760" y="0"/>
                </a:lnTo>
                <a:cubicBezTo>
                  <a:pt x="5597965" y="0"/>
                  <a:pt x="5683250" y="85285"/>
                  <a:pt x="5683250" y="190490"/>
                </a:cubicBezTo>
                <a:lnTo>
                  <a:pt x="5683250" y="2032010"/>
                </a:lnTo>
                <a:cubicBezTo>
                  <a:pt x="5683250" y="2137215"/>
                  <a:pt x="5597965" y="2222500"/>
                  <a:pt x="5492760" y="2222500"/>
                </a:cubicBezTo>
                <a:lnTo>
                  <a:pt x="190490" y="2222500"/>
                </a:lnTo>
                <a:cubicBezTo>
                  <a:pt x="85285" y="2222500"/>
                  <a:pt x="0" y="2137215"/>
                  <a:pt x="0" y="2032010"/>
                </a:cubicBezTo>
                <a:lnTo>
                  <a:pt x="0" y="190490"/>
                </a:lnTo>
                <a:cubicBezTo>
                  <a:pt x="0" y="85285"/>
                  <a:pt x="85285" y="0"/>
                  <a:pt x="190490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198438" dist="1587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8000" y="454025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64766" y="4714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29" name="Text 27"/>
          <p:cNvSpPr/>
          <p:nvPr/>
        </p:nvSpPr>
        <p:spPr>
          <a:xfrm>
            <a:off x="1270000" y="4714875"/>
            <a:ext cx="108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Activity 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8000" y="53022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Watch a Video!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8000" y="5651500"/>
            <a:ext cx="537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a short cartoon and count how many different sounds you hear!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" y="6000750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95250" y="0"/>
                </a:moveTo>
                <a:lnTo>
                  <a:pt x="5207000" y="0"/>
                </a:lnTo>
                <a:cubicBezTo>
                  <a:pt x="5259570" y="0"/>
                  <a:pt x="5302250" y="42680"/>
                  <a:pt x="5302250" y="95250"/>
                </a:cubicBezTo>
                <a:lnTo>
                  <a:pt x="5302250" y="285750"/>
                </a:lnTo>
                <a:cubicBezTo>
                  <a:pt x="5302250" y="338320"/>
                  <a:pt x="5259570" y="381000"/>
                  <a:pt x="520700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000" y="6127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801688" y="6096000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Music, voices, sound effects?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4349750"/>
            <a:ext cx="5683250" cy="2222500"/>
          </a:xfrm>
          <a:custGeom>
            <a:avLst/>
            <a:gdLst/>
            <a:ahLst/>
            <a:cxnLst/>
            <a:rect l="l" t="t" r="r" b="b"/>
            <a:pathLst>
              <a:path w="5683250" h="2222500">
                <a:moveTo>
                  <a:pt x="190490" y="0"/>
                </a:moveTo>
                <a:lnTo>
                  <a:pt x="5492760" y="0"/>
                </a:lnTo>
                <a:cubicBezTo>
                  <a:pt x="5597965" y="0"/>
                  <a:pt x="5683250" y="85285"/>
                  <a:pt x="5683250" y="190490"/>
                </a:cubicBezTo>
                <a:lnTo>
                  <a:pt x="5683250" y="2032010"/>
                </a:lnTo>
                <a:cubicBezTo>
                  <a:pt x="5683250" y="2137215"/>
                  <a:pt x="5597965" y="2222500"/>
                  <a:pt x="5492760" y="2222500"/>
                </a:cubicBezTo>
                <a:lnTo>
                  <a:pt x="190490" y="2222500"/>
                </a:lnTo>
                <a:cubicBezTo>
                  <a:pt x="85285" y="2222500"/>
                  <a:pt x="0" y="2137215"/>
                  <a:pt x="0" y="2032010"/>
                </a:cubicBezTo>
                <a:lnTo>
                  <a:pt x="0" y="190490"/>
                </a:lnTo>
                <a:cubicBezTo>
                  <a:pt x="0" y="85285"/>
                  <a:pt x="85285" y="0"/>
                  <a:pt x="19049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98438" dist="15875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1750" y="454025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556375" y="4714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7143750" y="4714875"/>
            <a:ext cx="107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Activity 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81750" y="53022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Make a Video!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1750" y="5651500"/>
            <a:ext cx="537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 a grown-up to help you make a short video of yourself!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1750" y="6000750"/>
            <a:ext cx="5302250" cy="381000"/>
          </a:xfrm>
          <a:custGeom>
            <a:avLst/>
            <a:gdLst/>
            <a:ahLst/>
            <a:cxnLst/>
            <a:rect l="l" t="t" r="r" b="b"/>
            <a:pathLst>
              <a:path w="5302250" h="381000">
                <a:moveTo>
                  <a:pt x="95250" y="0"/>
                </a:moveTo>
                <a:lnTo>
                  <a:pt x="5207000" y="0"/>
                </a:lnTo>
                <a:cubicBezTo>
                  <a:pt x="5259570" y="0"/>
                  <a:pt x="5302250" y="42680"/>
                  <a:pt x="5302250" y="95250"/>
                </a:cubicBezTo>
                <a:lnTo>
                  <a:pt x="5302250" y="285750"/>
                </a:lnTo>
                <a:cubicBezTo>
                  <a:pt x="5302250" y="338320"/>
                  <a:pt x="5259570" y="381000"/>
                  <a:pt x="520700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508750" y="6127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438" y="6096000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will you say or do?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672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914400" y="0"/>
                </a:moveTo>
                <a:lnTo>
                  <a:pt x="914400" y="0"/>
                </a:lnTo>
                <a:cubicBezTo>
                  <a:pt x="1419071" y="0"/>
                  <a:pt x="1828800" y="409729"/>
                  <a:pt x="1828800" y="914400"/>
                </a:cubicBezTo>
                <a:lnTo>
                  <a:pt x="1828800" y="914400"/>
                </a:lnTo>
                <a:cubicBezTo>
                  <a:pt x="1828800" y="1419071"/>
                  <a:pt x="1419071" y="1828800"/>
                  <a:pt x="914400" y="1828800"/>
                </a:cubicBezTo>
                <a:lnTo>
                  <a:pt x="914400" y="1828800"/>
                </a:lnTo>
                <a:cubicBezTo>
                  <a:pt x="409729" y="1828800"/>
                  <a:pt x="0" y="1419071"/>
                  <a:pt x="0" y="914400"/>
                </a:cubicBezTo>
                <a:lnTo>
                  <a:pt x="0" y="914400"/>
                </a:lnTo>
                <a:cubicBezTo>
                  <a:pt x="0" y="409729"/>
                  <a:pt x="409729" y="0"/>
                  <a:pt x="9144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286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E66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5715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38800" y="-38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57711" y="0"/>
                </a:moveTo>
                <a:lnTo>
                  <a:pt x="657761" y="0"/>
                </a:lnTo>
                <a:cubicBezTo>
                  <a:pt x="705088" y="0"/>
                  <a:pt x="743664" y="38933"/>
                  <a:pt x="741878" y="86082"/>
                </a:cubicBezTo>
                <a:cubicBezTo>
                  <a:pt x="741521" y="95548"/>
                  <a:pt x="741164" y="105013"/>
                  <a:pt x="740628" y="114300"/>
                </a:cubicBezTo>
                <a:lnTo>
                  <a:pt x="829211" y="114300"/>
                </a:lnTo>
                <a:cubicBezTo>
                  <a:pt x="875824" y="114300"/>
                  <a:pt x="916900" y="152876"/>
                  <a:pt x="913328" y="203240"/>
                </a:cubicBezTo>
                <a:cubicBezTo>
                  <a:pt x="899934" y="388441"/>
                  <a:pt x="805279" y="490240"/>
                  <a:pt x="702588" y="543461"/>
                </a:cubicBezTo>
                <a:cubicBezTo>
                  <a:pt x="674370" y="558105"/>
                  <a:pt x="645616" y="569000"/>
                  <a:pt x="618292" y="577036"/>
                </a:cubicBezTo>
                <a:cubicBezTo>
                  <a:pt x="582216" y="628114"/>
                  <a:pt x="544711" y="655082"/>
                  <a:pt x="514886" y="669548"/>
                </a:cubicBezTo>
                <a:lnTo>
                  <a:pt x="514886" y="800100"/>
                </a:lnTo>
                <a:lnTo>
                  <a:pt x="629186" y="800100"/>
                </a:lnTo>
                <a:cubicBezTo>
                  <a:pt x="660797" y="800100"/>
                  <a:pt x="686336" y="825639"/>
                  <a:pt x="686336" y="857250"/>
                </a:cubicBezTo>
                <a:cubicBezTo>
                  <a:pt x="686336" y="888861"/>
                  <a:pt x="660797" y="914400"/>
                  <a:pt x="629186" y="914400"/>
                </a:cubicBezTo>
                <a:lnTo>
                  <a:pt x="286286" y="914400"/>
                </a:lnTo>
                <a:cubicBezTo>
                  <a:pt x="254675" y="914400"/>
                  <a:pt x="229136" y="888861"/>
                  <a:pt x="229136" y="857250"/>
                </a:cubicBezTo>
                <a:cubicBezTo>
                  <a:pt x="229136" y="825639"/>
                  <a:pt x="254675" y="800100"/>
                  <a:pt x="286286" y="800100"/>
                </a:cubicBezTo>
                <a:lnTo>
                  <a:pt x="400586" y="800100"/>
                </a:lnTo>
                <a:lnTo>
                  <a:pt x="400586" y="669548"/>
                </a:lnTo>
                <a:cubicBezTo>
                  <a:pt x="372011" y="655796"/>
                  <a:pt x="336471" y="630257"/>
                  <a:pt x="301823" y="583287"/>
                </a:cubicBezTo>
                <a:cubicBezTo>
                  <a:pt x="268962" y="574715"/>
                  <a:pt x="233243" y="561677"/>
                  <a:pt x="198418" y="542032"/>
                </a:cubicBezTo>
                <a:cubicBezTo>
                  <a:pt x="101798" y="487918"/>
                  <a:pt x="14645" y="385941"/>
                  <a:pt x="2143" y="202882"/>
                </a:cubicBezTo>
                <a:cubicBezTo>
                  <a:pt x="-1250" y="152698"/>
                  <a:pt x="39648" y="114121"/>
                  <a:pt x="86261" y="114121"/>
                </a:cubicBezTo>
                <a:lnTo>
                  <a:pt x="174843" y="114121"/>
                </a:lnTo>
                <a:cubicBezTo>
                  <a:pt x="174308" y="104835"/>
                  <a:pt x="173950" y="95548"/>
                  <a:pt x="173593" y="85904"/>
                </a:cubicBezTo>
                <a:cubicBezTo>
                  <a:pt x="171807" y="38576"/>
                  <a:pt x="210383" y="-179"/>
                  <a:pt x="257711" y="-179"/>
                </a:cubicBezTo>
                <a:close/>
                <a:moveTo>
                  <a:pt x="181273" y="200025"/>
                </a:moveTo>
                <a:lnTo>
                  <a:pt x="87690" y="200025"/>
                </a:lnTo>
                <a:cubicBezTo>
                  <a:pt x="98762" y="351294"/>
                  <a:pt x="168235" y="427018"/>
                  <a:pt x="239851" y="467201"/>
                </a:cubicBezTo>
                <a:cubicBezTo>
                  <a:pt x="214134" y="400586"/>
                  <a:pt x="192881" y="313611"/>
                  <a:pt x="181273" y="200025"/>
                </a:cubicBezTo>
                <a:close/>
                <a:moveTo>
                  <a:pt x="678656" y="458629"/>
                </a:moveTo>
                <a:cubicBezTo>
                  <a:pt x="750987" y="416123"/>
                  <a:pt x="816352" y="340578"/>
                  <a:pt x="827425" y="200025"/>
                </a:cubicBezTo>
                <a:lnTo>
                  <a:pt x="734020" y="200025"/>
                </a:lnTo>
                <a:cubicBezTo>
                  <a:pt x="722948" y="308789"/>
                  <a:pt x="702945" y="393263"/>
                  <a:pt x="678656" y="458629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7" name="Text 5"/>
          <p:cNvSpPr/>
          <p:nvPr/>
        </p:nvSpPr>
        <p:spPr>
          <a:xfrm>
            <a:off x="4420493" y="1485900"/>
            <a:ext cx="335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Great Job!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2400300"/>
            <a:ext cx="8534400" cy="2476500"/>
          </a:xfrm>
          <a:custGeom>
            <a:avLst/>
            <a:gdLst/>
            <a:ahLst/>
            <a:cxnLst/>
            <a:rect l="l" t="t" r="r" b="b"/>
            <a:pathLst>
              <a:path w="8534400" h="2476500">
                <a:moveTo>
                  <a:pt x="228606" y="0"/>
                </a:moveTo>
                <a:lnTo>
                  <a:pt x="8305794" y="0"/>
                </a:lnTo>
                <a:cubicBezTo>
                  <a:pt x="8431965" y="0"/>
                  <a:pt x="8534400" y="102435"/>
                  <a:pt x="8534400" y="228606"/>
                </a:cubicBezTo>
                <a:lnTo>
                  <a:pt x="8534400" y="2247894"/>
                </a:lnTo>
                <a:cubicBezTo>
                  <a:pt x="8534400" y="2374065"/>
                  <a:pt x="8431965" y="2476500"/>
                  <a:pt x="8305794" y="2476500"/>
                </a:cubicBezTo>
                <a:lnTo>
                  <a:pt x="228606" y="2476500"/>
                </a:lnTo>
                <a:cubicBezTo>
                  <a:pt x="102435" y="2476500"/>
                  <a:pt x="0" y="2374065"/>
                  <a:pt x="0" y="2247894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0" dist="238125" dir="5400000">
              <a:srgbClr val="000000">
                <a:alpha val="2509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62163" y="2705100"/>
            <a:ext cx="806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Today we learned about 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Audio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and 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</a:t>
            </a:r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52650" y="3276600"/>
            <a:ext cx="3829050" cy="1295400"/>
          </a:xfrm>
          <a:custGeom>
            <a:avLst/>
            <a:gdLst/>
            <a:ahLst/>
            <a:cxnLst/>
            <a:rect l="l" t="t" r="r" b="b"/>
            <a:pathLst>
              <a:path w="3829050" h="1295400">
                <a:moveTo>
                  <a:pt x="38100" y="0"/>
                </a:moveTo>
                <a:lnTo>
                  <a:pt x="3676646" y="0"/>
                </a:lnTo>
                <a:cubicBezTo>
                  <a:pt x="3760816" y="0"/>
                  <a:pt x="3829050" y="68234"/>
                  <a:pt x="3829050" y="152404"/>
                </a:cubicBezTo>
                <a:lnTo>
                  <a:pt x="3829050" y="1142996"/>
                </a:lnTo>
                <a:cubicBezTo>
                  <a:pt x="3829050" y="1227166"/>
                  <a:pt x="3760816" y="1295400"/>
                  <a:pt x="36766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2152650" y="3276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2200" y="3505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38244" y="14511"/>
                </a:moveTo>
                <a:cubicBezTo>
                  <a:pt x="233645" y="10760"/>
                  <a:pt x="226903" y="11475"/>
                  <a:pt x="223153" y="16073"/>
                </a:cubicBezTo>
                <a:cubicBezTo>
                  <a:pt x="219402" y="20672"/>
                  <a:pt x="220117" y="27414"/>
                  <a:pt x="224716" y="31165"/>
                </a:cubicBezTo>
                <a:cubicBezTo>
                  <a:pt x="248915" y="50810"/>
                  <a:pt x="264319" y="80724"/>
                  <a:pt x="264319" y="114300"/>
                </a:cubicBezTo>
                <a:cubicBezTo>
                  <a:pt x="264319" y="147876"/>
                  <a:pt x="248915" y="177790"/>
                  <a:pt x="224716" y="197480"/>
                </a:cubicBezTo>
                <a:cubicBezTo>
                  <a:pt x="220117" y="201231"/>
                  <a:pt x="219447" y="207972"/>
                  <a:pt x="223153" y="212571"/>
                </a:cubicBezTo>
                <a:cubicBezTo>
                  <a:pt x="226859" y="217170"/>
                  <a:pt x="233645" y="217840"/>
                  <a:pt x="238244" y="214134"/>
                </a:cubicBezTo>
                <a:cubicBezTo>
                  <a:pt x="267221" y="190515"/>
                  <a:pt x="285750" y="154573"/>
                  <a:pt x="285750" y="114300"/>
                </a:cubicBezTo>
                <a:cubicBezTo>
                  <a:pt x="285750" y="74027"/>
                  <a:pt x="267221" y="38040"/>
                  <a:pt x="238244" y="14511"/>
                </a:cubicBezTo>
                <a:close/>
                <a:moveTo>
                  <a:pt x="211232" y="47774"/>
                </a:moveTo>
                <a:cubicBezTo>
                  <a:pt x="206633" y="44023"/>
                  <a:pt x="199891" y="44738"/>
                  <a:pt x="196141" y="49337"/>
                </a:cubicBezTo>
                <a:cubicBezTo>
                  <a:pt x="192390" y="53935"/>
                  <a:pt x="193104" y="60677"/>
                  <a:pt x="197703" y="64428"/>
                </a:cubicBezTo>
                <a:cubicBezTo>
                  <a:pt x="212214" y="76215"/>
                  <a:pt x="221456" y="94164"/>
                  <a:pt x="221456" y="114300"/>
                </a:cubicBezTo>
                <a:cubicBezTo>
                  <a:pt x="221456" y="134436"/>
                  <a:pt x="212214" y="152385"/>
                  <a:pt x="197703" y="164217"/>
                </a:cubicBezTo>
                <a:cubicBezTo>
                  <a:pt x="193104" y="167967"/>
                  <a:pt x="192435" y="174709"/>
                  <a:pt x="196141" y="179308"/>
                </a:cubicBezTo>
                <a:cubicBezTo>
                  <a:pt x="199846" y="183907"/>
                  <a:pt x="206633" y="184577"/>
                  <a:pt x="211232" y="180871"/>
                </a:cubicBezTo>
                <a:cubicBezTo>
                  <a:pt x="230520" y="165155"/>
                  <a:pt x="242888" y="141178"/>
                  <a:pt x="242888" y="114345"/>
                </a:cubicBezTo>
                <a:cubicBezTo>
                  <a:pt x="242888" y="87511"/>
                  <a:pt x="230520" y="63535"/>
                  <a:pt x="211232" y="47818"/>
                </a:cubicBezTo>
                <a:close/>
                <a:moveTo>
                  <a:pt x="184219" y="81037"/>
                </a:moveTo>
                <a:cubicBezTo>
                  <a:pt x="179621" y="77286"/>
                  <a:pt x="172879" y="78001"/>
                  <a:pt x="169128" y="82600"/>
                </a:cubicBezTo>
                <a:cubicBezTo>
                  <a:pt x="165378" y="87198"/>
                  <a:pt x="166092" y="93940"/>
                  <a:pt x="170691" y="97691"/>
                </a:cubicBezTo>
                <a:cubicBezTo>
                  <a:pt x="175513" y="101620"/>
                  <a:pt x="178594" y="107603"/>
                  <a:pt x="178594" y="114300"/>
                </a:cubicBezTo>
                <a:cubicBezTo>
                  <a:pt x="178594" y="120997"/>
                  <a:pt x="175513" y="126980"/>
                  <a:pt x="170691" y="130954"/>
                </a:cubicBezTo>
                <a:cubicBezTo>
                  <a:pt x="166092" y="134704"/>
                  <a:pt x="165422" y="141446"/>
                  <a:pt x="169128" y="146045"/>
                </a:cubicBezTo>
                <a:cubicBezTo>
                  <a:pt x="172834" y="150644"/>
                  <a:pt x="179621" y="151314"/>
                  <a:pt x="184219" y="147608"/>
                </a:cubicBezTo>
                <a:cubicBezTo>
                  <a:pt x="193819" y="139705"/>
                  <a:pt x="200025" y="127739"/>
                  <a:pt x="200025" y="114300"/>
                </a:cubicBezTo>
                <a:cubicBezTo>
                  <a:pt x="200025" y="100861"/>
                  <a:pt x="193819" y="88895"/>
                  <a:pt x="184219" y="81037"/>
                </a:cubicBezTo>
                <a:close/>
                <a:moveTo>
                  <a:pt x="35719" y="157163"/>
                </a:moveTo>
                <a:lnTo>
                  <a:pt x="57150" y="157163"/>
                </a:lnTo>
                <a:lnTo>
                  <a:pt x="117024" y="210383"/>
                </a:lnTo>
                <a:cubicBezTo>
                  <a:pt x="119881" y="212928"/>
                  <a:pt x="123542" y="214313"/>
                  <a:pt x="127337" y="214313"/>
                </a:cubicBezTo>
                <a:cubicBezTo>
                  <a:pt x="135910" y="214313"/>
                  <a:pt x="142875" y="207347"/>
                  <a:pt x="142875" y="198775"/>
                </a:cubicBezTo>
                <a:lnTo>
                  <a:pt x="142875" y="29825"/>
                </a:lnTo>
                <a:cubicBezTo>
                  <a:pt x="142875" y="21253"/>
                  <a:pt x="135910" y="14288"/>
                  <a:pt x="127337" y="14288"/>
                </a:cubicBezTo>
                <a:cubicBezTo>
                  <a:pt x="123542" y="14288"/>
                  <a:pt x="119881" y="15672"/>
                  <a:pt x="117024" y="18217"/>
                </a:cubicBezTo>
                <a:lnTo>
                  <a:pt x="57150" y="71438"/>
                </a:lnTo>
                <a:lnTo>
                  <a:pt x="35719" y="71438"/>
                </a:lnTo>
                <a:cubicBezTo>
                  <a:pt x="23887" y="71438"/>
                  <a:pt x="14288" y="81037"/>
                  <a:pt x="14288" y="92869"/>
                </a:cubicBezTo>
                <a:lnTo>
                  <a:pt x="14288" y="135731"/>
                </a:lnTo>
                <a:cubicBezTo>
                  <a:pt x="14288" y="147563"/>
                  <a:pt x="23887" y="157163"/>
                  <a:pt x="35719" y="15716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2705100" y="34671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62200" y="3848100"/>
            <a:ext cx="3514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Comes from vibrations and travels through the air. We use microphones and speakers!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9350" y="3276600"/>
            <a:ext cx="3829050" cy="1295400"/>
          </a:xfrm>
          <a:custGeom>
            <a:avLst/>
            <a:gdLst/>
            <a:ahLst/>
            <a:cxnLst/>
            <a:rect l="l" t="t" r="r" b="b"/>
            <a:pathLst>
              <a:path w="3829050" h="1295400">
                <a:moveTo>
                  <a:pt x="38100" y="0"/>
                </a:moveTo>
                <a:lnTo>
                  <a:pt x="3676646" y="0"/>
                </a:lnTo>
                <a:cubicBezTo>
                  <a:pt x="3760816" y="0"/>
                  <a:pt x="3829050" y="68234"/>
                  <a:pt x="3829050" y="152404"/>
                </a:cubicBezTo>
                <a:lnTo>
                  <a:pt x="3829050" y="1142996"/>
                </a:lnTo>
                <a:cubicBezTo>
                  <a:pt x="3829050" y="1227166"/>
                  <a:pt x="3760816" y="1295400"/>
                  <a:pt x="3676646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9350" y="3276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3188" y="3505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800" y="34671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ECDC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Video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8900" y="3848100"/>
            <a:ext cx="3514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of many pictures shown fast. We use cameras and screens!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26793" y="5105400"/>
            <a:ext cx="4933950" cy="723900"/>
          </a:xfrm>
          <a:custGeom>
            <a:avLst/>
            <a:gdLst/>
            <a:ahLst/>
            <a:cxnLst/>
            <a:rect l="l" t="t" r="r" b="b"/>
            <a:pathLst>
              <a:path w="4933950" h="723900">
                <a:moveTo>
                  <a:pt x="152403" y="0"/>
                </a:moveTo>
                <a:lnTo>
                  <a:pt x="4781547" y="0"/>
                </a:lnTo>
                <a:cubicBezTo>
                  <a:pt x="4865717" y="0"/>
                  <a:pt x="4933950" y="68233"/>
                  <a:pt x="4933950" y="152403"/>
                </a:cubicBezTo>
                <a:lnTo>
                  <a:pt x="4933950" y="571497"/>
                </a:lnTo>
                <a:cubicBezTo>
                  <a:pt x="4933950" y="655667"/>
                  <a:pt x="4865717" y="723900"/>
                  <a:pt x="478154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E66D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37533" y="53244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193530" y="5295900"/>
            <a:ext cx="424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2C3E5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Keep exploring and learning!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37348" y="6057900"/>
            <a:ext cx="2714625" cy="609600"/>
          </a:xfrm>
          <a:custGeom>
            <a:avLst/>
            <a:gdLst/>
            <a:ahLst/>
            <a:cxnLst/>
            <a:rect l="l" t="t" r="r" b="b"/>
            <a:pathLst>
              <a:path w="2714625" h="609600">
                <a:moveTo>
                  <a:pt x="304800" y="0"/>
                </a:moveTo>
                <a:lnTo>
                  <a:pt x="2409825" y="0"/>
                </a:lnTo>
                <a:cubicBezTo>
                  <a:pt x="2578049" y="0"/>
                  <a:pt x="2714625" y="136576"/>
                  <a:pt x="2714625" y="304800"/>
                </a:cubicBezTo>
                <a:lnTo>
                  <a:pt x="2714625" y="304800"/>
                </a:lnTo>
                <a:cubicBezTo>
                  <a:pt x="2714625" y="473024"/>
                  <a:pt x="2578049" y="609600"/>
                  <a:pt x="2409825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6B6B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0723" y="624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3098" y="6057900"/>
            <a:ext cx="2486025" cy="609600"/>
          </a:xfrm>
          <a:prstGeom prst="rect">
            <a:avLst/>
          </a:prstGeom>
          <a:noFill/>
          <a:ln/>
        </p:spPr>
        <p:txBody>
          <a:bodyPr wrap="square" lIns="304800" tIns="152400" rIns="304800" bIns="1524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You're Awesome!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and Video - Grade 2</dc:title>
  <dc:subject>Audio and Video - Grade 2</dc:subject>
  <dc:creator>Kimi</dc:creator>
  <cp:lastModifiedBy>Kimi</cp:lastModifiedBy>
  <cp:revision>1</cp:revision>
  <dcterms:created xsi:type="dcterms:W3CDTF">2026-02-12T08:28:27Z</dcterms:created>
  <dcterms:modified xsi:type="dcterms:W3CDTF">2026-02-12T08:28:27Z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{"Label":"Audio and Video - Grade 2","ContentProducer":"001191110108MACG2KBH8F10000","ProduceID":"19c50f41-64a2-8736-8000-0000f9278f6c","ReservedCode1":"","ContentPropagator":"001191110108MACG2KBH8F20000","PropagateID":"19c50f41-64a2-8736-8000-0000f9278f6c","ReservedCode2":""}</vt:lpwstr>
  </property>
</Properties>
</file>