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ZCOOL KuaiLe" charset="-122" pitchFamily="34"/>
      <p:regular r:id="rId19"/>
    </p:embeddedFont>
    <p:embeddedFont>
      <p:font typeface="Coda" charset="-122" pitchFamily="34"/>
      <p:regular r:id="rId20"/>
    </p:embeddedFont>
    <p:embeddedFont>
      <p:font typeface="LXGW Bright" charset="-122" pitchFamily="34"/>
      <p:regular r:id="rId21"/>
    </p:embeddedFon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09ceb38495904b273fc387c1d0af91554a49b3a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125" b="31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DAF8C">
                  <a:alpha val="80000"/>
                </a:srgbClr>
              </a:gs>
              <a:gs pos="50000">
                <a:srgbClr val="E8A96F">
                  <a:alpha val="60000"/>
                </a:srgbClr>
              </a:gs>
              <a:gs pos="100000">
                <a:srgbClr val="F7D48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86400" y="457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219200" y="76200"/>
                </a:moveTo>
                <a:cubicBezTo>
                  <a:pt x="1219200" y="333613"/>
                  <a:pt x="1036796" y="548402"/>
                  <a:pt x="794385" y="598646"/>
                </a:cubicBezTo>
                <a:cubicBezTo>
                  <a:pt x="775573" y="460296"/>
                  <a:pt x="713423" y="335756"/>
                  <a:pt x="621744" y="239316"/>
                </a:cubicBezTo>
                <a:cubicBezTo>
                  <a:pt x="717233" y="95250"/>
                  <a:pt x="880824" y="0"/>
                  <a:pt x="1066800" y="0"/>
                </a:cubicBezTo>
                <a:lnTo>
                  <a:pt x="1143000" y="0"/>
                </a:lnTo>
                <a:cubicBezTo>
                  <a:pt x="1185148" y="0"/>
                  <a:pt x="1219200" y="34052"/>
                  <a:pt x="1219200" y="76200"/>
                </a:cubicBezTo>
                <a:close/>
                <a:moveTo>
                  <a:pt x="0" y="228600"/>
                </a:moveTo>
                <a:cubicBezTo>
                  <a:pt x="0" y="186452"/>
                  <a:pt x="34052" y="152400"/>
                  <a:pt x="76200" y="152400"/>
                </a:cubicBezTo>
                <a:lnTo>
                  <a:pt x="152400" y="152400"/>
                </a:lnTo>
                <a:cubicBezTo>
                  <a:pt x="446961" y="152400"/>
                  <a:pt x="685800" y="391239"/>
                  <a:pt x="685800" y="685800"/>
                </a:cubicBezTo>
                <a:lnTo>
                  <a:pt x="685800" y="1143000"/>
                </a:lnTo>
                <a:cubicBezTo>
                  <a:pt x="685800" y="1185148"/>
                  <a:pt x="651748" y="1219200"/>
                  <a:pt x="609600" y="1219200"/>
                </a:cubicBezTo>
                <a:cubicBezTo>
                  <a:pt x="567452" y="1219200"/>
                  <a:pt x="533400" y="1185148"/>
                  <a:pt x="533400" y="1143000"/>
                </a:cubicBezTo>
                <a:lnTo>
                  <a:pt x="533400" y="762000"/>
                </a:lnTo>
                <a:cubicBezTo>
                  <a:pt x="238839" y="762000"/>
                  <a:pt x="0" y="523161"/>
                  <a:pt x="0" y="228600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5" name="Text 2"/>
          <p:cNvSpPr/>
          <p:nvPr/>
        </p:nvSpPr>
        <p:spPr>
          <a:xfrm>
            <a:off x="2774871" y="2286000"/>
            <a:ext cx="66389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Our Plant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Photo Gallery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06341" y="4800600"/>
            <a:ext cx="5981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DFB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 Journey of Growth and Discovery 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405313" y="5486400"/>
            <a:ext cx="3381375" cy="609600"/>
          </a:xfrm>
          <a:custGeom>
            <a:avLst/>
            <a:gdLst/>
            <a:ahLst/>
            <a:cxnLst/>
            <a:rect l="l" t="t" r="r" b="b"/>
            <a:pathLst>
              <a:path w="3381375" h="609600">
                <a:moveTo>
                  <a:pt x="304800" y="0"/>
                </a:moveTo>
                <a:lnTo>
                  <a:pt x="3076575" y="0"/>
                </a:lnTo>
                <a:cubicBezTo>
                  <a:pt x="3244799" y="0"/>
                  <a:pt x="3381375" y="136576"/>
                  <a:pt x="3381375" y="304800"/>
                </a:cubicBezTo>
                <a:lnTo>
                  <a:pt x="3381375" y="304800"/>
                </a:lnTo>
                <a:cubicBezTo>
                  <a:pt x="3381375" y="473024"/>
                  <a:pt x="3244799" y="609600"/>
                  <a:pt x="3076575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DFBF5">
              <a:alpha val="3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748213" y="56482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9" name="Text 6"/>
          <p:cNvSpPr/>
          <p:nvPr/>
        </p:nvSpPr>
        <p:spPr>
          <a:xfrm>
            <a:off x="5162550" y="5638800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DFBF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Grade 2 Science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753756" cy="753756"/>
          </a:xfrm>
          <a:custGeom>
            <a:avLst/>
            <a:gdLst/>
            <a:ahLst/>
            <a:cxnLst/>
            <a:rect l="l" t="t" r="r" b="b"/>
            <a:pathLst>
              <a:path w="753756" h="753756">
                <a:moveTo>
                  <a:pt x="376878" y="0"/>
                </a:moveTo>
                <a:lnTo>
                  <a:pt x="376878" y="0"/>
                </a:lnTo>
                <a:cubicBezTo>
                  <a:pt x="585022" y="0"/>
                  <a:pt x="753756" y="168734"/>
                  <a:pt x="753756" y="376878"/>
                </a:cubicBezTo>
                <a:lnTo>
                  <a:pt x="753756" y="376878"/>
                </a:lnTo>
                <a:cubicBezTo>
                  <a:pt x="753756" y="585022"/>
                  <a:pt x="585022" y="753756"/>
                  <a:pt x="376878" y="753756"/>
                </a:cubicBezTo>
                <a:lnTo>
                  <a:pt x="376878" y="753756"/>
                </a:lnTo>
                <a:cubicBezTo>
                  <a:pt x="168734" y="753756"/>
                  <a:pt x="0" y="585022"/>
                  <a:pt x="0" y="376878"/>
                </a:cubicBezTo>
                <a:lnTo>
                  <a:pt x="0" y="376878"/>
                </a:lnTo>
                <a:cubicBezTo>
                  <a:pt x="0" y="168734"/>
                  <a:pt x="168734" y="0"/>
                  <a:pt x="376878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1329" dist="94219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84161" y="584161"/>
            <a:ext cx="339190" cy="339190"/>
          </a:xfrm>
          <a:custGeom>
            <a:avLst/>
            <a:gdLst/>
            <a:ahLst/>
            <a:cxnLst/>
            <a:rect l="l" t="t" r="r" b="b"/>
            <a:pathLst>
              <a:path w="339190" h="339190">
                <a:moveTo>
                  <a:pt x="184037" y="5697"/>
                </a:moveTo>
                <a:cubicBezTo>
                  <a:pt x="175889" y="-1855"/>
                  <a:pt x="163301" y="-1855"/>
                  <a:pt x="155219" y="5697"/>
                </a:cubicBezTo>
                <a:lnTo>
                  <a:pt x="6824" y="143493"/>
                </a:lnTo>
                <a:cubicBezTo>
                  <a:pt x="464" y="149456"/>
                  <a:pt x="-1656" y="158664"/>
                  <a:pt x="1524" y="166746"/>
                </a:cubicBezTo>
                <a:cubicBezTo>
                  <a:pt x="4704" y="174829"/>
                  <a:pt x="12455" y="180195"/>
                  <a:pt x="21199" y="180195"/>
                </a:cubicBezTo>
                <a:lnTo>
                  <a:pt x="31799" y="180195"/>
                </a:lnTo>
                <a:lnTo>
                  <a:pt x="31799" y="296791"/>
                </a:lnTo>
                <a:cubicBezTo>
                  <a:pt x="31799" y="320177"/>
                  <a:pt x="50812" y="339190"/>
                  <a:pt x="74198" y="339190"/>
                </a:cubicBezTo>
                <a:lnTo>
                  <a:pt x="264992" y="339190"/>
                </a:lnTo>
                <a:cubicBezTo>
                  <a:pt x="288378" y="339190"/>
                  <a:pt x="307391" y="320177"/>
                  <a:pt x="307391" y="296791"/>
                </a:cubicBezTo>
                <a:lnTo>
                  <a:pt x="307391" y="180195"/>
                </a:lnTo>
                <a:lnTo>
                  <a:pt x="317991" y="180195"/>
                </a:lnTo>
                <a:cubicBezTo>
                  <a:pt x="326735" y="180195"/>
                  <a:pt x="334553" y="174829"/>
                  <a:pt x="337733" y="166746"/>
                </a:cubicBezTo>
                <a:cubicBezTo>
                  <a:pt x="340913" y="158664"/>
                  <a:pt x="338793" y="149389"/>
                  <a:pt x="332433" y="143493"/>
                </a:cubicBezTo>
                <a:lnTo>
                  <a:pt x="184037" y="5697"/>
                </a:lnTo>
                <a:close/>
                <a:moveTo>
                  <a:pt x="158995" y="211994"/>
                </a:moveTo>
                <a:lnTo>
                  <a:pt x="180195" y="211994"/>
                </a:lnTo>
                <a:cubicBezTo>
                  <a:pt x="197750" y="211994"/>
                  <a:pt x="211994" y="226237"/>
                  <a:pt x="211994" y="243793"/>
                </a:cubicBezTo>
                <a:lnTo>
                  <a:pt x="211994" y="307391"/>
                </a:lnTo>
                <a:lnTo>
                  <a:pt x="127196" y="307391"/>
                </a:lnTo>
                <a:lnTo>
                  <a:pt x="127196" y="243793"/>
                </a:lnTo>
                <a:cubicBezTo>
                  <a:pt x="127196" y="226237"/>
                  <a:pt x="141440" y="211994"/>
                  <a:pt x="158995" y="211994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4" name="Text 2"/>
          <p:cNvSpPr/>
          <p:nvPr/>
        </p:nvSpPr>
        <p:spPr>
          <a:xfrm>
            <a:off x="1281385" y="471097"/>
            <a:ext cx="8583394" cy="565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51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Do You Have Plants at Home?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5722" y="1499856"/>
            <a:ext cx="5530683" cy="3815889"/>
          </a:xfrm>
          <a:custGeom>
            <a:avLst/>
            <a:gdLst/>
            <a:ahLst/>
            <a:cxnLst/>
            <a:rect l="l" t="t" r="r" b="b"/>
            <a:pathLst>
              <a:path w="5530683" h="3815889">
                <a:moveTo>
                  <a:pt x="226130" y="0"/>
                </a:moveTo>
                <a:lnTo>
                  <a:pt x="5304554" y="0"/>
                </a:lnTo>
                <a:cubicBezTo>
                  <a:pt x="5429441" y="0"/>
                  <a:pt x="5530683" y="101242"/>
                  <a:pt x="5530683" y="226130"/>
                </a:cubicBezTo>
                <a:lnTo>
                  <a:pt x="5530683" y="3589759"/>
                </a:lnTo>
                <a:cubicBezTo>
                  <a:pt x="5530683" y="3714647"/>
                  <a:pt x="5429441" y="3815889"/>
                  <a:pt x="5304554" y="3815889"/>
                </a:cubicBezTo>
                <a:lnTo>
                  <a:pt x="226130" y="3815889"/>
                </a:lnTo>
                <a:cubicBezTo>
                  <a:pt x="101242" y="3815889"/>
                  <a:pt x="0" y="3714647"/>
                  <a:pt x="0" y="3589759"/>
                </a:cubicBezTo>
                <a:lnTo>
                  <a:pt x="0" y="226130"/>
                </a:lnTo>
                <a:cubicBezTo>
                  <a:pt x="0" y="101325"/>
                  <a:pt x="101325" y="0"/>
                  <a:pt x="226130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068" y="1820202"/>
            <a:ext cx="5059586" cy="55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1" b="1" dirty="0">
                <a:solidFill>
                  <a:srgbClr val="6DAF8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Hello, little gardeners!</a:t>
            </a:r>
            <a:pPr>
              <a:lnSpc>
                <a:spcPct val="140000"/>
              </a:lnSpc>
            </a:pPr>
            <a:r>
              <a:rPr lang="en-US" sz="2671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6068" y="2597513"/>
            <a:ext cx="5031320" cy="1375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26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you have plants at your home? Maybe in your garden, on your balcony, or inside your house?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6068" y="4201600"/>
            <a:ext cx="4889991" cy="791444"/>
          </a:xfrm>
          <a:custGeom>
            <a:avLst/>
            <a:gdLst/>
            <a:ahLst/>
            <a:cxnLst/>
            <a:rect l="l" t="t" r="r" b="b"/>
            <a:pathLst>
              <a:path w="4889991" h="791444">
                <a:moveTo>
                  <a:pt x="150754" y="0"/>
                </a:moveTo>
                <a:lnTo>
                  <a:pt x="4739237" y="0"/>
                </a:lnTo>
                <a:cubicBezTo>
                  <a:pt x="4822496" y="0"/>
                  <a:pt x="4889991" y="67495"/>
                  <a:pt x="4889991" y="150754"/>
                </a:cubicBezTo>
                <a:lnTo>
                  <a:pt x="4889991" y="640689"/>
                </a:lnTo>
                <a:cubicBezTo>
                  <a:pt x="4889991" y="723949"/>
                  <a:pt x="4822496" y="791444"/>
                  <a:pt x="4739237" y="791444"/>
                </a:cubicBezTo>
                <a:lnTo>
                  <a:pt x="150754" y="791444"/>
                </a:lnTo>
                <a:cubicBezTo>
                  <a:pt x="67551" y="791444"/>
                  <a:pt x="0" y="723893"/>
                  <a:pt x="0" y="640689"/>
                </a:cubicBezTo>
                <a:lnTo>
                  <a:pt x="0" y="150754"/>
                </a:lnTo>
                <a:cubicBezTo>
                  <a:pt x="0" y="67551"/>
                  <a:pt x="67551" y="0"/>
                  <a:pt x="150754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9883" y="4457877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141329" y="282658"/>
                </a:moveTo>
                <a:cubicBezTo>
                  <a:pt x="219331" y="282658"/>
                  <a:pt x="282658" y="219331"/>
                  <a:pt x="282658" y="141329"/>
                </a:cubicBezTo>
                <a:cubicBezTo>
                  <a:pt x="282658" y="63327"/>
                  <a:pt x="219331" y="0"/>
                  <a:pt x="141329" y="0"/>
                </a:cubicBezTo>
                <a:cubicBezTo>
                  <a:pt x="63327" y="0"/>
                  <a:pt x="0" y="63327"/>
                  <a:pt x="0" y="141329"/>
                </a:cubicBezTo>
                <a:cubicBezTo>
                  <a:pt x="0" y="219331"/>
                  <a:pt x="63327" y="282658"/>
                  <a:pt x="141329" y="282658"/>
                </a:cubicBezTo>
                <a:close/>
                <a:moveTo>
                  <a:pt x="141329" y="97164"/>
                </a:moveTo>
                <a:cubicBezTo>
                  <a:pt x="131558" y="97164"/>
                  <a:pt x="123663" y="105058"/>
                  <a:pt x="123663" y="114830"/>
                </a:cubicBezTo>
                <a:cubicBezTo>
                  <a:pt x="123663" y="122172"/>
                  <a:pt x="117756" y="128080"/>
                  <a:pt x="110413" y="128080"/>
                </a:cubicBezTo>
                <a:cubicBezTo>
                  <a:pt x="103071" y="128080"/>
                  <a:pt x="97164" y="122172"/>
                  <a:pt x="97164" y="114830"/>
                </a:cubicBezTo>
                <a:cubicBezTo>
                  <a:pt x="97164" y="90429"/>
                  <a:pt x="116928" y="70665"/>
                  <a:pt x="141329" y="70665"/>
                </a:cubicBezTo>
                <a:cubicBezTo>
                  <a:pt x="165731" y="70665"/>
                  <a:pt x="185495" y="90429"/>
                  <a:pt x="185495" y="114830"/>
                </a:cubicBezTo>
                <a:cubicBezTo>
                  <a:pt x="185495" y="140888"/>
                  <a:pt x="165620" y="151929"/>
                  <a:pt x="154579" y="155959"/>
                </a:cubicBezTo>
                <a:lnTo>
                  <a:pt x="154579" y="158057"/>
                </a:lnTo>
                <a:cubicBezTo>
                  <a:pt x="154579" y="165399"/>
                  <a:pt x="148672" y="171306"/>
                  <a:pt x="141329" y="171306"/>
                </a:cubicBezTo>
                <a:cubicBezTo>
                  <a:pt x="133987" y="171306"/>
                  <a:pt x="128080" y="165399"/>
                  <a:pt x="128080" y="158057"/>
                </a:cubicBezTo>
                <a:lnTo>
                  <a:pt x="128080" y="153585"/>
                </a:lnTo>
                <a:cubicBezTo>
                  <a:pt x="128080" y="142268"/>
                  <a:pt x="136250" y="134152"/>
                  <a:pt x="144697" y="131392"/>
                </a:cubicBezTo>
                <a:cubicBezTo>
                  <a:pt x="148230" y="130233"/>
                  <a:pt x="151984" y="128356"/>
                  <a:pt x="154744" y="125706"/>
                </a:cubicBezTo>
                <a:cubicBezTo>
                  <a:pt x="157118" y="123387"/>
                  <a:pt x="158995" y="120185"/>
                  <a:pt x="158995" y="114885"/>
                </a:cubicBezTo>
                <a:cubicBezTo>
                  <a:pt x="158995" y="105114"/>
                  <a:pt x="151101" y="97219"/>
                  <a:pt x="141329" y="97219"/>
                </a:cubicBezTo>
                <a:close/>
                <a:moveTo>
                  <a:pt x="123663" y="203161"/>
                </a:moveTo>
                <a:cubicBezTo>
                  <a:pt x="123663" y="193411"/>
                  <a:pt x="131579" y="185495"/>
                  <a:pt x="141329" y="185495"/>
                </a:cubicBezTo>
                <a:cubicBezTo>
                  <a:pt x="151079" y="185495"/>
                  <a:pt x="158995" y="193411"/>
                  <a:pt x="158995" y="203161"/>
                </a:cubicBezTo>
                <a:cubicBezTo>
                  <a:pt x="158995" y="212911"/>
                  <a:pt x="151079" y="220827"/>
                  <a:pt x="141329" y="220827"/>
                </a:cubicBezTo>
                <a:cubicBezTo>
                  <a:pt x="131579" y="220827"/>
                  <a:pt x="123663" y="212911"/>
                  <a:pt x="123663" y="203161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0" name="Text 8"/>
          <p:cNvSpPr/>
          <p:nvPr/>
        </p:nvSpPr>
        <p:spPr>
          <a:xfrm>
            <a:off x="1384109" y="4427726"/>
            <a:ext cx="4137152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26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Have you seen how they grow?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6878" y="5558360"/>
            <a:ext cx="1752482" cy="1243697"/>
          </a:xfrm>
          <a:custGeom>
            <a:avLst/>
            <a:gdLst/>
            <a:ahLst/>
            <a:cxnLst/>
            <a:rect l="l" t="t" r="r" b="b"/>
            <a:pathLst>
              <a:path w="1752482" h="1243697">
                <a:moveTo>
                  <a:pt x="150749" y="0"/>
                </a:moveTo>
                <a:lnTo>
                  <a:pt x="1601734" y="0"/>
                </a:lnTo>
                <a:cubicBezTo>
                  <a:pt x="1684990" y="0"/>
                  <a:pt x="1752482" y="67492"/>
                  <a:pt x="1752482" y="150749"/>
                </a:cubicBezTo>
                <a:lnTo>
                  <a:pt x="1752482" y="1092949"/>
                </a:lnTo>
                <a:cubicBezTo>
                  <a:pt x="1752482" y="1176205"/>
                  <a:pt x="1684990" y="1243697"/>
                  <a:pt x="1601734" y="1243697"/>
                </a:cubicBezTo>
                <a:lnTo>
                  <a:pt x="150749" y="1243697"/>
                </a:lnTo>
                <a:cubicBezTo>
                  <a:pt x="67492" y="1243697"/>
                  <a:pt x="0" y="1176205"/>
                  <a:pt x="0" y="1092949"/>
                </a:cubicBezTo>
                <a:lnTo>
                  <a:pt x="0" y="150749"/>
                </a:lnTo>
                <a:cubicBezTo>
                  <a:pt x="0" y="67548"/>
                  <a:pt x="67548" y="0"/>
                  <a:pt x="150749" y="0"/>
                </a:cubicBezTo>
                <a:close/>
              </a:path>
            </a:pathLst>
          </a:custGeom>
          <a:solidFill>
            <a:srgbClr val="E8A96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0375" y="5746799"/>
            <a:ext cx="508785" cy="452253"/>
          </a:xfrm>
          <a:custGeom>
            <a:avLst/>
            <a:gdLst/>
            <a:ahLst/>
            <a:cxnLst/>
            <a:rect l="l" t="t" r="r" b="b"/>
            <a:pathLst>
              <a:path w="508785" h="452253">
                <a:moveTo>
                  <a:pt x="157405" y="-8921"/>
                </a:moveTo>
                <a:cubicBezTo>
                  <a:pt x="163942" y="-11660"/>
                  <a:pt x="171362" y="-10865"/>
                  <a:pt x="177280" y="-6978"/>
                </a:cubicBezTo>
                <a:lnTo>
                  <a:pt x="254834" y="44430"/>
                </a:lnTo>
                <a:lnTo>
                  <a:pt x="332389" y="-6978"/>
                </a:lnTo>
                <a:cubicBezTo>
                  <a:pt x="338307" y="-10865"/>
                  <a:pt x="345727" y="-11571"/>
                  <a:pt x="352263" y="-8921"/>
                </a:cubicBezTo>
                <a:cubicBezTo>
                  <a:pt x="358800" y="-6271"/>
                  <a:pt x="363393" y="-442"/>
                  <a:pt x="364806" y="6448"/>
                </a:cubicBezTo>
                <a:lnTo>
                  <a:pt x="383267" y="97605"/>
                </a:lnTo>
                <a:lnTo>
                  <a:pt x="474424" y="116067"/>
                </a:lnTo>
                <a:cubicBezTo>
                  <a:pt x="481314" y="117480"/>
                  <a:pt x="487144" y="122250"/>
                  <a:pt x="489794" y="128698"/>
                </a:cubicBezTo>
                <a:cubicBezTo>
                  <a:pt x="492444" y="135146"/>
                  <a:pt x="491737" y="142654"/>
                  <a:pt x="487851" y="148572"/>
                </a:cubicBezTo>
                <a:lnTo>
                  <a:pt x="436442" y="226127"/>
                </a:lnTo>
                <a:lnTo>
                  <a:pt x="487851" y="303681"/>
                </a:lnTo>
                <a:cubicBezTo>
                  <a:pt x="491737" y="309599"/>
                  <a:pt x="492444" y="317019"/>
                  <a:pt x="489794" y="323556"/>
                </a:cubicBezTo>
                <a:cubicBezTo>
                  <a:pt x="487144" y="330092"/>
                  <a:pt x="481314" y="334862"/>
                  <a:pt x="474424" y="336187"/>
                </a:cubicBezTo>
                <a:lnTo>
                  <a:pt x="383179" y="354560"/>
                </a:lnTo>
                <a:lnTo>
                  <a:pt x="364806" y="445805"/>
                </a:lnTo>
                <a:cubicBezTo>
                  <a:pt x="363393" y="452695"/>
                  <a:pt x="358623" y="458525"/>
                  <a:pt x="352175" y="461175"/>
                </a:cubicBezTo>
                <a:cubicBezTo>
                  <a:pt x="345727" y="463825"/>
                  <a:pt x="338218" y="463118"/>
                  <a:pt x="332300" y="459232"/>
                </a:cubicBezTo>
                <a:lnTo>
                  <a:pt x="254746" y="407823"/>
                </a:lnTo>
                <a:lnTo>
                  <a:pt x="177191" y="459232"/>
                </a:lnTo>
                <a:cubicBezTo>
                  <a:pt x="171273" y="463118"/>
                  <a:pt x="163854" y="463825"/>
                  <a:pt x="157317" y="461175"/>
                </a:cubicBezTo>
                <a:cubicBezTo>
                  <a:pt x="150781" y="458525"/>
                  <a:pt x="146011" y="452695"/>
                  <a:pt x="144686" y="445805"/>
                </a:cubicBezTo>
                <a:lnTo>
                  <a:pt x="126313" y="354560"/>
                </a:lnTo>
                <a:lnTo>
                  <a:pt x="35067" y="336099"/>
                </a:lnTo>
                <a:cubicBezTo>
                  <a:pt x="28178" y="334685"/>
                  <a:pt x="22348" y="329915"/>
                  <a:pt x="19698" y="323467"/>
                </a:cubicBezTo>
                <a:cubicBezTo>
                  <a:pt x="17048" y="317019"/>
                  <a:pt x="17754" y="309511"/>
                  <a:pt x="21641" y="303593"/>
                </a:cubicBezTo>
                <a:lnTo>
                  <a:pt x="73050" y="226127"/>
                </a:lnTo>
                <a:lnTo>
                  <a:pt x="21641" y="148572"/>
                </a:lnTo>
                <a:cubicBezTo>
                  <a:pt x="17754" y="142654"/>
                  <a:pt x="17048" y="135234"/>
                  <a:pt x="19698" y="128698"/>
                </a:cubicBezTo>
                <a:cubicBezTo>
                  <a:pt x="22348" y="122161"/>
                  <a:pt x="28178" y="117392"/>
                  <a:pt x="35067" y="116067"/>
                </a:cubicBezTo>
                <a:lnTo>
                  <a:pt x="126313" y="97694"/>
                </a:lnTo>
                <a:lnTo>
                  <a:pt x="144774" y="6448"/>
                </a:lnTo>
                <a:cubicBezTo>
                  <a:pt x="146187" y="-442"/>
                  <a:pt x="150957" y="-6271"/>
                  <a:pt x="157405" y="-8921"/>
                </a:cubicBezTo>
                <a:close/>
                <a:moveTo>
                  <a:pt x="183375" y="226127"/>
                </a:moveTo>
                <a:cubicBezTo>
                  <a:pt x="183375" y="200754"/>
                  <a:pt x="196911" y="177310"/>
                  <a:pt x="218884" y="164623"/>
                </a:cubicBezTo>
                <a:cubicBezTo>
                  <a:pt x="240857" y="151937"/>
                  <a:pt x="267929" y="151937"/>
                  <a:pt x="289902" y="164623"/>
                </a:cubicBezTo>
                <a:cubicBezTo>
                  <a:pt x="311875" y="177310"/>
                  <a:pt x="325411" y="200754"/>
                  <a:pt x="325411" y="226127"/>
                </a:cubicBezTo>
                <a:cubicBezTo>
                  <a:pt x="325411" y="265323"/>
                  <a:pt x="293588" y="297145"/>
                  <a:pt x="254393" y="297145"/>
                </a:cubicBezTo>
                <a:cubicBezTo>
                  <a:pt x="215197" y="297145"/>
                  <a:pt x="183375" y="265323"/>
                  <a:pt x="183375" y="226127"/>
                </a:cubicBezTo>
                <a:close/>
                <a:moveTo>
                  <a:pt x="367809" y="226127"/>
                </a:moveTo>
                <a:cubicBezTo>
                  <a:pt x="367809" y="163530"/>
                  <a:pt x="316989" y="112710"/>
                  <a:pt x="254393" y="112710"/>
                </a:cubicBezTo>
                <a:cubicBezTo>
                  <a:pt x="191796" y="112710"/>
                  <a:pt x="140976" y="163530"/>
                  <a:pt x="140976" y="226127"/>
                </a:cubicBezTo>
                <a:cubicBezTo>
                  <a:pt x="140976" y="266647"/>
                  <a:pt x="162593" y="304089"/>
                  <a:pt x="197684" y="324348"/>
                </a:cubicBezTo>
                <a:cubicBezTo>
                  <a:pt x="232775" y="344608"/>
                  <a:pt x="276010" y="344608"/>
                  <a:pt x="311101" y="324348"/>
                </a:cubicBezTo>
                <a:cubicBezTo>
                  <a:pt x="346192" y="304089"/>
                  <a:pt x="367809" y="266647"/>
                  <a:pt x="367809" y="226127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3" name="Text 11"/>
          <p:cNvSpPr/>
          <p:nvPr/>
        </p:nvSpPr>
        <p:spPr>
          <a:xfrm>
            <a:off x="508785" y="6312116"/>
            <a:ext cx="148866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Sunlight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3527" y="5558360"/>
            <a:ext cx="1752482" cy="1243697"/>
          </a:xfrm>
          <a:custGeom>
            <a:avLst/>
            <a:gdLst/>
            <a:ahLst/>
            <a:cxnLst/>
            <a:rect l="l" t="t" r="r" b="b"/>
            <a:pathLst>
              <a:path w="1752482" h="1243697">
                <a:moveTo>
                  <a:pt x="150749" y="0"/>
                </a:moveTo>
                <a:lnTo>
                  <a:pt x="1601734" y="0"/>
                </a:lnTo>
                <a:cubicBezTo>
                  <a:pt x="1684990" y="0"/>
                  <a:pt x="1752482" y="67492"/>
                  <a:pt x="1752482" y="150749"/>
                </a:cubicBezTo>
                <a:lnTo>
                  <a:pt x="1752482" y="1092949"/>
                </a:lnTo>
                <a:cubicBezTo>
                  <a:pt x="1752482" y="1176205"/>
                  <a:pt x="1684990" y="1243697"/>
                  <a:pt x="1601734" y="1243697"/>
                </a:cubicBezTo>
                <a:lnTo>
                  <a:pt x="150749" y="1243697"/>
                </a:lnTo>
                <a:cubicBezTo>
                  <a:pt x="67492" y="1243697"/>
                  <a:pt x="0" y="1176205"/>
                  <a:pt x="0" y="1092949"/>
                </a:cubicBezTo>
                <a:lnTo>
                  <a:pt x="0" y="150749"/>
                </a:lnTo>
                <a:cubicBezTo>
                  <a:pt x="0" y="67548"/>
                  <a:pt x="67548" y="0"/>
                  <a:pt x="150749" y="0"/>
                </a:cubicBezTo>
                <a:close/>
              </a:path>
            </a:pathLst>
          </a:custGeom>
          <a:solidFill>
            <a:srgbClr val="6DAF8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91822" y="5746799"/>
            <a:ext cx="339190" cy="452253"/>
          </a:xfrm>
          <a:custGeom>
            <a:avLst/>
            <a:gdLst/>
            <a:ahLst/>
            <a:cxnLst/>
            <a:rect l="l" t="t" r="r" b="b"/>
            <a:pathLst>
              <a:path w="339190" h="452253">
                <a:moveTo>
                  <a:pt x="169595" y="452253"/>
                </a:moveTo>
                <a:cubicBezTo>
                  <a:pt x="75964" y="452253"/>
                  <a:pt x="0" y="376289"/>
                  <a:pt x="0" y="282658"/>
                </a:cubicBezTo>
                <a:cubicBezTo>
                  <a:pt x="0" y="202101"/>
                  <a:pt x="115007" y="40544"/>
                  <a:pt x="147159" y="-3092"/>
                </a:cubicBezTo>
                <a:cubicBezTo>
                  <a:pt x="152371" y="-10158"/>
                  <a:pt x="160585" y="-14133"/>
                  <a:pt x="169418" y="-14133"/>
                </a:cubicBezTo>
                <a:lnTo>
                  <a:pt x="169772" y="-14133"/>
                </a:lnTo>
                <a:cubicBezTo>
                  <a:pt x="178605" y="-14133"/>
                  <a:pt x="186820" y="-10158"/>
                  <a:pt x="192031" y="-3092"/>
                </a:cubicBezTo>
                <a:cubicBezTo>
                  <a:pt x="224183" y="40544"/>
                  <a:pt x="339190" y="202101"/>
                  <a:pt x="339190" y="282658"/>
                </a:cubicBezTo>
                <a:cubicBezTo>
                  <a:pt x="339190" y="376289"/>
                  <a:pt x="263226" y="452253"/>
                  <a:pt x="169595" y="452253"/>
                </a:cubicBezTo>
                <a:close/>
                <a:moveTo>
                  <a:pt x="98930" y="275592"/>
                </a:moveTo>
                <a:cubicBezTo>
                  <a:pt x="98930" y="263844"/>
                  <a:pt x="89479" y="254393"/>
                  <a:pt x="77731" y="254393"/>
                </a:cubicBezTo>
                <a:cubicBezTo>
                  <a:pt x="65983" y="254393"/>
                  <a:pt x="56532" y="263844"/>
                  <a:pt x="56532" y="275592"/>
                </a:cubicBezTo>
                <a:cubicBezTo>
                  <a:pt x="56532" y="341928"/>
                  <a:pt x="110325" y="395722"/>
                  <a:pt x="176662" y="395722"/>
                </a:cubicBezTo>
                <a:cubicBezTo>
                  <a:pt x="188410" y="395722"/>
                  <a:pt x="197861" y="386270"/>
                  <a:pt x="197861" y="374522"/>
                </a:cubicBezTo>
                <a:cubicBezTo>
                  <a:pt x="197861" y="362774"/>
                  <a:pt x="188410" y="353323"/>
                  <a:pt x="176662" y="353323"/>
                </a:cubicBezTo>
                <a:cubicBezTo>
                  <a:pt x="133733" y="353323"/>
                  <a:pt x="98930" y="318521"/>
                  <a:pt x="98930" y="275592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6" name="Text 14"/>
          <p:cNvSpPr/>
          <p:nvPr/>
        </p:nvSpPr>
        <p:spPr>
          <a:xfrm>
            <a:off x="2415434" y="6312116"/>
            <a:ext cx="148866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90176" y="5558360"/>
            <a:ext cx="1752482" cy="1243697"/>
          </a:xfrm>
          <a:custGeom>
            <a:avLst/>
            <a:gdLst/>
            <a:ahLst/>
            <a:cxnLst/>
            <a:rect l="l" t="t" r="r" b="b"/>
            <a:pathLst>
              <a:path w="1752482" h="1243697">
                <a:moveTo>
                  <a:pt x="150749" y="0"/>
                </a:moveTo>
                <a:lnTo>
                  <a:pt x="1601734" y="0"/>
                </a:lnTo>
                <a:cubicBezTo>
                  <a:pt x="1684990" y="0"/>
                  <a:pt x="1752482" y="67492"/>
                  <a:pt x="1752482" y="150749"/>
                </a:cubicBezTo>
                <a:lnTo>
                  <a:pt x="1752482" y="1092949"/>
                </a:lnTo>
                <a:cubicBezTo>
                  <a:pt x="1752482" y="1176205"/>
                  <a:pt x="1684990" y="1243697"/>
                  <a:pt x="1601734" y="1243697"/>
                </a:cubicBezTo>
                <a:lnTo>
                  <a:pt x="150749" y="1243697"/>
                </a:lnTo>
                <a:cubicBezTo>
                  <a:pt x="67492" y="1243697"/>
                  <a:pt x="0" y="1176205"/>
                  <a:pt x="0" y="1092949"/>
                </a:cubicBezTo>
                <a:lnTo>
                  <a:pt x="0" y="150749"/>
                </a:lnTo>
                <a:cubicBezTo>
                  <a:pt x="0" y="67548"/>
                  <a:pt x="67548" y="0"/>
                  <a:pt x="150749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841939" y="5746799"/>
            <a:ext cx="452253" cy="452253"/>
          </a:xfrm>
          <a:custGeom>
            <a:avLst/>
            <a:gdLst/>
            <a:ahLst/>
            <a:cxnLst/>
            <a:rect l="l" t="t" r="r" b="b"/>
            <a:pathLst>
              <a:path w="452253" h="452253">
                <a:moveTo>
                  <a:pt x="212877" y="76936"/>
                </a:moveTo>
                <a:lnTo>
                  <a:pt x="226127" y="95221"/>
                </a:lnTo>
                <a:lnTo>
                  <a:pt x="239376" y="76936"/>
                </a:lnTo>
                <a:cubicBezTo>
                  <a:pt x="261459" y="46374"/>
                  <a:pt x="296968" y="28266"/>
                  <a:pt x="334685" y="28266"/>
                </a:cubicBezTo>
                <a:cubicBezTo>
                  <a:pt x="399608" y="28266"/>
                  <a:pt x="452253" y="80911"/>
                  <a:pt x="452253" y="145834"/>
                </a:cubicBezTo>
                <a:lnTo>
                  <a:pt x="452253" y="148131"/>
                </a:lnTo>
                <a:cubicBezTo>
                  <a:pt x="452253" y="247238"/>
                  <a:pt x="328679" y="362333"/>
                  <a:pt x="264197" y="411533"/>
                </a:cubicBezTo>
                <a:cubicBezTo>
                  <a:pt x="253244" y="419836"/>
                  <a:pt x="239818" y="423988"/>
                  <a:pt x="226127" y="423988"/>
                </a:cubicBezTo>
                <a:cubicBezTo>
                  <a:pt x="212435" y="423988"/>
                  <a:pt x="198921" y="419924"/>
                  <a:pt x="188056" y="411533"/>
                </a:cubicBezTo>
                <a:cubicBezTo>
                  <a:pt x="123575" y="362333"/>
                  <a:pt x="0" y="247238"/>
                  <a:pt x="0" y="148131"/>
                </a:cubicBezTo>
                <a:lnTo>
                  <a:pt x="0" y="145834"/>
                </a:lnTo>
                <a:cubicBezTo>
                  <a:pt x="0" y="80911"/>
                  <a:pt x="52645" y="28266"/>
                  <a:pt x="117568" y="28266"/>
                </a:cubicBezTo>
                <a:cubicBezTo>
                  <a:pt x="155285" y="28266"/>
                  <a:pt x="190794" y="46374"/>
                  <a:pt x="212877" y="76936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9" name="Text 17"/>
          <p:cNvSpPr/>
          <p:nvPr/>
        </p:nvSpPr>
        <p:spPr>
          <a:xfrm>
            <a:off x="4322083" y="6312116"/>
            <a:ext cx="148866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</a:t>
            </a:r>
            <a:endParaRPr lang="en-US" sz="1600" dirty="0"/>
          </a:p>
        </p:txBody>
      </p:sp>
      <p:pic>
        <p:nvPicPr>
          <p:cNvPr id="20" name="Image 0" descr="https://kimi-web-img.moonshot.cn/img/thumbs.dreamstime.com/1aef698136d05442bb1a4f4bb237ca24f6f891b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47694" y="1356760"/>
            <a:ext cx="5568371" cy="5568371"/>
          </a:xfrm>
          <a:prstGeom prst="roundRect">
            <a:avLst>
              <a:gd name="adj" fmla="val 4061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90550" y="590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21431"/>
                </a:moveTo>
                <a:cubicBezTo>
                  <a:pt x="342900" y="93829"/>
                  <a:pt x="291599" y="154238"/>
                  <a:pt x="223421" y="168369"/>
                </a:cubicBezTo>
                <a:cubicBezTo>
                  <a:pt x="218130" y="129458"/>
                  <a:pt x="200650" y="94431"/>
                  <a:pt x="174866" y="67308"/>
                </a:cubicBezTo>
                <a:cubicBezTo>
                  <a:pt x="201722" y="26789"/>
                  <a:pt x="247732" y="0"/>
                  <a:pt x="300038" y="0"/>
                </a:cubicBezTo>
                <a:lnTo>
                  <a:pt x="321469" y="0"/>
                </a:lnTo>
                <a:cubicBezTo>
                  <a:pt x="333323" y="0"/>
                  <a:pt x="342900" y="9577"/>
                  <a:pt x="342900" y="21431"/>
                </a:cubicBezTo>
                <a:close/>
                <a:moveTo>
                  <a:pt x="0" y="64294"/>
                </a:moveTo>
                <a:cubicBezTo>
                  <a:pt x="0" y="52440"/>
                  <a:pt x="9577" y="42863"/>
                  <a:pt x="21431" y="42863"/>
                </a:cubicBezTo>
                <a:lnTo>
                  <a:pt x="42863" y="42863"/>
                </a:lnTo>
                <a:cubicBezTo>
                  <a:pt x="125708" y="42863"/>
                  <a:pt x="192881" y="110036"/>
                  <a:pt x="192881" y="192881"/>
                </a:cubicBezTo>
                <a:lnTo>
                  <a:pt x="192881" y="321469"/>
                </a:lnTo>
                <a:cubicBezTo>
                  <a:pt x="192881" y="333323"/>
                  <a:pt x="183304" y="342900"/>
                  <a:pt x="171450" y="342900"/>
                </a:cubicBezTo>
                <a:cubicBezTo>
                  <a:pt x="159596" y="342900"/>
                  <a:pt x="150019" y="333323"/>
                  <a:pt x="150019" y="321469"/>
                </a:cubicBezTo>
                <a:lnTo>
                  <a:pt x="150019" y="214313"/>
                </a:lnTo>
                <a:cubicBezTo>
                  <a:pt x="67174" y="214313"/>
                  <a:pt x="0" y="147139"/>
                  <a:pt x="0" y="64294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47625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How Do Plants Grow?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788319"/>
            <a:ext cx="3657600" cy="3057525"/>
          </a:xfrm>
          <a:custGeom>
            <a:avLst/>
            <a:gdLst/>
            <a:ahLst/>
            <a:cxnLst/>
            <a:rect l="l" t="t" r="r" b="b"/>
            <a:pathLst>
              <a:path w="3657600" h="3057525">
                <a:moveTo>
                  <a:pt x="228611" y="0"/>
                </a:moveTo>
                <a:lnTo>
                  <a:pt x="3428989" y="0"/>
                </a:lnTo>
                <a:cubicBezTo>
                  <a:pt x="3555163" y="0"/>
                  <a:pt x="3657600" y="102437"/>
                  <a:pt x="3657600" y="228611"/>
                </a:cubicBezTo>
                <a:lnTo>
                  <a:pt x="3657600" y="2981325"/>
                </a:lnTo>
                <a:cubicBezTo>
                  <a:pt x="3657600" y="3023381"/>
                  <a:pt x="3623456" y="3057525"/>
                  <a:pt x="3581400" y="3057525"/>
                </a:cubicBezTo>
                <a:lnTo>
                  <a:pt x="76200" y="3057525"/>
                </a:lnTo>
                <a:cubicBezTo>
                  <a:pt x="34144" y="3057525"/>
                  <a:pt x="0" y="3023381"/>
                  <a:pt x="0" y="2981325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4845844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7" name="Shape 5"/>
          <p:cNvSpPr/>
          <p:nvPr/>
        </p:nvSpPr>
        <p:spPr>
          <a:xfrm>
            <a:off x="1752600" y="20169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26575" y="2245519"/>
            <a:ext cx="390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4050" y="308371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571500"/>
                </a:moveTo>
                <a:cubicBezTo>
                  <a:pt x="443460" y="571500"/>
                  <a:pt x="571500" y="443460"/>
                  <a:pt x="571500" y="285750"/>
                </a:cubicBezTo>
                <a:cubicBezTo>
                  <a:pt x="571500" y="128040"/>
                  <a:pt x="443460" y="0"/>
                  <a:pt x="285750" y="0"/>
                </a:cubicBezTo>
                <a:cubicBezTo>
                  <a:pt x="128040" y="0"/>
                  <a:pt x="0" y="128040"/>
                  <a:pt x="0" y="285750"/>
                </a:cubicBezTo>
                <a:cubicBezTo>
                  <a:pt x="0" y="443460"/>
                  <a:pt x="128040" y="571500"/>
                  <a:pt x="285750" y="571500"/>
                </a:cubicBezTo>
                <a:close/>
                <a:moveTo>
                  <a:pt x="285750" y="178594"/>
                </a:moveTo>
                <a:cubicBezTo>
                  <a:pt x="344891" y="178594"/>
                  <a:pt x="392906" y="226609"/>
                  <a:pt x="392906" y="285750"/>
                </a:cubicBezTo>
                <a:cubicBezTo>
                  <a:pt x="392906" y="344891"/>
                  <a:pt x="344891" y="392906"/>
                  <a:pt x="285750" y="392906"/>
                </a:cubicBezTo>
                <a:cubicBezTo>
                  <a:pt x="226609" y="392906"/>
                  <a:pt x="178594" y="344891"/>
                  <a:pt x="178594" y="285750"/>
                </a:cubicBezTo>
                <a:cubicBezTo>
                  <a:pt x="178594" y="226609"/>
                  <a:pt x="226609" y="178594"/>
                  <a:pt x="285750" y="178594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0" name="Text 8"/>
          <p:cNvSpPr/>
          <p:nvPr/>
        </p:nvSpPr>
        <p:spPr>
          <a:xfrm>
            <a:off x="538163" y="3807619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Plant Seeds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975" y="4264819"/>
            <a:ext cx="3295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put tiny seeds in the soil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0" y="1788319"/>
            <a:ext cx="3657600" cy="3057525"/>
          </a:xfrm>
          <a:custGeom>
            <a:avLst/>
            <a:gdLst/>
            <a:ahLst/>
            <a:cxnLst/>
            <a:rect l="l" t="t" r="r" b="b"/>
            <a:pathLst>
              <a:path w="3657600" h="3057525">
                <a:moveTo>
                  <a:pt x="228611" y="0"/>
                </a:moveTo>
                <a:lnTo>
                  <a:pt x="3428989" y="0"/>
                </a:lnTo>
                <a:cubicBezTo>
                  <a:pt x="3555163" y="0"/>
                  <a:pt x="3657600" y="102437"/>
                  <a:pt x="3657600" y="228611"/>
                </a:cubicBezTo>
                <a:lnTo>
                  <a:pt x="3657600" y="2981325"/>
                </a:lnTo>
                <a:cubicBezTo>
                  <a:pt x="3657600" y="3023381"/>
                  <a:pt x="3623456" y="3057525"/>
                  <a:pt x="3581400" y="3057525"/>
                </a:cubicBezTo>
                <a:lnTo>
                  <a:pt x="76200" y="3057525"/>
                </a:lnTo>
                <a:cubicBezTo>
                  <a:pt x="34144" y="3057525"/>
                  <a:pt x="0" y="3023381"/>
                  <a:pt x="0" y="2981325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67200" y="4845844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4" name="Shape 12"/>
          <p:cNvSpPr/>
          <p:nvPr/>
        </p:nvSpPr>
        <p:spPr>
          <a:xfrm>
            <a:off x="5638800" y="20169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53125" y="2245519"/>
            <a:ext cx="514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0" y="3083719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526070" y="7479"/>
                </a:moveTo>
                <a:cubicBezTo>
                  <a:pt x="533214" y="670"/>
                  <a:pt x="543595" y="-1786"/>
                  <a:pt x="553194" y="1339"/>
                </a:cubicBezTo>
                <a:cubicBezTo>
                  <a:pt x="564133" y="5023"/>
                  <a:pt x="571500" y="15292"/>
                  <a:pt x="571500" y="26789"/>
                </a:cubicBezTo>
                <a:lnTo>
                  <a:pt x="571500" y="235409"/>
                </a:lnTo>
                <a:cubicBezTo>
                  <a:pt x="571500" y="381856"/>
                  <a:pt x="450838" y="500063"/>
                  <a:pt x="304949" y="500063"/>
                </a:cubicBezTo>
                <a:cubicBezTo>
                  <a:pt x="219001" y="500063"/>
                  <a:pt x="144884" y="444810"/>
                  <a:pt x="117983" y="367568"/>
                </a:cubicBezTo>
                <a:cubicBezTo>
                  <a:pt x="78470" y="401948"/>
                  <a:pt x="53578" y="452512"/>
                  <a:pt x="53578" y="508992"/>
                </a:cubicBezTo>
                <a:cubicBezTo>
                  <a:pt x="53578" y="523838"/>
                  <a:pt x="41635" y="535781"/>
                  <a:pt x="26789" y="535781"/>
                </a:cubicBezTo>
                <a:cubicBezTo>
                  <a:pt x="11943" y="535781"/>
                  <a:pt x="0" y="523838"/>
                  <a:pt x="0" y="508992"/>
                </a:cubicBezTo>
                <a:cubicBezTo>
                  <a:pt x="0" y="425388"/>
                  <a:pt x="42639" y="351718"/>
                  <a:pt x="107268" y="308409"/>
                </a:cubicBezTo>
                <a:cubicBezTo>
                  <a:pt x="146670" y="282067"/>
                  <a:pt x="193663" y="267891"/>
                  <a:pt x="241102" y="267891"/>
                </a:cubicBezTo>
                <a:lnTo>
                  <a:pt x="330398" y="267891"/>
                </a:lnTo>
                <a:cubicBezTo>
                  <a:pt x="345244" y="267891"/>
                  <a:pt x="357188" y="255947"/>
                  <a:pt x="357188" y="241102"/>
                </a:cubicBezTo>
                <a:cubicBezTo>
                  <a:pt x="357188" y="226256"/>
                  <a:pt x="345244" y="214313"/>
                  <a:pt x="330398" y="214313"/>
                </a:cubicBezTo>
                <a:lnTo>
                  <a:pt x="241102" y="214313"/>
                </a:lnTo>
                <a:cubicBezTo>
                  <a:pt x="196788" y="214313"/>
                  <a:pt x="154818" y="224135"/>
                  <a:pt x="117202" y="241660"/>
                </a:cubicBezTo>
                <a:cubicBezTo>
                  <a:pt x="143210" y="163525"/>
                  <a:pt x="216768" y="107156"/>
                  <a:pt x="303609" y="107156"/>
                </a:cubicBezTo>
                <a:cubicBezTo>
                  <a:pt x="377726" y="107156"/>
                  <a:pt x="432867" y="82488"/>
                  <a:pt x="469590" y="58043"/>
                </a:cubicBezTo>
                <a:cubicBezTo>
                  <a:pt x="491021" y="43755"/>
                  <a:pt x="509215" y="26677"/>
                  <a:pt x="526182" y="7479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7" name="Text 15"/>
          <p:cNvSpPr/>
          <p:nvPr/>
        </p:nvSpPr>
        <p:spPr>
          <a:xfrm>
            <a:off x="4424363" y="3807619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Small Stems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8175" y="4264819"/>
            <a:ext cx="3295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stems and leaves appear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3400" y="1788319"/>
            <a:ext cx="3657600" cy="3057525"/>
          </a:xfrm>
          <a:custGeom>
            <a:avLst/>
            <a:gdLst/>
            <a:ahLst/>
            <a:cxnLst/>
            <a:rect l="l" t="t" r="r" b="b"/>
            <a:pathLst>
              <a:path w="3657600" h="3057525">
                <a:moveTo>
                  <a:pt x="228611" y="0"/>
                </a:moveTo>
                <a:lnTo>
                  <a:pt x="3428989" y="0"/>
                </a:lnTo>
                <a:cubicBezTo>
                  <a:pt x="3555163" y="0"/>
                  <a:pt x="3657600" y="102437"/>
                  <a:pt x="3657600" y="228611"/>
                </a:cubicBezTo>
                <a:lnTo>
                  <a:pt x="3657600" y="2981325"/>
                </a:lnTo>
                <a:cubicBezTo>
                  <a:pt x="3657600" y="3023381"/>
                  <a:pt x="3623456" y="3057525"/>
                  <a:pt x="3581400" y="3057525"/>
                </a:cubicBezTo>
                <a:lnTo>
                  <a:pt x="76200" y="3057525"/>
                </a:lnTo>
                <a:cubicBezTo>
                  <a:pt x="34144" y="3057525"/>
                  <a:pt x="0" y="3023381"/>
                  <a:pt x="0" y="2981325"/>
                </a:cubicBezTo>
                <a:lnTo>
                  <a:pt x="0" y="228611"/>
                </a:lnTo>
                <a:cubicBezTo>
                  <a:pt x="0" y="102437"/>
                  <a:pt x="102437" y="0"/>
                  <a:pt x="22861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3400" y="4845844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0" y="201691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7D48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31467" y="2245519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454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32169" y="3083719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-35719"/>
                </a:moveTo>
                <a:cubicBezTo>
                  <a:pt x="257845" y="-35719"/>
                  <a:pt x="265323" y="-32258"/>
                  <a:pt x="270458" y="-26231"/>
                </a:cubicBezTo>
                <a:lnTo>
                  <a:pt x="422263" y="152363"/>
                </a:lnTo>
                <a:cubicBezTo>
                  <a:pt x="429071" y="160288"/>
                  <a:pt x="430523" y="171450"/>
                  <a:pt x="426169" y="180938"/>
                </a:cubicBezTo>
                <a:cubicBezTo>
                  <a:pt x="421816" y="190426"/>
                  <a:pt x="412328" y="196453"/>
                  <a:pt x="401836" y="196453"/>
                </a:cubicBezTo>
                <a:lnTo>
                  <a:pt x="374042" y="196453"/>
                </a:lnTo>
                <a:lnTo>
                  <a:pt x="457981" y="295238"/>
                </a:lnTo>
                <a:cubicBezTo>
                  <a:pt x="464790" y="303163"/>
                  <a:pt x="466241" y="314325"/>
                  <a:pt x="461888" y="323813"/>
                </a:cubicBezTo>
                <a:cubicBezTo>
                  <a:pt x="457535" y="333301"/>
                  <a:pt x="448047" y="339328"/>
                  <a:pt x="437555" y="339328"/>
                </a:cubicBezTo>
                <a:lnTo>
                  <a:pt x="394581" y="339328"/>
                </a:lnTo>
                <a:lnTo>
                  <a:pt x="493700" y="455972"/>
                </a:lnTo>
                <a:cubicBezTo>
                  <a:pt x="500509" y="463897"/>
                  <a:pt x="501960" y="475059"/>
                  <a:pt x="497607" y="484547"/>
                </a:cubicBezTo>
                <a:cubicBezTo>
                  <a:pt x="493254" y="494035"/>
                  <a:pt x="483766" y="500063"/>
                  <a:pt x="473273" y="500063"/>
                </a:cubicBezTo>
                <a:lnTo>
                  <a:pt x="285750" y="500063"/>
                </a:lnTo>
                <a:lnTo>
                  <a:pt x="285750" y="571500"/>
                </a:lnTo>
                <a:cubicBezTo>
                  <a:pt x="285750" y="591257"/>
                  <a:pt x="269788" y="607219"/>
                  <a:pt x="250031" y="607219"/>
                </a:cubicBezTo>
                <a:cubicBezTo>
                  <a:pt x="230274" y="607219"/>
                  <a:pt x="214313" y="591257"/>
                  <a:pt x="214313" y="571500"/>
                </a:cubicBezTo>
                <a:lnTo>
                  <a:pt x="214313" y="500063"/>
                </a:lnTo>
                <a:lnTo>
                  <a:pt x="26789" y="500063"/>
                </a:lnTo>
                <a:cubicBezTo>
                  <a:pt x="16297" y="500063"/>
                  <a:pt x="6809" y="494035"/>
                  <a:pt x="2456" y="484547"/>
                </a:cubicBezTo>
                <a:cubicBezTo>
                  <a:pt x="-1898" y="475059"/>
                  <a:pt x="-446" y="463897"/>
                  <a:pt x="6362" y="455972"/>
                </a:cubicBezTo>
                <a:lnTo>
                  <a:pt x="105482" y="339328"/>
                </a:lnTo>
                <a:lnTo>
                  <a:pt x="62508" y="339328"/>
                </a:lnTo>
                <a:cubicBezTo>
                  <a:pt x="52015" y="339328"/>
                  <a:pt x="42528" y="333301"/>
                  <a:pt x="38174" y="323813"/>
                </a:cubicBezTo>
                <a:cubicBezTo>
                  <a:pt x="33821" y="314325"/>
                  <a:pt x="35272" y="303163"/>
                  <a:pt x="42081" y="295238"/>
                </a:cubicBezTo>
                <a:lnTo>
                  <a:pt x="126020" y="196453"/>
                </a:lnTo>
                <a:lnTo>
                  <a:pt x="98227" y="196453"/>
                </a:lnTo>
                <a:cubicBezTo>
                  <a:pt x="87734" y="196453"/>
                  <a:pt x="78246" y="190426"/>
                  <a:pt x="73893" y="180938"/>
                </a:cubicBezTo>
                <a:cubicBezTo>
                  <a:pt x="69540" y="171450"/>
                  <a:pt x="70991" y="160288"/>
                  <a:pt x="77800" y="152363"/>
                </a:cubicBezTo>
                <a:lnTo>
                  <a:pt x="229605" y="-26231"/>
                </a:lnTo>
                <a:cubicBezTo>
                  <a:pt x="234739" y="-32258"/>
                  <a:pt x="242218" y="-35719"/>
                  <a:pt x="250031" y="-35719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4" name="Text 22"/>
          <p:cNvSpPr/>
          <p:nvPr/>
        </p:nvSpPr>
        <p:spPr>
          <a:xfrm>
            <a:off x="8310562" y="3807619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Big Plant!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34375" y="4264819"/>
            <a:ext cx="3295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grows into a beautiful plant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5203031"/>
            <a:ext cx="11391900" cy="838200"/>
          </a:xfrm>
          <a:custGeom>
            <a:avLst/>
            <a:gdLst/>
            <a:ahLst/>
            <a:cxnLst/>
            <a:rect l="l" t="t" r="r" b="b"/>
            <a:pathLst>
              <a:path w="11391900" h="838200">
                <a:moveTo>
                  <a:pt x="228602" y="0"/>
                </a:moveTo>
                <a:lnTo>
                  <a:pt x="11163298" y="0"/>
                </a:lnTo>
                <a:cubicBezTo>
                  <a:pt x="11289467" y="0"/>
                  <a:pt x="11391900" y="102433"/>
                  <a:pt x="11391900" y="228602"/>
                </a:cubicBezTo>
                <a:lnTo>
                  <a:pt x="11391900" y="609598"/>
                </a:lnTo>
                <a:cubicBezTo>
                  <a:pt x="11391900" y="735767"/>
                  <a:pt x="11289467" y="838200"/>
                  <a:pt x="11163298" y="838200"/>
                </a:cubicBezTo>
                <a:lnTo>
                  <a:pt x="228602" y="838200"/>
                </a:lnTo>
                <a:cubicBezTo>
                  <a:pt x="102433" y="838200"/>
                  <a:pt x="0" y="735767"/>
                  <a:pt x="0" y="60959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5332" y="548116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3938" y="5450681"/>
            <a:ext cx="10591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It's like magic! But it's nature! 🌿✨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138" y="375138"/>
            <a:ext cx="750277" cy="750277"/>
          </a:xfrm>
          <a:custGeom>
            <a:avLst/>
            <a:gdLst/>
            <a:ahLst/>
            <a:cxnLst/>
            <a:rect l="l" t="t" r="r" b="b"/>
            <a:pathLst>
              <a:path w="750277" h="750277">
                <a:moveTo>
                  <a:pt x="375138" y="0"/>
                </a:moveTo>
                <a:lnTo>
                  <a:pt x="375138" y="0"/>
                </a:lnTo>
                <a:cubicBezTo>
                  <a:pt x="582183" y="0"/>
                  <a:pt x="750277" y="168094"/>
                  <a:pt x="750277" y="375138"/>
                </a:cubicBezTo>
                <a:lnTo>
                  <a:pt x="750277" y="375138"/>
                </a:lnTo>
                <a:cubicBezTo>
                  <a:pt x="750277" y="582183"/>
                  <a:pt x="582183" y="750277"/>
                  <a:pt x="375138" y="750277"/>
                </a:cubicBezTo>
                <a:lnTo>
                  <a:pt x="375138" y="750277"/>
                </a:lnTo>
                <a:cubicBezTo>
                  <a:pt x="168094" y="750277"/>
                  <a:pt x="0" y="582183"/>
                  <a:pt x="0" y="375138"/>
                </a:cubicBezTo>
                <a:lnTo>
                  <a:pt x="0" y="375138"/>
                </a:lnTo>
                <a:cubicBezTo>
                  <a:pt x="0" y="168094"/>
                  <a:pt x="168094" y="0"/>
                  <a:pt x="375138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0677" dist="93785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81465" y="581465"/>
            <a:ext cx="337625" cy="337625"/>
          </a:xfrm>
          <a:custGeom>
            <a:avLst/>
            <a:gdLst/>
            <a:ahLst/>
            <a:cxnLst/>
            <a:rect l="l" t="t" r="r" b="b"/>
            <a:pathLst>
              <a:path w="337625" h="337625">
                <a:moveTo>
                  <a:pt x="158921" y="57436"/>
                </a:moveTo>
                <a:lnTo>
                  <a:pt x="168812" y="71086"/>
                </a:lnTo>
                <a:lnTo>
                  <a:pt x="178704" y="57436"/>
                </a:lnTo>
                <a:cubicBezTo>
                  <a:pt x="195189" y="34620"/>
                  <a:pt x="221698" y="21102"/>
                  <a:pt x="249855" y="21102"/>
                </a:cubicBezTo>
                <a:cubicBezTo>
                  <a:pt x="298323" y="21102"/>
                  <a:pt x="337625" y="60403"/>
                  <a:pt x="337625" y="108871"/>
                </a:cubicBezTo>
                <a:lnTo>
                  <a:pt x="337625" y="110585"/>
                </a:lnTo>
                <a:cubicBezTo>
                  <a:pt x="337625" y="184573"/>
                  <a:pt x="245371" y="270495"/>
                  <a:pt x="197233" y="307225"/>
                </a:cubicBezTo>
                <a:cubicBezTo>
                  <a:pt x="189057" y="313424"/>
                  <a:pt x="179033" y="316523"/>
                  <a:pt x="168812" y="316523"/>
                </a:cubicBezTo>
                <a:cubicBezTo>
                  <a:pt x="158591" y="316523"/>
                  <a:pt x="148502" y="313490"/>
                  <a:pt x="140391" y="307225"/>
                </a:cubicBezTo>
                <a:cubicBezTo>
                  <a:pt x="92253" y="270495"/>
                  <a:pt x="0" y="184573"/>
                  <a:pt x="0" y="110585"/>
                </a:cubicBezTo>
                <a:lnTo>
                  <a:pt x="0" y="108871"/>
                </a:lnTo>
                <a:cubicBezTo>
                  <a:pt x="0" y="60403"/>
                  <a:pt x="39302" y="21102"/>
                  <a:pt x="87769" y="21102"/>
                </a:cubicBezTo>
                <a:cubicBezTo>
                  <a:pt x="115927" y="21102"/>
                  <a:pt x="142435" y="34620"/>
                  <a:pt x="158921" y="57436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4" name="Text 2"/>
          <p:cNvSpPr/>
          <p:nvPr/>
        </p:nvSpPr>
        <p:spPr>
          <a:xfrm>
            <a:off x="1275471" y="468923"/>
            <a:ext cx="6424246" cy="56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431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Meet Our Class Plant!</a:t>
            </a:r>
            <a:endParaRPr lang="en-US" sz="1600" dirty="0"/>
          </a:p>
        </p:txBody>
      </p:sp>
      <p:pic>
        <p:nvPicPr>
          <p:cNvPr id="5" name="Image 0" descr="https://kimi-web-img.moonshot.cn/img/ecdn.teacherspayteachers.com/985b36b93917e9e99d0e4557ccc9d7cf4076384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5138" y="1350498"/>
            <a:ext cx="5570806" cy="5570806"/>
          </a:xfrm>
          <a:prstGeom prst="roundRect">
            <a:avLst>
              <a:gd name="adj" fmla="val 404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262702" y="1399852"/>
            <a:ext cx="5533292" cy="4004603"/>
          </a:xfrm>
          <a:custGeom>
            <a:avLst/>
            <a:gdLst/>
            <a:ahLst/>
            <a:cxnLst/>
            <a:rect l="l" t="t" r="r" b="b"/>
            <a:pathLst>
              <a:path w="5533292" h="4004603">
                <a:moveTo>
                  <a:pt x="225099" y="0"/>
                </a:moveTo>
                <a:lnTo>
                  <a:pt x="5308194" y="0"/>
                </a:lnTo>
                <a:cubicBezTo>
                  <a:pt x="5432512" y="0"/>
                  <a:pt x="5533292" y="100780"/>
                  <a:pt x="5533292" y="225099"/>
                </a:cubicBezTo>
                <a:lnTo>
                  <a:pt x="5533292" y="3779504"/>
                </a:lnTo>
                <a:cubicBezTo>
                  <a:pt x="5533292" y="3903823"/>
                  <a:pt x="5432512" y="4004603"/>
                  <a:pt x="5308194" y="4004603"/>
                </a:cubicBezTo>
                <a:lnTo>
                  <a:pt x="225099" y="4004603"/>
                </a:lnTo>
                <a:cubicBezTo>
                  <a:pt x="100780" y="4004603"/>
                  <a:pt x="0" y="3903823"/>
                  <a:pt x="0" y="3779504"/>
                </a:cubicBezTo>
                <a:lnTo>
                  <a:pt x="0" y="225099"/>
                </a:lnTo>
                <a:cubicBezTo>
                  <a:pt x="0" y="100780"/>
                  <a:pt x="100780" y="0"/>
                  <a:pt x="225099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 w="50800">
            <a:solidFill>
              <a:srgbClr val="E8A96F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1570" y="1718720"/>
            <a:ext cx="50643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58" b="1" dirty="0">
                <a:solidFill>
                  <a:srgbClr val="6DAF8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Correct!</a:t>
            </a:r>
            <a:pPr>
              <a:lnSpc>
                <a:spcPct val="140000"/>
              </a:lnSpc>
            </a:pPr>
            <a:r>
              <a:rPr lang="en-US" sz="2658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Look at this sapling that I've brought today! 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1570" y="3041083"/>
            <a:ext cx="5036234" cy="45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15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will be our </a:t>
            </a:r>
            <a:pPr>
              <a:lnSpc>
                <a:spcPct val="140000"/>
              </a:lnSpc>
            </a:pPr>
            <a:r>
              <a:rPr lang="en-US" sz="2215" b="1" dirty="0">
                <a:solidFill>
                  <a:srgbClr val="4A4540"/>
                </a:solidFill>
                <a:highlight>
                  <a:srgbClr val="F7D486">
                    <a:alpha val="5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plant </a:t>
            </a:r>
            <a:pPr>
              <a:lnSpc>
                <a:spcPct val="140000"/>
              </a:lnSpc>
            </a:pPr>
            <a:r>
              <a:rPr lang="en-US" sz="2215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1570" y="3723366"/>
            <a:ext cx="4895557" cy="1369255"/>
          </a:xfrm>
          <a:custGeom>
            <a:avLst/>
            <a:gdLst/>
            <a:ahLst/>
            <a:cxnLst/>
            <a:rect l="l" t="t" r="r" b="b"/>
            <a:pathLst>
              <a:path w="4895557" h="1369255">
                <a:moveTo>
                  <a:pt x="150057" y="0"/>
                </a:moveTo>
                <a:lnTo>
                  <a:pt x="4745500" y="0"/>
                </a:lnTo>
                <a:cubicBezTo>
                  <a:pt x="4828374" y="0"/>
                  <a:pt x="4895557" y="67183"/>
                  <a:pt x="4895557" y="150057"/>
                </a:cubicBezTo>
                <a:lnTo>
                  <a:pt x="4895557" y="1219199"/>
                </a:lnTo>
                <a:cubicBezTo>
                  <a:pt x="4895557" y="1302073"/>
                  <a:pt x="4828374" y="1369255"/>
                  <a:pt x="4745500" y="1369255"/>
                </a:cubicBezTo>
                <a:lnTo>
                  <a:pt x="150057" y="1369255"/>
                </a:lnTo>
                <a:cubicBezTo>
                  <a:pt x="67183" y="1369255"/>
                  <a:pt x="0" y="1302073"/>
                  <a:pt x="0" y="1219199"/>
                </a:cubicBezTo>
                <a:lnTo>
                  <a:pt x="0" y="150057"/>
                </a:lnTo>
                <a:cubicBezTo>
                  <a:pt x="0" y="67183"/>
                  <a:pt x="67183" y="0"/>
                  <a:pt x="150057" y="0"/>
                </a:cubicBezTo>
                <a:close/>
              </a:path>
            </a:pathLst>
          </a:custGeom>
          <a:solidFill>
            <a:srgbClr val="6DAF8C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808998" y="4030980"/>
            <a:ext cx="351692" cy="281354"/>
          </a:xfrm>
          <a:custGeom>
            <a:avLst/>
            <a:gdLst/>
            <a:ahLst/>
            <a:cxnLst/>
            <a:rect l="l" t="t" r="r" b="b"/>
            <a:pathLst>
              <a:path w="351692" h="281354">
                <a:moveTo>
                  <a:pt x="175846" y="8792"/>
                </a:moveTo>
                <a:cubicBezTo>
                  <a:pt x="207388" y="8792"/>
                  <a:pt x="232996" y="34400"/>
                  <a:pt x="232996" y="65942"/>
                </a:cubicBezTo>
                <a:cubicBezTo>
                  <a:pt x="232996" y="97484"/>
                  <a:pt x="207388" y="123092"/>
                  <a:pt x="175846" y="123092"/>
                </a:cubicBezTo>
                <a:cubicBezTo>
                  <a:pt x="144304" y="123092"/>
                  <a:pt x="118696" y="97484"/>
                  <a:pt x="118696" y="65942"/>
                </a:cubicBezTo>
                <a:cubicBezTo>
                  <a:pt x="118696" y="34400"/>
                  <a:pt x="144304" y="8792"/>
                  <a:pt x="175846" y="8792"/>
                </a:cubicBezTo>
                <a:close/>
                <a:moveTo>
                  <a:pt x="52754" y="48358"/>
                </a:moveTo>
                <a:cubicBezTo>
                  <a:pt x="74591" y="48358"/>
                  <a:pt x="92319" y="66086"/>
                  <a:pt x="92319" y="87923"/>
                </a:cubicBezTo>
                <a:cubicBezTo>
                  <a:pt x="92319" y="109760"/>
                  <a:pt x="74591" y="127488"/>
                  <a:pt x="52754" y="127488"/>
                </a:cubicBezTo>
                <a:cubicBezTo>
                  <a:pt x="30917" y="127488"/>
                  <a:pt x="13188" y="109760"/>
                  <a:pt x="13188" y="87923"/>
                </a:cubicBezTo>
                <a:cubicBezTo>
                  <a:pt x="13188" y="66086"/>
                  <a:pt x="30917" y="48358"/>
                  <a:pt x="52754" y="48358"/>
                </a:cubicBezTo>
                <a:close/>
                <a:moveTo>
                  <a:pt x="0" y="228600"/>
                </a:moveTo>
                <a:cubicBezTo>
                  <a:pt x="0" y="189749"/>
                  <a:pt x="31487" y="158262"/>
                  <a:pt x="70338" y="158262"/>
                </a:cubicBezTo>
                <a:cubicBezTo>
                  <a:pt x="77372" y="158262"/>
                  <a:pt x="84186" y="159306"/>
                  <a:pt x="90616" y="161229"/>
                </a:cubicBezTo>
                <a:cubicBezTo>
                  <a:pt x="72537" y="181451"/>
                  <a:pt x="61546" y="208158"/>
                  <a:pt x="61546" y="237392"/>
                </a:cubicBezTo>
                <a:lnTo>
                  <a:pt x="61546" y="246185"/>
                </a:lnTo>
                <a:cubicBezTo>
                  <a:pt x="61546" y="252449"/>
                  <a:pt x="62865" y="258384"/>
                  <a:pt x="65228" y="263769"/>
                </a:cubicBezTo>
                <a:lnTo>
                  <a:pt x="17585" y="263769"/>
                </a:lnTo>
                <a:cubicBezTo>
                  <a:pt x="7858" y="263769"/>
                  <a:pt x="0" y="255911"/>
                  <a:pt x="0" y="246185"/>
                </a:cubicBezTo>
                <a:lnTo>
                  <a:pt x="0" y="228600"/>
                </a:lnTo>
                <a:close/>
                <a:moveTo>
                  <a:pt x="286464" y="263769"/>
                </a:moveTo>
                <a:cubicBezTo>
                  <a:pt x="288827" y="258384"/>
                  <a:pt x="290146" y="252449"/>
                  <a:pt x="290146" y="246185"/>
                </a:cubicBezTo>
                <a:lnTo>
                  <a:pt x="290146" y="237392"/>
                </a:lnTo>
                <a:cubicBezTo>
                  <a:pt x="290146" y="208158"/>
                  <a:pt x="279156" y="181451"/>
                  <a:pt x="261077" y="161229"/>
                </a:cubicBezTo>
                <a:cubicBezTo>
                  <a:pt x="267506" y="159306"/>
                  <a:pt x="274320" y="158262"/>
                  <a:pt x="281354" y="158262"/>
                </a:cubicBezTo>
                <a:cubicBezTo>
                  <a:pt x="320205" y="158262"/>
                  <a:pt x="351692" y="189749"/>
                  <a:pt x="351692" y="228600"/>
                </a:cubicBezTo>
                <a:lnTo>
                  <a:pt x="351692" y="246185"/>
                </a:lnTo>
                <a:cubicBezTo>
                  <a:pt x="351692" y="255911"/>
                  <a:pt x="343834" y="263769"/>
                  <a:pt x="334108" y="263769"/>
                </a:cubicBezTo>
                <a:lnTo>
                  <a:pt x="286464" y="263769"/>
                </a:lnTo>
                <a:close/>
                <a:moveTo>
                  <a:pt x="259373" y="87923"/>
                </a:moveTo>
                <a:cubicBezTo>
                  <a:pt x="259373" y="66086"/>
                  <a:pt x="277102" y="48358"/>
                  <a:pt x="298938" y="48358"/>
                </a:cubicBezTo>
                <a:cubicBezTo>
                  <a:pt x="320775" y="48358"/>
                  <a:pt x="338504" y="66086"/>
                  <a:pt x="338504" y="87923"/>
                </a:cubicBezTo>
                <a:cubicBezTo>
                  <a:pt x="338504" y="109760"/>
                  <a:pt x="320775" y="127488"/>
                  <a:pt x="298938" y="127488"/>
                </a:cubicBezTo>
                <a:cubicBezTo>
                  <a:pt x="277102" y="127488"/>
                  <a:pt x="259373" y="109760"/>
                  <a:pt x="259373" y="87923"/>
                </a:cubicBezTo>
                <a:close/>
                <a:moveTo>
                  <a:pt x="87923" y="237392"/>
                </a:moveTo>
                <a:cubicBezTo>
                  <a:pt x="87923" y="188815"/>
                  <a:pt x="127269" y="149469"/>
                  <a:pt x="175846" y="149469"/>
                </a:cubicBezTo>
                <a:cubicBezTo>
                  <a:pt x="224424" y="149469"/>
                  <a:pt x="263769" y="188815"/>
                  <a:pt x="263769" y="237392"/>
                </a:cubicBezTo>
                <a:lnTo>
                  <a:pt x="263769" y="246185"/>
                </a:lnTo>
                <a:cubicBezTo>
                  <a:pt x="263769" y="255911"/>
                  <a:pt x="255911" y="263769"/>
                  <a:pt x="246185" y="263769"/>
                </a:cubicBezTo>
                <a:lnTo>
                  <a:pt x="105508" y="263769"/>
                </a:lnTo>
                <a:cubicBezTo>
                  <a:pt x="95781" y="263769"/>
                  <a:pt x="87923" y="255911"/>
                  <a:pt x="87923" y="246185"/>
                </a:cubicBezTo>
                <a:lnTo>
                  <a:pt x="87923" y="237392"/>
                </a:ln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1" name="Text 8"/>
          <p:cNvSpPr/>
          <p:nvPr/>
        </p:nvSpPr>
        <p:spPr>
          <a:xfrm>
            <a:off x="7246142" y="3948449"/>
            <a:ext cx="4146579" cy="919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15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Everyone will help take care of it!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43945" y="5650640"/>
            <a:ext cx="2710375" cy="1237957"/>
          </a:xfrm>
          <a:custGeom>
            <a:avLst/>
            <a:gdLst/>
            <a:ahLst/>
            <a:cxnLst/>
            <a:rect l="l" t="t" r="r" b="b"/>
            <a:pathLst>
              <a:path w="2710375" h="1237957">
                <a:moveTo>
                  <a:pt x="150053" y="0"/>
                </a:moveTo>
                <a:lnTo>
                  <a:pt x="2560323" y="0"/>
                </a:lnTo>
                <a:cubicBezTo>
                  <a:pt x="2643194" y="0"/>
                  <a:pt x="2710375" y="67181"/>
                  <a:pt x="2710375" y="150053"/>
                </a:cubicBezTo>
                <a:lnTo>
                  <a:pt x="2710375" y="1087904"/>
                </a:lnTo>
                <a:cubicBezTo>
                  <a:pt x="2710375" y="1170776"/>
                  <a:pt x="2643194" y="1237957"/>
                  <a:pt x="2560323" y="1237957"/>
                </a:cubicBezTo>
                <a:lnTo>
                  <a:pt x="150053" y="1237957"/>
                </a:lnTo>
                <a:cubicBezTo>
                  <a:pt x="67236" y="1237957"/>
                  <a:pt x="0" y="1170721"/>
                  <a:pt x="0" y="1087904"/>
                </a:cubicBezTo>
                <a:lnTo>
                  <a:pt x="0" y="150053"/>
                </a:lnTo>
                <a:cubicBezTo>
                  <a:pt x="0" y="67236"/>
                  <a:pt x="67236" y="0"/>
                  <a:pt x="150053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0677" dist="93785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45329" y="5838209"/>
            <a:ext cx="506437" cy="450166"/>
          </a:xfrm>
          <a:custGeom>
            <a:avLst/>
            <a:gdLst/>
            <a:ahLst/>
            <a:cxnLst/>
            <a:rect l="l" t="t" r="r" b="b"/>
            <a:pathLst>
              <a:path w="506437" h="450166">
                <a:moveTo>
                  <a:pt x="242228" y="5803"/>
                </a:moveTo>
                <a:lnTo>
                  <a:pt x="183935" y="90561"/>
                </a:lnTo>
                <a:cubicBezTo>
                  <a:pt x="174088" y="104892"/>
                  <a:pt x="168812" y="121861"/>
                  <a:pt x="168812" y="139182"/>
                </a:cubicBezTo>
                <a:lnTo>
                  <a:pt x="168812" y="140677"/>
                </a:lnTo>
                <a:cubicBezTo>
                  <a:pt x="168812" y="187276"/>
                  <a:pt x="206619" y="225083"/>
                  <a:pt x="253218" y="225083"/>
                </a:cubicBezTo>
                <a:cubicBezTo>
                  <a:pt x="299818" y="225083"/>
                  <a:pt x="337625" y="187276"/>
                  <a:pt x="337625" y="140677"/>
                </a:cubicBezTo>
                <a:lnTo>
                  <a:pt x="337625" y="139182"/>
                </a:lnTo>
                <a:cubicBezTo>
                  <a:pt x="337625" y="121773"/>
                  <a:pt x="332349" y="104892"/>
                  <a:pt x="322502" y="90561"/>
                </a:cubicBezTo>
                <a:lnTo>
                  <a:pt x="264209" y="5803"/>
                </a:lnTo>
                <a:cubicBezTo>
                  <a:pt x="261747" y="2198"/>
                  <a:pt x="257615" y="0"/>
                  <a:pt x="253218" y="0"/>
                </a:cubicBezTo>
                <a:cubicBezTo>
                  <a:pt x="248822" y="0"/>
                  <a:pt x="244690" y="2198"/>
                  <a:pt x="242228" y="5803"/>
                </a:cubicBezTo>
                <a:close/>
                <a:moveTo>
                  <a:pt x="96100" y="300257"/>
                </a:moveTo>
                <a:lnTo>
                  <a:pt x="58645" y="337625"/>
                </a:lnTo>
                <a:lnTo>
                  <a:pt x="28135" y="337625"/>
                </a:lnTo>
                <a:cubicBezTo>
                  <a:pt x="12573" y="337625"/>
                  <a:pt x="0" y="350198"/>
                  <a:pt x="0" y="365760"/>
                </a:cubicBezTo>
                <a:lnTo>
                  <a:pt x="0" y="422031"/>
                </a:lnTo>
                <a:cubicBezTo>
                  <a:pt x="0" y="437593"/>
                  <a:pt x="12573" y="450166"/>
                  <a:pt x="28135" y="450166"/>
                </a:cubicBezTo>
                <a:lnTo>
                  <a:pt x="309929" y="450166"/>
                </a:lnTo>
                <a:cubicBezTo>
                  <a:pt x="335427" y="450166"/>
                  <a:pt x="360309" y="441989"/>
                  <a:pt x="380883" y="426867"/>
                </a:cubicBezTo>
                <a:lnTo>
                  <a:pt x="492193" y="344834"/>
                </a:lnTo>
                <a:cubicBezTo>
                  <a:pt x="507844" y="333316"/>
                  <a:pt x="511185" y="311336"/>
                  <a:pt x="499667" y="295685"/>
                </a:cubicBezTo>
                <a:cubicBezTo>
                  <a:pt x="488149" y="280035"/>
                  <a:pt x="466168" y="276694"/>
                  <a:pt x="450518" y="288212"/>
                </a:cubicBezTo>
                <a:lnTo>
                  <a:pt x="345186" y="365760"/>
                </a:lnTo>
                <a:lnTo>
                  <a:pt x="246185" y="365760"/>
                </a:lnTo>
                <a:cubicBezTo>
                  <a:pt x="234491" y="365760"/>
                  <a:pt x="225083" y="356352"/>
                  <a:pt x="225083" y="344658"/>
                </a:cubicBezTo>
                <a:cubicBezTo>
                  <a:pt x="225083" y="332965"/>
                  <a:pt x="234491" y="323557"/>
                  <a:pt x="246185" y="323557"/>
                </a:cubicBezTo>
                <a:lnTo>
                  <a:pt x="309489" y="323557"/>
                </a:lnTo>
                <a:cubicBezTo>
                  <a:pt x="325052" y="323557"/>
                  <a:pt x="337625" y="310984"/>
                  <a:pt x="337625" y="295422"/>
                </a:cubicBezTo>
                <a:cubicBezTo>
                  <a:pt x="337625" y="279859"/>
                  <a:pt x="325052" y="267286"/>
                  <a:pt x="309489" y="267286"/>
                </a:cubicBezTo>
                <a:lnTo>
                  <a:pt x="175670" y="267286"/>
                </a:lnTo>
                <a:cubicBezTo>
                  <a:pt x="145864" y="267286"/>
                  <a:pt x="117201" y="279156"/>
                  <a:pt x="96100" y="300257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14" name="Text 11"/>
          <p:cNvSpPr/>
          <p:nvPr/>
        </p:nvSpPr>
        <p:spPr>
          <a:xfrm>
            <a:off x="6375244" y="6400917"/>
            <a:ext cx="244777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2" b="1" dirty="0">
                <a:solidFill>
                  <a:srgbClr val="FDFB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It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103321" y="5650640"/>
            <a:ext cx="2710375" cy="1237957"/>
          </a:xfrm>
          <a:custGeom>
            <a:avLst/>
            <a:gdLst/>
            <a:ahLst/>
            <a:cxnLst/>
            <a:rect l="l" t="t" r="r" b="b"/>
            <a:pathLst>
              <a:path w="2710375" h="1237957">
                <a:moveTo>
                  <a:pt x="150053" y="0"/>
                </a:moveTo>
                <a:lnTo>
                  <a:pt x="2560323" y="0"/>
                </a:lnTo>
                <a:cubicBezTo>
                  <a:pt x="2643194" y="0"/>
                  <a:pt x="2710375" y="67181"/>
                  <a:pt x="2710375" y="150053"/>
                </a:cubicBezTo>
                <a:lnTo>
                  <a:pt x="2710375" y="1087904"/>
                </a:lnTo>
                <a:cubicBezTo>
                  <a:pt x="2710375" y="1170776"/>
                  <a:pt x="2643194" y="1237957"/>
                  <a:pt x="2560323" y="1237957"/>
                </a:cubicBezTo>
                <a:lnTo>
                  <a:pt x="150053" y="1237957"/>
                </a:lnTo>
                <a:cubicBezTo>
                  <a:pt x="67236" y="1237957"/>
                  <a:pt x="0" y="1170721"/>
                  <a:pt x="0" y="1087904"/>
                </a:cubicBezTo>
                <a:lnTo>
                  <a:pt x="0" y="150053"/>
                </a:lnTo>
                <a:cubicBezTo>
                  <a:pt x="0" y="67236"/>
                  <a:pt x="67236" y="0"/>
                  <a:pt x="150053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0677" dist="93785" dir="540000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232839" y="5838209"/>
            <a:ext cx="450166" cy="450166"/>
          </a:xfrm>
          <a:custGeom>
            <a:avLst/>
            <a:gdLst/>
            <a:ahLst/>
            <a:cxnLst/>
            <a:rect l="l" t="t" r="r" b="b"/>
            <a:pathLst>
              <a:path w="450166" h="450166">
                <a:moveTo>
                  <a:pt x="131093" y="56974"/>
                </a:moveTo>
                <a:lnTo>
                  <a:pt x="121949" y="84406"/>
                </a:lnTo>
                <a:lnTo>
                  <a:pt x="56271" y="84406"/>
                </a:lnTo>
                <a:cubicBezTo>
                  <a:pt x="25234" y="84406"/>
                  <a:pt x="0" y="109640"/>
                  <a:pt x="0" y="140677"/>
                </a:cubicBezTo>
                <a:lnTo>
                  <a:pt x="0" y="365760"/>
                </a:lnTo>
                <a:cubicBezTo>
                  <a:pt x="0" y="396797"/>
                  <a:pt x="25234" y="422031"/>
                  <a:pt x="56271" y="422031"/>
                </a:cubicBezTo>
                <a:lnTo>
                  <a:pt x="393895" y="422031"/>
                </a:lnTo>
                <a:cubicBezTo>
                  <a:pt x="424932" y="422031"/>
                  <a:pt x="450166" y="396797"/>
                  <a:pt x="450166" y="365760"/>
                </a:cubicBezTo>
                <a:lnTo>
                  <a:pt x="450166" y="140677"/>
                </a:lnTo>
                <a:cubicBezTo>
                  <a:pt x="450166" y="109640"/>
                  <a:pt x="424932" y="84406"/>
                  <a:pt x="393895" y="84406"/>
                </a:cubicBezTo>
                <a:lnTo>
                  <a:pt x="328217" y="84406"/>
                </a:lnTo>
                <a:lnTo>
                  <a:pt x="319073" y="56974"/>
                </a:lnTo>
                <a:cubicBezTo>
                  <a:pt x="313358" y="39741"/>
                  <a:pt x="297268" y="28135"/>
                  <a:pt x="279068" y="28135"/>
                </a:cubicBezTo>
                <a:lnTo>
                  <a:pt x="171098" y="28135"/>
                </a:lnTo>
                <a:cubicBezTo>
                  <a:pt x="152898" y="28135"/>
                  <a:pt x="136808" y="39741"/>
                  <a:pt x="131093" y="56974"/>
                </a:cubicBezTo>
                <a:close/>
                <a:moveTo>
                  <a:pt x="225083" y="168812"/>
                </a:moveTo>
                <a:cubicBezTo>
                  <a:pt x="271668" y="168812"/>
                  <a:pt x="309489" y="206633"/>
                  <a:pt x="309489" y="253218"/>
                </a:cubicBezTo>
                <a:cubicBezTo>
                  <a:pt x="309489" y="299803"/>
                  <a:pt x="271668" y="337625"/>
                  <a:pt x="225083" y="337625"/>
                </a:cubicBezTo>
                <a:cubicBezTo>
                  <a:pt x="178498" y="337625"/>
                  <a:pt x="140677" y="299803"/>
                  <a:pt x="140677" y="253218"/>
                </a:cubicBezTo>
                <a:cubicBezTo>
                  <a:pt x="140677" y="206633"/>
                  <a:pt x="178498" y="168812"/>
                  <a:pt x="225083" y="168812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17" name="Text 14"/>
          <p:cNvSpPr/>
          <p:nvPr/>
        </p:nvSpPr>
        <p:spPr>
          <a:xfrm>
            <a:off x="9234620" y="6400917"/>
            <a:ext cx="2447778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72" b="1" dirty="0">
                <a:solidFill>
                  <a:srgbClr val="FDFB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Photos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7D48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90550" y="590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9609" y="24311"/>
                </a:moveTo>
                <a:cubicBezTo>
                  <a:pt x="96909" y="29401"/>
                  <a:pt x="98651" y="39447"/>
                  <a:pt x="93561" y="46680"/>
                </a:cubicBezTo>
                <a:lnTo>
                  <a:pt x="56056" y="100258"/>
                </a:lnTo>
                <a:cubicBezTo>
                  <a:pt x="53310" y="104142"/>
                  <a:pt x="49024" y="106620"/>
                  <a:pt x="44269" y="107022"/>
                </a:cubicBezTo>
                <a:cubicBezTo>
                  <a:pt x="39514" y="107424"/>
                  <a:pt x="34826" y="105817"/>
                  <a:pt x="31477" y="102468"/>
                </a:cubicBezTo>
                <a:lnTo>
                  <a:pt x="4688" y="75679"/>
                </a:lnTo>
                <a:cubicBezTo>
                  <a:pt x="-1540" y="69384"/>
                  <a:pt x="-1540" y="59204"/>
                  <a:pt x="4688" y="52908"/>
                </a:cubicBezTo>
                <a:cubicBezTo>
                  <a:pt x="10917" y="46613"/>
                  <a:pt x="21163" y="46680"/>
                  <a:pt x="27459" y="52908"/>
                </a:cubicBezTo>
                <a:lnTo>
                  <a:pt x="40719" y="66169"/>
                </a:lnTo>
                <a:lnTo>
                  <a:pt x="67241" y="28262"/>
                </a:lnTo>
                <a:cubicBezTo>
                  <a:pt x="72330" y="20962"/>
                  <a:pt x="82376" y="19221"/>
                  <a:pt x="89609" y="24311"/>
                </a:cubicBezTo>
                <a:close/>
                <a:moveTo>
                  <a:pt x="89609" y="131467"/>
                </a:moveTo>
                <a:cubicBezTo>
                  <a:pt x="96909" y="136557"/>
                  <a:pt x="98651" y="146603"/>
                  <a:pt x="93561" y="153836"/>
                </a:cubicBezTo>
                <a:lnTo>
                  <a:pt x="56056" y="207414"/>
                </a:lnTo>
                <a:cubicBezTo>
                  <a:pt x="53310" y="211299"/>
                  <a:pt x="49024" y="213777"/>
                  <a:pt x="44269" y="214179"/>
                </a:cubicBezTo>
                <a:cubicBezTo>
                  <a:pt x="39514" y="214580"/>
                  <a:pt x="34826" y="212973"/>
                  <a:pt x="31477" y="209624"/>
                </a:cubicBezTo>
                <a:lnTo>
                  <a:pt x="4688" y="182835"/>
                </a:lnTo>
                <a:cubicBezTo>
                  <a:pt x="-1607" y="176540"/>
                  <a:pt x="-1607" y="166360"/>
                  <a:pt x="4688" y="160132"/>
                </a:cubicBezTo>
                <a:cubicBezTo>
                  <a:pt x="10984" y="153903"/>
                  <a:pt x="21163" y="153836"/>
                  <a:pt x="27392" y="160132"/>
                </a:cubicBezTo>
                <a:lnTo>
                  <a:pt x="40652" y="173392"/>
                </a:lnTo>
                <a:lnTo>
                  <a:pt x="67174" y="135486"/>
                </a:lnTo>
                <a:cubicBezTo>
                  <a:pt x="72263" y="128186"/>
                  <a:pt x="82309" y="126444"/>
                  <a:pt x="89542" y="131534"/>
                </a:cubicBezTo>
                <a:close/>
                <a:moveTo>
                  <a:pt x="150019" y="64294"/>
                </a:moveTo>
                <a:cubicBezTo>
                  <a:pt x="150019" y="52440"/>
                  <a:pt x="159596" y="42863"/>
                  <a:pt x="171450" y="42863"/>
                </a:cubicBezTo>
                <a:lnTo>
                  <a:pt x="321469" y="42863"/>
                </a:lnTo>
                <a:cubicBezTo>
                  <a:pt x="333323" y="42863"/>
                  <a:pt x="342900" y="52440"/>
                  <a:pt x="342900" y="64294"/>
                </a:cubicBezTo>
                <a:cubicBezTo>
                  <a:pt x="342900" y="76148"/>
                  <a:pt x="333323" y="85725"/>
                  <a:pt x="321469" y="85725"/>
                </a:cubicBezTo>
                <a:lnTo>
                  <a:pt x="171450" y="85725"/>
                </a:lnTo>
                <a:cubicBezTo>
                  <a:pt x="159596" y="85725"/>
                  <a:pt x="150019" y="76148"/>
                  <a:pt x="150019" y="64294"/>
                </a:cubicBezTo>
                <a:close/>
                <a:moveTo>
                  <a:pt x="150019" y="171450"/>
                </a:moveTo>
                <a:cubicBezTo>
                  <a:pt x="150019" y="159596"/>
                  <a:pt x="159596" y="150019"/>
                  <a:pt x="171450" y="150019"/>
                </a:cubicBezTo>
                <a:lnTo>
                  <a:pt x="321469" y="150019"/>
                </a:lnTo>
                <a:cubicBezTo>
                  <a:pt x="333323" y="150019"/>
                  <a:pt x="342900" y="159596"/>
                  <a:pt x="342900" y="171450"/>
                </a:cubicBezTo>
                <a:cubicBezTo>
                  <a:pt x="342900" y="183304"/>
                  <a:pt x="333323" y="192881"/>
                  <a:pt x="321469" y="192881"/>
                </a:cubicBezTo>
                <a:lnTo>
                  <a:pt x="171450" y="192881"/>
                </a:lnTo>
                <a:cubicBezTo>
                  <a:pt x="159596" y="192881"/>
                  <a:pt x="150019" y="183304"/>
                  <a:pt x="150019" y="171450"/>
                </a:cubicBezTo>
                <a:close/>
                <a:moveTo>
                  <a:pt x="107156" y="278606"/>
                </a:moveTo>
                <a:cubicBezTo>
                  <a:pt x="107156" y="266752"/>
                  <a:pt x="116733" y="257175"/>
                  <a:pt x="128588" y="257175"/>
                </a:cubicBezTo>
                <a:lnTo>
                  <a:pt x="321469" y="257175"/>
                </a:lnTo>
                <a:cubicBezTo>
                  <a:pt x="333323" y="257175"/>
                  <a:pt x="342900" y="266752"/>
                  <a:pt x="342900" y="278606"/>
                </a:cubicBezTo>
                <a:cubicBezTo>
                  <a:pt x="342900" y="290460"/>
                  <a:pt x="333323" y="300038"/>
                  <a:pt x="321469" y="300038"/>
                </a:cubicBezTo>
                <a:lnTo>
                  <a:pt x="128588" y="300038"/>
                </a:lnTo>
                <a:cubicBezTo>
                  <a:pt x="116733" y="300038"/>
                  <a:pt x="107156" y="290460"/>
                  <a:pt x="107156" y="278606"/>
                </a:cubicBezTo>
                <a:close/>
                <a:moveTo>
                  <a:pt x="42863" y="251817"/>
                </a:moveTo>
                <a:cubicBezTo>
                  <a:pt x="57648" y="251817"/>
                  <a:pt x="69652" y="263821"/>
                  <a:pt x="69652" y="278606"/>
                </a:cubicBezTo>
                <a:cubicBezTo>
                  <a:pt x="69652" y="293392"/>
                  <a:pt x="57648" y="305395"/>
                  <a:pt x="42863" y="305395"/>
                </a:cubicBezTo>
                <a:cubicBezTo>
                  <a:pt x="28077" y="305395"/>
                  <a:pt x="16073" y="293392"/>
                  <a:pt x="16073" y="278606"/>
                </a:cubicBezTo>
                <a:cubicBezTo>
                  <a:pt x="16073" y="263821"/>
                  <a:pt x="28077" y="251817"/>
                  <a:pt x="42863" y="251817"/>
                </a:cubicBezTo>
                <a:close/>
              </a:path>
            </a:pathLst>
          </a:custGeom>
          <a:solidFill>
            <a:srgbClr val="4A454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476250"/>
            <a:ext cx="541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Our Weekly Mission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90650"/>
            <a:ext cx="11391900" cy="1209675"/>
          </a:xfrm>
          <a:custGeom>
            <a:avLst/>
            <a:gdLst/>
            <a:ahLst/>
            <a:cxnLst/>
            <a:rect l="l" t="t" r="r" b="b"/>
            <a:pathLst>
              <a:path w="11391900" h="1209675">
                <a:moveTo>
                  <a:pt x="228604" y="0"/>
                </a:moveTo>
                <a:lnTo>
                  <a:pt x="11163296" y="0"/>
                </a:lnTo>
                <a:cubicBezTo>
                  <a:pt x="11289550" y="0"/>
                  <a:pt x="11391900" y="102350"/>
                  <a:pt x="11391900" y="228604"/>
                </a:cubicBezTo>
                <a:lnTo>
                  <a:pt x="11391900" y="981071"/>
                </a:lnTo>
                <a:cubicBezTo>
                  <a:pt x="11391900" y="1107325"/>
                  <a:pt x="11289550" y="1209675"/>
                  <a:pt x="11163296" y="1209675"/>
                </a:cubicBezTo>
                <a:lnTo>
                  <a:pt x="228604" y="1209675"/>
                </a:lnTo>
                <a:cubicBezTo>
                  <a:pt x="102350" y="1209675"/>
                  <a:pt x="0" y="1107325"/>
                  <a:pt x="0" y="981071"/>
                </a:cubicBezTo>
                <a:lnTo>
                  <a:pt x="0" y="228604"/>
                </a:lnTo>
                <a:cubicBezTo>
                  <a:pt x="0" y="102350"/>
                  <a:pt x="102350" y="0"/>
                  <a:pt x="228604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8175" y="1714500"/>
            <a:ext cx="109156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We'll </a:t>
            </a:r>
            <a:pPr algn="ctr">
              <a:lnSpc>
                <a:spcPct val="140000"/>
              </a:lnSpc>
            </a:pPr>
            <a:r>
              <a:rPr lang="en-US" sz="2700" b="1" dirty="0">
                <a:solidFill>
                  <a:srgbClr val="6DAF8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water</a:t>
            </a:r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it and </a:t>
            </a:r>
            <a:pPr algn="ctr">
              <a:lnSpc>
                <a:spcPct val="140000"/>
              </a:lnSpc>
            </a:pPr>
            <a:r>
              <a:rPr lang="en-US" sz="2700" b="1" dirty="0">
                <a:solidFill>
                  <a:srgbClr val="E8A96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take a picture</a:t>
            </a:r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of it </a:t>
            </a:r>
            <a:pPr algn="ctr">
              <a:lnSpc>
                <a:spcPct val="140000"/>
              </a:lnSpc>
            </a:pPr>
            <a:r>
              <a:rPr lang="en-US" sz="2700" b="1" dirty="0">
                <a:solidFill>
                  <a:srgbClr val="F7D48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every week</a:t>
            </a:r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! 📸💧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919413"/>
            <a:ext cx="5562600" cy="2543175"/>
          </a:xfrm>
          <a:custGeom>
            <a:avLst/>
            <a:gdLst/>
            <a:ahLst/>
            <a:cxnLst/>
            <a:rect l="l" t="t" r="r" b="b"/>
            <a:pathLst>
              <a:path w="5562600" h="2543175">
                <a:moveTo>
                  <a:pt x="228606" y="0"/>
                </a:moveTo>
                <a:lnTo>
                  <a:pt x="5333994" y="0"/>
                </a:lnTo>
                <a:cubicBezTo>
                  <a:pt x="5460165" y="0"/>
                  <a:pt x="5562600" y="102435"/>
                  <a:pt x="5562600" y="228606"/>
                </a:cubicBezTo>
                <a:lnTo>
                  <a:pt x="5562600" y="2314569"/>
                </a:lnTo>
                <a:cubicBezTo>
                  <a:pt x="5562600" y="2440740"/>
                  <a:pt x="5460165" y="2543175"/>
                  <a:pt x="5333994" y="2543175"/>
                </a:cubicBezTo>
                <a:lnTo>
                  <a:pt x="228606" y="2543175"/>
                </a:lnTo>
                <a:cubicBezTo>
                  <a:pt x="102435" y="2543175"/>
                  <a:pt x="0" y="2440740"/>
                  <a:pt x="0" y="23145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3224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9" name="Shape 7"/>
          <p:cNvSpPr/>
          <p:nvPr/>
        </p:nvSpPr>
        <p:spPr>
          <a:xfrm>
            <a:off x="885825" y="338613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07156" y="285750"/>
                </a:moveTo>
                <a:cubicBezTo>
                  <a:pt x="47997" y="285750"/>
                  <a:pt x="0" y="237753"/>
                  <a:pt x="0" y="178594"/>
                </a:cubicBezTo>
                <a:cubicBezTo>
                  <a:pt x="0" y="127695"/>
                  <a:pt x="72665" y="25617"/>
                  <a:pt x="92980" y="-1953"/>
                </a:cubicBezTo>
                <a:cubicBezTo>
                  <a:pt x="96273" y="-6418"/>
                  <a:pt x="101464" y="-8930"/>
                  <a:pt x="107045" y="-8930"/>
                </a:cubicBezTo>
                <a:lnTo>
                  <a:pt x="107268" y="-8930"/>
                </a:lnTo>
                <a:cubicBezTo>
                  <a:pt x="112849" y="-8930"/>
                  <a:pt x="118039" y="-6418"/>
                  <a:pt x="121332" y="-1953"/>
                </a:cubicBezTo>
                <a:cubicBezTo>
                  <a:pt x="141647" y="25617"/>
                  <a:pt x="214313" y="127695"/>
                  <a:pt x="214313" y="178594"/>
                </a:cubicBezTo>
                <a:cubicBezTo>
                  <a:pt x="214313" y="237753"/>
                  <a:pt x="166315" y="285750"/>
                  <a:pt x="107156" y="285750"/>
                </a:cubicBezTo>
                <a:close/>
                <a:moveTo>
                  <a:pt x="62508" y="174129"/>
                </a:moveTo>
                <a:cubicBezTo>
                  <a:pt x="62508" y="166706"/>
                  <a:pt x="56536" y="160734"/>
                  <a:pt x="49113" y="160734"/>
                </a:cubicBezTo>
                <a:cubicBezTo>
                  <a:pt x="41690" y="160734"/>
                  <a:pt x="35719" y="166706"/>
                  <a:pt x="35719" y="174129"/>
                </a:cubicBezTo>
                <a:cubicBezTo>
                  <a:pt x="35719" y="216043"/>
                  <a:pt x="69707" y="250031"/>
                  <a:pt x="111621" y="250031"/>
                </a:cubicBezTo>
                <a:cubicBezTo>
                  <a:pt x="119044" y="250031"/>
                  <a:pt x="125016" y="244060"/>
                  <a:pt x="125016" y="236637"/>
                </a:cubicBezTo>
                <a:cubicBezTo>
                  <a:pt x="125016" y="229214"/>
                  <a:pt x="119044" y="223242"/>
                  <a:pt x="111621" y="223242"/>
                </a:cubicBezTo>
                <a:cubicBezTo>
                  <a:pt x="84497" y="223242"/>
                  <a:pt x="62508" y="201253"/>
                  <a:pt x="62508" y="174129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3338513"/>
            <a:ext cx="107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Water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062412"/>
            <a:ext cx="5067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week, we will give our plant water to drink.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586288"/>
            <a:ext cx="4953000" cy="571500"/>
          </a:xfrm>
          <a:custGeom>
            <a:avLst/>
            <a:gdLst/>
            <a:ahLst/>
            <a:cxnLst/>
            <a:rect l="l" t="t" r="r" b="b"/>
            <a:pathLst>
              <a:path w="4953000" h="571500">
                <a:moveTo>
                  <a:pt x="152402" y="0"/>
                </a:moveTo>
                <a:lnTo>
                  <a:pt x="4800598" y="0"/>
                </a:lnTo>
                <a:cubicBezTo>
                  <a:pt x="4884767" y="0"/>
                  <a:pt x="4953000" y="68233"/>
                  <a:pt x="4953000" y="152402"/>
                </a:cubicBezTo>
                <a:lnTo>
                  <a:pt x="4953000" y="419098"/>
                </a:lnTo>
                <a:cubicBezTo>
                  <a:pt x="4953000" y="503267"/>
                  <a:pt x="4884767" y="571500"/>
                  <a:pt x="4800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62013" y="47615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33475" y="4738688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Plants need water to grow strong!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400" y="2919413"/>
            <a:ext cx="5562600" cy="2543175"/>
          </a:xfrm>
          <a:custGeom>
            <a:avLst/>
            <a:gdLst/>
            <a:ahLst/>
            <a:cxnLst/>
            <a:rect l="l" t="t" r="r" b="b"/>
            <a:pathLst>
              <a:path w="5562600" h="2543175">
                <a:moveTo>
                  <a:pt x="228606" y="0"/>
                </a:moveTo>
                <a:lnTo>
                  <a:pt x="5333994" y="0"/>
                </a:lnTo>
                <a:cubicBezTo>
                  <a:pt x="5460165" y="0"/>
                  <a:pt x="5562600" y="102435"/>
                  <a:pt x="5562600" y="228606"/>
                </a:cubicBezTo>
                <a:lnTo>
                  <a:pt x="5562600" y="2314569"/>
                </a:lnTo>
                <a:cubicBezTo>
                  <a:pt x="5562600" y="2440740"/>
                  <a:pt x="5460165" y="2543175"/>
                  <a:pt x="5333994" y="2543175"/>
                </a:cubicBezTo>
                <a:lnTo>
                  <a:pt x="228606" y="2543175"/>
                </a:lnTo>
                <a:cubicBezTo>
                  <a:pt x="102435" y="2543175"/>
                  <a:pt x="0" y="2440740"/>
                  <a:pt x="0" y="2314569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53200" y="322421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7" name="Shape 15"/>
          <p:cNvSpPr/>
          <p:nvPr/>
        </p:nvSpPr>
        <p:spPr>
          <a:xfrm>
            <a:off x="6717506" y="33861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3214" y="36165"/>
                </a:moveTo>
                <a:lnTo>
                  <a:pt x="77409" y="53578"/>
                </a:lnTo>
                <a:lnTo>
                  <a:pt x="35719" y="53578"/>
                </a:lnTo>
                <a:cubicBezTo>
                  <a:pt x="16018" y="53578"/>
                  <a:pt x="0" y="69596"/>
                  <a:pt x="0" y="89297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50031" y="267891"/>
                </a:lnTo>
                <a:cubicBezTo>
                  <a:pt x="269732" y="267891"/>
                  <a:pt x="285750" y="251873"/>
                  <a:pt x="285750" y="232172"/>
                </a:cubicBezTo>
                <a:lnTo>
                  <a:pt x="285750" y="89297"/>
                </a:lnTo>
                <a:cubicBezTo>
                  <a:pt x="285750" y="69596"/>
                  <a:pt x="269732" y="53578"/>
                  <a:pt x="250031" y="53578"/>
                </a:cubicBezTo>
                <a:lnTo>
                  <a:pt x="208341" y="53578"/>
                </a:lnTo>
                <a:lnTo>
                  <a:pt x="202536" y="36165"/>
                </a:lnTo>
                <a:cubicBezTo>
                  <a:pt x="198909" y="25226"/>
                  <a:pt x="188695" y="17859"/>
                  <a:pt x="177143" y="17859"/>
                </a:cubicBezTo>
                <a:lnTo>
                  <a:pt x="108607" y="17859"/>
                </a:lnTo>
                <a:cubicBezTo>
                  <a:pt x="97055" y="17859"/>
                  <a:pt x="86841" y="25226"/>
                  <a:pt x="83214" y="36165"/>
                </a:cubicBezTo>
                <a:close/>
                <a:moveTo>
                  <a:pt x="142875" y="107156"/>
                </a:moveTo>
                <a:cubicBezTo>
                  <a:pt x="172446" y="107156"/>
                  <a:pt x="196453" y="131164"/>
                  <a:pt x="196453" y="160734"/>
                </a:cubicBezTo>
                <a:cubicBezTo>
                  <a:pt x="196453" y="190305"/>
                  <a:pt x="172446" y="214313"/>
                  <a:pt x="142875" y="214313"/>
                </a:cubicBezTo>
                <a:cubicBezTo>
                  <a:pt x="113304" y="214313"/>
                  <a:pt x="89297" y="190305"/>
                  <a:pt x="89297" y="160734"/>
                </a:cubicBezTo>
                <a:cubicBezTo>
                  <a:pt x="89297" y="131164"/>
                  <a:pt x="113304" y="107156"/>
                  <a:pt x="142875" y="107156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338513"/>
            <a:ext cx="1085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Photo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53200" y="4062412"/>
            <a:ext cx="5067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will take a picture to see how it changes.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53200" y="4586288"/>
            <a:ext cx="4953000" cy="571500"/>
          </a:xfrm>
          <a:custGeom>
            <a:avLst/>
            <a:gdLst/>
            <a:ahLst/>
            <a:cxnLst/>
            <a:rect l="l" t="t" r="r" b="b"/>
            <a:pathLst>
              <a:path w="4953000" h="571500">
                <a:moveTo>
                  <a:pt x="152402" y="0"/>
                </a:moveTo>
                <a:lnTo>
                  <a:pt x="4800598" y="0"/>
                </a:lnTo>
                <a:cubicBezTo>
                  <a:pt x="4884767" y="0"/>
                  <a:pt x="4953000" y="68233"/>
                  <a:pt x="4953000" y="152402"/>
                </a:cubicBezTo>
                <a:lnTo>
                  <a:pt x="4953000" y="419098"/>
                </a:lnTo>
                <a:cubicBezTo>
                  <a:pt x="4953000" y="503267"/>
                  <a:pt x="4884767" y="571500"/>
                  <a:pt x="48005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29413" y="47615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2" name="Text 20"/>
          <p:cNvSpPr/>
          <p:nvPr/>
        </p:nvSpPr>
        <p:spPr>
          <a:xfrm>
            <a:off x="7000875" y="4738688"/>
            <a:ext cx="4448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can watch it grow into a plant!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36181" y="5767388"/>
            <a:ext cx="4724400" cy="723900"/>
          </a:xfrm>
          <a:custGeom>
            <a:avLst/>
            <a:gdLst/>
            <a:ahLst/>
            <a:cxnLst/>
            <a:rect l="l" t="t" r="r" b="b"/>
            <a:pathLst>
              <a:path w="4724400" h="723900">
                <a:moveTo>
                  <a:pt x="361950" y="0"/>
                </a:moveTo>
                <a:lnTo>
                  <a:pt x="4362450" y="0"/>
                </a:lnTo>
                <a:cubicBezTo>
                  <a:pt x="4562216" y="0"/>
                  <a:pt x="4724400" y="162184"/>
                  <a:pt x="4724400" y="361950"/>
                </a:cubicBezTo>
                <a:lnTo>
                  <a:pt x="4724400" y="361950"/>
                </a:lnTo>
                <a:cubicBezTo>
                  <a:pt x="4724400" y="561716"/>
                  <a:pt x="4562216" y="723900"/>
                  <a:pt x="4362450" y="723900"/>
                </a:cubicBezTo>
                <a:lnTo>
                  <a:pt x="361950" y="723900"/>
                </a:lnTo>
                <a:cubicBezTo>
                  <a:pt x="162184" y="723900"/>
                  <a:pt x="0" y="561716"/>
                  <a:pt x="0" y="361950"/>
                </a:cubicBezTo>
                <a:lnTo>
                  <a:pt x="0" y="361950"/>
                </a:lnTo>
                <a:cubicBezTo>
                  <a:pt x="0" y="162184"/>
                  <a:pt x="162184" y="0"/>
                  <a:pt x="36195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37422" y="5988367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5" name="Text 23"/>
          <p:cNvSpPr/>
          <p:nvPr/>
        </p:nvSpPr>
        <p:spPr>
          <a:xfrm>
            <a:off x="4564856" y="5957888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 exciting! Let's begin! 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8166" y="571500"/>
            <a:ext cx="56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5400" y="476250"/>
            <a:ext cx="403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The Beginning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78240" y="495300"/>
            <a:ext cx="1133475" cy="533400"/>
          </a:xfrm>
          <a:custGeom>
            <a:avLst/>
            <a:gdLst/>
            <a:ahLst/>
            <a:cxnLst/>
            <a:rect l="l" t="t" r="r" b="b"/>
            <a:pathLst>
              <a:path w="1133475" h="533400">
                <a:moveTo>
                  <a:pt x="266700" y="0"/>
                </a:moveTo>
                <a:lnTo>
                  <a:pt x="866775" y="0"/>
                </a:lnTo>
                <a:cubicBezTo>
                  <a:pt x="1013971" y="0"/>
                  <a:pt x="1133475" y="119504"/>
                  <a:pt x="1133475" y="266700"/>
                </a:cubicBezTo>
                <a:lnTo>
                  <a:pt x="1133475" y="266700"/>
                </a:lnTo>
                <a:cubicBezTo>
                  <a:pt x="1133475" y="413896"/>
                  <a:pt x="1013971" y="533400"/>
                  <a:pt x="86677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06840" y="609600"/>
            <a:ext cx="79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5562600" cy="5105400"/>
          </a:xfrm>
          <a:custGeom>
            <a:avLst/>
            <a:gdLst/>
            <a:ahLst/>
            <a:cxnLst/>
            <a:rect l="l" t="t" r="r" b="b"/>
            <a:pathLst>
              <a:path w="5562600" h="5105400">
                <a:moveTo>
                  <a:pt x="228620" y="0"/>
                </a:moveTo>
                <a:lnTo>
                  <a:pt x="5333980" y="0"/>
                </a:lnTo>
                <a:cubicBezTo>
                  <a:pt x="5460243" y="0"/>
                  <a:pt x="5562600" y="102357"/>
                  <a:pt x="5562600" y="228620"/>
                </a:cubicBezTo>
                <a:lnTo>
                  <a:pt x="5562600" y="4876780"/>
                </a:lnTo>
                <a:cubicBezTo>
                  <a:pt x="5562600" y="5003043"/>
                  <a:pt x="5460243" y="5105400"/>
                  <a:pt x="5333980" y="5105400"/>
                </a:cubicBezTo>
                <a:lnTo>
                  <a:pt x="228620" y="5105400"/>
                </a:lnTo>
                <a:cubicBezTo>
                  <a:pt x="102357" y="5105400"/>
                  <a:pt x="0" y="5003043"/>
                  <a:pt x="0" y="4876780"/>
                </a:cubicBezTo>
                <a:lnTo>
                  <a:pt x="0" y="228620"/>
                </a:lnTo>
                <a:cubicBezTo>
                  <a:pt x="0" y="102357"/>
                  <a:pt x="102357" y="0"/>
                  <a:pt x="2286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495550"/>
            <a:ext cx="4953000" cy="1828800"/>
          </a:xfrm>
          <a:custGeom>
            <a:avLst/>
            <a:gdLst/>
            <a:ahLst/>
            <a:cxnLst/>
            <a:rect l="l" t="t" r="r" b="b"/>
            <a:pathLst>
              <a:path w="4953000" h="1828800">
                <a:moveTo>
                  <a:pt x="152394" y="0"/>
                </a:moveTo>
                <a:lnTo>
                  <a:pt x="4800606" y="0"/>
                </a:lnTo>
                <a:cubicBezTo>
                  <a:pt x="4884771" y="0"/>
                  <a:pt x="4953000" y="68229"/>
                  <a:pt x="4953000" y="152394"/>
                </a:cubicBezTo>
                <a:lnTo>
                  <a:pt x="4953000" y="1676406"/>
                </a:lnTo>
                <a:cubicBezTo>
                  <a:pt x="4953000" y="1760571"/>
                  <a:pt x="4884771" y="1828800"/>
                  <a:pt x="48006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52700" y="28003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219200" y="76200"/>
                </a:moveTo>
                <a:cubicBezTo>
                  <a:pt x="1219200" y="333613"/>
                  <a:pt x="1036796" y="548402"/>
                  <a:pt x="794385" y="598646"/>
                </a:cubicBezTo>
                <a:cubicBezTo>
                  <a:pt x="775573" y="460296"/>
                  <a:pt x="713423" y="335756"/>
                  <a:pt x="621744" y="239316"/>
                </a:cubicBezTo>
                <a:cubicBezTo>
                  <a:pt x="717233" y="95250"/>
                  <a:pt x="880824" y="0"/>
                  <a:pt x="1066800" y="0"/>
                </a:cubicBezTo>
                <a:lnTo>
                  <a:pt x="1143000" y="0"/>
                </a:lnTo>
                <a:cubicBezTo>
                  <a:pt x="1185148" y="0"/>
                  <a:pt x="1219200" y="34052"/>
                  <a:pt x="1219200" y="76200"/>
                </a:cubicBezTo>
                <a:close/>
                <a:moveTo>
                  <a:pt x="0" y="228600"/>
                </a:moveTo>
                <a:cubicBezTo>
                  <a:pt x="0" y="186452"/>
                  <a:pt x="34052" y="152400"/>
                  <a:pt x="76200" y="152400"/>
                </a:cubicBezTo>
                <a:lnTo>
                  <a:pt x="152400" y="152400"/>
                </a:lnTo>
                <a:cubicBezTo>
                  <a:pt x="446961" y="152400"/>
                  <a:pt x="685800" y="391239"/>
                  <a:pt x="685800" y="685800"/>
                </a:cubicBezTo>
                <a:lnTo>
                  <a:pt x="685800" y="1143000"/>
                </a:lnTo>
                <a:cubicBezTo>
                  <a:pt x="685800" y="1185148"/>
                  <a:pt x="651748" y="1219200"/>
                  <a:pt x="609600" y="1219200"/>
                </a:cubicBezTo>
                <a:cubicBezTo>
                  <a:pt x="567452" y="1219200"/>
                  <a:pt x="533400" y="1185148"/>
                  <a:pt x="533400" y="1143000"/>
                </a:cubicBezTo>
                <a:lnTo>
                  <a:pt x="533400" y="762000"/>
                </a:lnTo>
                <a:cubicBezTo>
                  <a:pt x="238839" y="762000"/>
                  <a:pt x="0" y="523161"/>
                  <a:pt x="0" y="228600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4552950"/>
            <a:ext cx="4953000" cy="800100"/>
          </a:xfrm>
          <a:custGeom>
            <a:avLst/>
            <a:gdLst/>
            <a:ahLst/>
            <a:cxnLst/>
            <a:rect l="l" t="t" r="r" b="b"/>
            <a:pathLst>
              <a:path w="4953000" h="800100">
                <a:moveTo>
                  <a:pt x="152403" y="0"/>
                </a:moveTo>
                <a:lnTo>
                  <a:pt x="4800597" y="0"/>
                </a:lnTo>
                <a:cubicBezTo>
                  <a:pt x="4884767" y="0"/>
                  <a:pt x="4953000" y="68233"/>
                  <a:pt x="4953000" y="152403"/>
                </a:cubicBezTo>
                <a:lnTo>
                  <a:pt x="4953000" y="647697"/>
                </a:lnTo>
                <a:cubicBezTo>
                  <a:pt x="4953000" y="731867"/>
                  <a:pt x="4884767" y="800100"/>
                  <a:pt x="48005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E8A96F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2963" y="4781550"/>
            <a:ext cx="4638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Our tiny sapling! 🌱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7450" y="1562100"/>
            <a:ext cx="5524500" cy="3733800"/>
          </a:xfrm>
          <a:custGeom>
            <a:avLst/>
            <a:gdLst/>
            <a:ahLst/>
            <a:cxnLst/>
            <a:rect l="l" t="t" r="r" b="b"/>
            <a:pathLst>
              <a:path w="5524500" h="3733800">
                <a:moveTo>
                  <a:pt x="228583" y="0"/>
                </a:moveTo>
                <a:lnTo>
                  <a:pt x="5295917" y="0"/>
                </a:lnTo>
                <a:cubicBezTo>
                  <a:pt x="5422160" y="0"/>
                  <a:pt x="5524500" y="102340"/>
                  <a:pt x="5524500" y="228583"/>
                </a:cubicBezTo>
                <a:lnTo>
                  <a:pt x="5524500" y="3505217"/>
                </a:lnTo>
                <a:cubicBezTo>
                  <a:pt x="5524500" y="3631460"/>
                  <a:pt x="5422160" y="3733800"/>
                  <a:pt x="5295917" y="3733800"/>
                </a:cubicBezTo>
                <a:lnTo>
                  <a:pt x="228583" y="3733800"/>
                </a:lnTo>
                <a:cubicBezTo>
                  <a:pt x="102340" y="3733800"/>
                  <a:pt x="0" y="3631460"/>
                  <a:pt x="0" y="3505217"/>
                </a:cubicBezTo>
                <a:lnTo>
                  <a:pt x="0" y="228583"/>
                </a:lnTo>
                <a:cubicBezTo>
                  <a:pt x="0" y="102340"/>
                  <a:pt x="102340" y="0"/>
                  <a:pt x="228583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4163" y="190881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78606" y="139303"/>
                </a:moveTo>
                <a:cubicBezTo>
                  <a:pt x="278606" y="170044"/>
                  <a:pt x="268627" y="198440"/>
                  <a:pt x="251817" y="221479"/>
                </a:cubicBezTo>
                <a:lnTo>
                  <a:pt x="336605" y="306333"/>
                </a:lnTo>
                <a:cubicBezTo>
                  <a:pt x="344976" y="314705"/>
                  <a:pt x="344976" y="328300"/>
                  <a:pt x="336605" y="336672"/>
                </a:cubicBezTo>
                <a:cubicBezTo>
                  <a:pt x="328233" y="345043"/>
                  <a:pt x="314638" y="345043"/>
                  <a:pt x="306266" y="336672"/>
                </a:cubicBezTo>
                <a:lnTo>
                  <a:pt x="221479" y="251817"/>
                </a:lnTo>
                <a:cubicBezTo>
                  <a:pt x="198440" y="268627"/>
                  <a:pt x="170044" y="278606"/>
                  <a:pt x="139303" y="278606"/>
                </a:cubicBezTo>
                <a:cubicBezTo>
                  <a:pt x="62352" y="278606"/>
                  <a:pt x="0" y="216255"/>
                  <a:pt x="0" y="139303"/>
                </a:cubicBezTo>
                <a:cubicBezTo>
                  <a:pt x="0" y="62352"/>
                  <a:pt x="62352" y="0"/>
                  <a:pt x="139303" y="0"/>
                </a:cubicBezTo>
                <a:cubicBezTo>
                  <a:pt x="216255" y="0"/>
                  <a:pt x="278606" y="62352"/>
                  <a:pt x="278606" y="139303"/>
                </a:cubicBezTo>
                <a:close/>
                <a:moveTo>
                  <a:pt x="139303" y="235744"/>
                </a:moveTo>
                <a:cubicBezTo>
                  <a:pt x="192530" y="235744"/>
                  <a:pt x="235744" y="192530"/>
                  <a:pt x="235744" y="139303"/>
                </a:cubicBezTo>
                <a:cubicBezTo>
                  <a:pt x="235744" y="86076"/>
                  <a:pt x="192530" y="42863"/>
                  <a:pt x="139303" y="42863"/>
                </a:cubicBezTo>
                <a:cubicBezTo>
                  <a:pt x="86076" y="42863"/>
                  <a:pt x="42863" y="86076"/>
                  <a:pt x="42863" y="139303"/>
                </a:cubicBezTo>
                <a:cubicBezTo>
                  <a:pt x="42863" y="192530"/>
                  <a:pt x="86076" y="235744"/>
                  <a:pt x="139303" y="235744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4" name="Text 12"/>
          <p:cNvSpPr/>
          <p:nvPr/>
        </p:nvSpPr>
        <p:spPr>
          <a:xfrm>
            <a:off x="7105650" y="1885950"/>
            <a:ext cx="453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What Do We See?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91300" y="249555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4663" y="26860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7" name="Text 15"/>
          <p:cNvSpPr/>
          <p:nvPr/>
        </p:nvSpPr>
        <p:spPr>
          <a:xfrm>
            <a:off x="7362825" y="2705100"/>
            <a:ext cx="199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small green 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91300" y="337185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24663" y="3562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0" name="Text 18"/>
          <p:cNvSpPr/>
          <p:nvPr/>
        </p:nvSpPr>
        <p:spPr>
          <a:xfrm>
            <a:off x="7362825" y="3581400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Tiny baby leaves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91300" y="424815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824663" y="44386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227975" y="142451"/>
                </a:moveTo>
                <a:lnTo>
                  <a:pt x="174397" y="228176"/>
                </a:lnTo>
                <a:cubicBezTo>
                  <a:pt x="171584" y="232663"/>
                  <a:pt x="166762" y="235476"/>
                  <a:pt x="161471" y="235744"/>
                </a:cubicBezTo>
                <a:cubicBezTo>
                  <a:pt x="156180" y="236012"/>
                  <a:pt x="151090" y="233601"/>
                  <a:pt x="147943" y="229314"/>
                </a:cubicBezTo>
                <a:lnTo>
                  <a:pt x="115796" y="186452"/>
                </a:lnTo>
                <a:cubicBezTo>
                  <a:pt x="110438" y="179353"/>
                  <a:pt x="111911" y="169307"/>
                  <a:pt x="119010" y="163949"/>
                </a:cubicBezTo>
                <a:cubicBezTo>
                  <a:pt x="126110" y="158591"/>
                  <a:pt x="136155" y="160065"/>
                  <a:pt x="141513" y="167164"/>
                </a:cubicBezTo>
                <a:lnTo>
                  <a:pt x="159596" y="191274"/>
                </a:lnTo>
                <a:lnTo>
                  <a:pt x="200717" y="125440"/>
                </a:lnTo>
                <a:cubicBezTo>
                  <a:pt x="205405" y="117939"/>
                  <a:pt x="215317" y="115595"/>
                  <a:pt x="222885" y="120350"/>
                </a:cubicBezTo>
                <a:cubicBezTo>
                  <a:pt x="230453" y="125105"/>
                  <a:pt x="232730" y="134950"/>
                  <a:pt x="227975" y="142518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3" name="Text 21"/>
          <p:cNvSpPr/>
          <p:nvPr/>
        </p:nvSpPr>
        <p:spPr>
          <a:xfrm>
            <a:off x="7362825" y="4457700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It's in a small pot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8400" y="5543550"/>
            <a:ext cx="5562600" cy="762000"/>
          </a:xfrm>
          <a:custGeom>
            <a:avLst/>
            <a:gdLst/>
            <a:ahLst/>
            <a:cxnLst/>
            <a:rect l="l" t="t" r="r" b="b"/>
            <a:pathLst>
              <a:path w="5562600" h="762000">
                <a:moveTo>
                  <a:pt x="152400" y="0"/>
                </a:moveTo>
                <a:lnTo>
                  <a:pt x="5410200" y="0"/>
                </a:lnTo>
                <a:cubicBezTo>
                  <a:pt x="5494312" y="0"/>
                  <a:pt x="5562600" y="68288"/>
                  <a:pt x="5562600" y="152400"/>
                </a:cubicBezTo>
                <a:lnTo>
                  <a:pt x="5562600" y="609600"/>
                </a:lnTo>
                <a:cubicBezTo>
                  <a:pt x="5562600" y="693712"/>
                  <a:pt x="5494312" y="762000"/>
                  <a:pt x="54102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7D48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42622" y="579500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2750" y="577215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Let's take good care of it!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23399" y="571500"/>
            <a:ext cx="647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5400" y="476250"/>
            <a:ext cx="4343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Growing Bigger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21209" y="495300"/>
            <a:ext cx="1190625" cy="533400"/>
          </a:xfrm>
          <a:custGeom>
            <a:avLst/>
            <a:gdLst/>
            <a:ahLst/>
            <a:cxnLst/>
            <a:rect l="l" t="t" r="r" b="b"/>
            <a:pathLst>
              <a:path w="1190625" h="533400">
                <a:moveTo>
                  <a:pt x="266700" y="0"/>
                </a:moveTo>
                <a:lnTo>
                  <a:pt x="923925" y="0"/>
                </a:lnTo>
                <a:cubicBezTo>
                  <a:pt x="1071121" y="0"/>
                  <a:pt x="1190625" y="119504"/>
                  <a:pt x="1190625" y="266700"/>
                </a:cubicBezTo>
                <a:lnTo>
                  <a:pt x="1190625" y="266700"/>
                </a:lnTo>
                <a:cubicBezTo>
                  <a:pt x="1190625" y="413896"/>
                  <a:pt x="1071121" y="533400"/>
                  <a:pt x="9239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49809" y="60960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71600"/>
            <a:ext cx="5562600" cy="2438400"/>
          </a:xfrm>
          <a:custGeom>
            <a:avLst/>
            <a:gdLst/>
            <a:ahLst/>
            <a:cxnLst/>
            <a:rect l="l" t="t" r="r" b="b"/>
            <a:pathLst>
              <a:path w="5562600" h="2438400">
                <a:moveTo>
                  <a:pt x="228600" y="0"/>
                </a:moveTo>
                <a:lnTo>
                  <a:pt x="5334000" y="0"/>
                </a:lnTo>
                <a:cubicBezTo>
                  <a:pt x="5460168" y="0"/>
                  <a:pt x="5562600" y="102432"/>
                  <a:pt x="5562600" y="228600"/>
                </a:cubicBezTo>
                <a:lnTo>
                  <a:pt x="5562600" y="2209800"/>
                </a:lnTo>
                <a:cubicBezTo>
                  <a:pt x="5562600" y="2335968"/>
                  <a:pt x="5460168" y="2438400"/>
                  <a:pt x="5334000" y="2438400"/>
                </a:cubicBezTo>
                <a:lnTo>
                  <a:pt x="228600" y="2438400"/>
                </a:lnTo>
                <a:cubicBezTo>
                  <a:pt x="102432" y="2438400"/>
                  <a:pt x="0" y="2335968"/>
                  <a:pt x="0" y="22098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19400" y="16002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42863"/>
                </a:moveTo>
                <a:cubicBezTo>
                  <a:pt x="685800" y="187657"/>
                  <a:pt x="583198" y="308476"/>
                  <a:pt x="446842" y="336739"/>
                </a:cubicBezTo>
                <a:cubicBezTo>
                  <a:pt x="436260" y="258916"/>
                  <a:pt x="401300" y="188863"/>
                  <a:pt x="349731" y="134615"/>
                </a:cubicBezTo>
                <a:cubicBezTo>
                  <a:pt x="403443" y="53578"/>
                  <a:pt x="495464" y="0"/>
                  <a:pt x="600075" y="0"/>
                </a:cubicBezTo>
                <a:lnTo>
                  <a:pt x="642938" y="0"/>
                </a:lnTo>
                <a:cubicBezTo>
                  <a:pt x="666646" y="0"/>
                  <a:pt x="685800" y="19154"/>
                  <a:pt x="685800" y="42863"/>
                </a:cubicBezTo>
                <a:close/>
                <a:moveTo>
                  <a:pt x="0" y="128588"/>
                </a:moveTo>
                <a:cubicBezTo>
                  <a:pt x="0" y="104879"/>
                  <a:pt x="19154" y="85725"/>
                  <a:pt x="42863" y="85725"/>
                </a:cubicBezTo>
                <a:lnTo>
                  <a:pt x="85725" y="85725"/>
                </a:lnTo>
                <a:cubicBezTo>
                  <a:pt x="251415" y="85725"/>
                  <a:pt x="385763" y="220072"/>
                  <a:pt x="385763" y="385763"/>
                </a:cubicBezTo>
                <a:lnTo>
                  <a:pt x="385763" y="642938"/>
                </a:lnTo>
                <a:cubicBezTo>
                  <a:pt x="385763" y="666646"/>
                  <a:pt x="366608" y="685800"/>
                  <a:pt x="342900" y="685800"/>
                </a:cubicBezTo>
                <a:cubicBezTo>
                  <a:pt x="319192" y="685800"/>
                  <a:pt x="300038" y="666646"/>
                  <a:pt x="300038" y="642938"/>
                </a:cubicBezTo>
                <a:lnTo>
                  <a:pt x="300038" y="428625"/>
                </a:lnTo>
                <a:cubicBezTo>
                  <a:pt x="134347" y="428625"/>
                  <a:pt x="0" y="294278"/>
                  <a:pt x="0" y="128588"/>
                </a:cubicBezTo>
                <a:close/>
              </a:path>
            </a:pathLst>
          </a:custGeom>
          <a:solidFill>
            <a:srgbClr val="6DAF8C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8163" y="2438400"/>
            <a:ext cx="5248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933700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152402" y="0"/>
                </a:moveTo>
                <a:lnTo>
                  <a:pt x="4952998" y="0"/>
                </a:lnTo>
                <a:cubicBezTo>
                  <a:pt x="5037167" y="0"/>
                  <a:pt x="5105400" y="68233"/>
                  <a:pt x="5105400" y="152402"/>
                </a:cubicBezTo>
                <a:lnTo>
                  <a:pt x="5105400" y="419098"/>
                </a:lnTo>
                <a:cubicBezTo>
                  <a:pt x="5105400" y="503267"/>
                  <a:pt x="5037167" y="571500"/>
                  <a:pt x="49529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14375" y="3086100"/>
            <a:ext cx="489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and tiny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7450" y="1390650"/>
            <a:ext cx="5524500" cy="2400300"/>
          </a:xfrm>
          <a:custGeom>
            <a:avLst/>
            <a:gdLst/>
            <a:ahLst/>
            <a:cxnLst/>
            <a:rect l="l" t="t" r="r" b="b"/>
            <a:pathLst>
              <a:path w="5524500" h="2400300">
                <a:moveTo>
                  <a:pt x="228605" y="0"/>
                </a:moveTo>
                <a:lnTo>
                  <a:pt x="5295895" y="0"/>
                </a:lnTo>
                <a:cubicBezTo>
                  <a:pt x="5422066" y="0"/>
                  <a:pt x="5524500" y="102434"/>
                  <a:pt x="5524500" y="228605"/>
                </a:cubicBezTo>
                <a:lnTo>
                  <a:pt x="5524500" y="2171695"/>
                </a:lnTo>
                <a:cubicBezTo>
                  <a:pt x="5524500" y="2297866"/>
                  <a:pt x="5422066" y="2400300"/>
                  <a:pt x="5295895" y="2400300"/>
                </a:cubicBezTo>
                <a:lnTo>
                  <a:pt x="228605" y="2400300"/>
                </a:lnTo>
                <a:cubicBezTo>
                  <a:pt x="102434" y="2400300"/>
                  <a:pt x="0" y="2297866"/>
                  <a:pt x="0" y="21716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E8A96F"/>
            </a:solidFill>
            <a:prstDash val="solid"/>
          </a:ln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0" y="16383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31284" y="8974"/>
                </a:moveTo>
                <a:cubicBezTo>
                  <a:pt x="639857" y="804"/>
                  <a:pt x="652314" y="-2143"/>
                  <a:pt x="663833" y="1607"/>
                </a:cubicBezTo>
                <a:cubicBezTo>
                  <a:pt x="676960" y="6028"/>
                  <a:pt x="685800" y="18351"/>
                  <a:pt x="685800" y="32147"/>
                </a:cubicBezTo>
                <a:lnTo>
                  <a:pt x="685800" y="282491"/>
                </a:lnTo>
                <a:cubicBezTo>
                  <a:pt x="685800" y="458227"/>
                  <a:pt x="541005" y="600075"/>
                  <a:pt x="365939" y="600075"/>
                </a:cubicBezTo>
                <a:cubicBezTo>
                  <a:pt x="262801" y="600075"/>
                  <a:pt x="173861" y="533772"/>
                  <a:pt x="141580" y="441082"/>
                </a:cubicBezTo>
                <a:cubicBezTo>
                  <a:pt x="94164" y="482337"/>
                  <a:pt x="64294" y="543014"/>
                  <a:pt x="64294" y="610791"/>
                </a:cubicBezTo>
                <a:cubicBezTo>
                  <a:pt x="64294" y="628605"/>
                  <a:pt x="49962" y="642938"/>
                  <a:pt x="32147" y="642938"/>
                </a:cubicBezTo>
                <a:cubicBezTo>
                  <a:pt x="14332" y="642938"/>
                  <a:pt x="0" y="628605"/>
                  <a:pt x="0" y="610791"/>
                </a:cubicBezTo>
                <a:cubicBezTo>
                  <a:pt x="0" y="510466"/>
                  <a:pt x="51167" y="422062"/>
                  <a:pt x="128721" y="370091"/>
                </a:cubicBezTo>
                <a:cubicBezTo>
                  <a:pt x="176004" y="338480"/>
                  <a:pt x="232395" y="321469"/>
                  <a:pt x="289322" y="321469"/>
                </a:cubicBezTo>
                <a:lnTo>
                  <a:pt x="396478" y="321469"/>
                </a:lnTo>
                <a:cubicBezTo>
                  <a:pt x="414293" y="321469"/>
                  <a:pt x="428625" y="307137"/>
                  <a:pt x="428625" y="289322"/>
                </a:cubicBezTo>
                <a:cubicBezTo>
                  <a:pt x="428625" y="271507"/>
                  <a:pt x="414293" y="257175"/>
                  <a:pt x="396478" y="257175"/>
                </a:cubicBezTo>
                <a:lnTo>
                  <a:pt x="289322" y="257175"/>
                </a:lnTo>
                <a:cubicBezTo>
                  <a:pt x="236146" y="257175"/>
                  <a:pt x="185782" y="268962"/>
                  <a:pt x="140643" y="289992"/>
                </a:cubicBezTo>
                <a:cubicBezTo>
                  <a:pt x="171852" y="196230"/>
                  <a:pt x="260122" y="128588"/>
                  <a:pt x="364331" y="128588"/>
                </a:cubicBezTo>
                <a:cubicBezTo>
                  <a:pt x="453271" y="128588"/>
                  <a:pt x="519440" y="98986"/>
                  <a:pt x="563508" y="69652"/>
                </a:cubicBezTo>
                <a:cubicBezTo>
                  <a:pt x="589225" y="52507"/>
                  <a:pt x="611059" y="32013"/>
                  <a:pt x="631418" y="8974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4" name="Text 12"/>
          <p:cNvSpPr/>
          <p:nvPr/>
        </p:nvSpPr>
        <p:spPr>
          <a:xfrm>
            <a:off x="6443663" y="2476500"/>
            <a:ext cx="5172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15100" y="2971800"/>
            <a:ext cx="5029200" cy="571500"/>
          </a:xfrm>
          <a:custGeom>
            <a:avLst/>
            <a:gdLst/>
            <a:ahLst/>
            <a:cxnLst/>
            <a:rect l="l" t="t" r="r" b="b"/>
            <a:pathLst>
              <a:path w="5029200" h="571500">
                <a:moveTo>
                  <a:pt x="152402" y="0"/>
                </a:moveTo>
                <a:lnTo>
                  <a:pt x="4876798" y="0"/>
                </a:lnTo>
                <a:cubicBezTo>
                  <a:pt x="4960967" y="0"/>
                  <a:pt x="5029200" y="68233"/>
                  <a:pt x="5029200" y="152402"/>
                </a:cubicBezTo>
                <a:lnTo>
                  <a:pt x="5029200" y="419098"/>
                </a:lnTo>
                <a:cubicBezTo>
                  <a:pt x="5029200" y="503267"/>
                  <a:pt x="4960967" y="571500"/>
                  <a:pt x="4876798" y="571500"/>
                </a:cubicBezTo>
                <a:lnTo>
                  <a:pt x="152402" y="571500"/>
                </a:lnTo>
                <a:cubicBezTo>
                  <a:pt x="68233" y="571500"/>
                  <a:pt x="0" y="503267"/>
                  <a:pt x="0" y="4190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19875" y="3124200"/>
            <a:ext cx="481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Bigger now!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57650"/>
            <a:ext cx="11391900" cy="2476500"/>
          </a:xfrm>
          <a:custGeom>
            <a:avLst/>
            <a:gdLst/>
            <a:ahLst/>
            <a:cxnLst/>
            <a:rect l="l" t="t" r="r" b="b"/>
            <a:pathLst>
              <a:path w="11391900" h="2476500">
                <a:moveTo>
                  <a:pt x="228606" y="0"/>
                </a:moveTo>
                <a:lnTo>
                  <a:pt x="11163294" y="0"/>
                </a:lnTo>
                <a:cubicBezTo>
                  <a:pt x="11289465" y="0"/>
                  <a:pt x="11391900" y="102435"/>
                  <a:pt x="11391900" y="228606"/>
                </a:cubicBezTo>
                <a:lnTo>
                  <a:pt x="11391900" y="2247894"/>
                </a:lnTo>
                <a:cubicBezTo>
                  <a:pt x="11391900" y="2374065"/>
                  <a:pt x="11289465" y="2476500"/>
                  <a:pt x="11163294" y="2476500"/>
                </a:cubicBezTo>
                <a:lnTo>
                  <a:pt x="228606" y="2476500"/>
                </a:lnTo>
                <a:cubicBezTo>
                  <a:pt x="102435" y="2476500"/>
                  <a:pt x="0" y="2374065"/>
                  <a:pt x="0" y="2247894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8468" y="4404359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43723" y="11653"/>
                </a:moveTo>
                <a:cubicBezTo>
                  <a:pt x="135352" y="3282"/>
                  <a:pt x="121756" y="3282"/>
                  <a:pt x="113385" y="11653"/>
                </a:cubicBezTo>
                <a:lnTo>
                  <a:pt x="6228" y="118809"/>
                </a:lnTo>
                <a:cubicBezTo>
                  <a:pt x="-2143" y="127181"/>
                  <a:pt x="-2143" y="140777"/>
                  <a:pt x="6228" y="149148"/>
                </a:cubicBezTo>
                <a:cubicBezTo>
                  <a:pt x="14600" y="157520"/>
                  <a:pt x="28195" y="157520"/>
                  <a:pt x="36567" y="149148"/>
                </a:cubicBezTo>
                <a:lnTo>
                  <a:pt x="107156" y="78559"/>
                </a:lnTo>
                <a:lnTo>
                  <a:pt x="107156" y="326827"/>
                </a:lnTo>
                <a:cubicBezTo>
                  <a:pt x="107156" y="338681"/>
                  <a:pt x="116733" y="348258"/>
                  <a:pt x="128588" y="348258"/>
                </a:cubicBezTo>
                <a:cubicBezTo>
                  <a:pt x="140442" y="348258"/>
                  <a:pt x="150019" y="338681"/>
                  <a:pt x="150019" y="326827"/>
                </a:cubicBezTo>
                <a:lnTo>
                  <a:pt x="150019" y="78559"/>
                </a:lnTo>
                <a:lnTo>
                  <a:pt x="220608" y="149148"/>
                </a:lnTo>
                <a:cubicBezTo>
                  <a:pt x="228980" y="157520"/>
                  <a:pt x="242575" y="157520"/>
                  <a:pt x="250947" y="149148"/>
                </a:cubicBezTo>
                <a:cubicBezTo>
                  <a:pt x="259318" y="140777"/>
                  <a:pt x="259318" y="127181"/>
                  <a:pt x="250947" y="118809"/>
                </a:cubicBezTo>
                <a:lnTo>
                  <a:pt x="143790" y="11653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9" name="Text 17"/>
          <p:cNvSpPr/>
          <p:nvPr/>
        </p:nvSpPr>
        <p:spPr>
          <a:xfrm>
            <a:off x="1152525" y="4381500"/>
            <a:ext cx="10401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Changes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4991100"/>
            <a:ext cx="3429000" cy="1219200"/>
          </a:xfrm>
          <a:custGeom>
            <a:avLst/>
            <a:gdLst/>
            <a:ahLst/>
            <a:cxnLst/>
            <a:rect l="l" t="t" r="r" b="b"/>
            <a:pathLst>
              <a:path w="3429000" h="1219200">
                <a:moveTo>
                  <a:pt x="152400" y="0"/>
                </a:moveTo>
                <a:lnTo>
                  <a:pt x="3276600" y="0"/>
                </a:lnTo>
                <a:cubicBezTo>
                  <a:pt x="3360712" y="0"/>
                  <a:pt x="3429000" y="68288"/>
                  <a:pt x="3429000" y="152400"/>
                </a:cubicBezTo>
                <a:lnTo>
                  <a:pt x="3429000" y="1066800"/>
                </a:lnTo>
                <a:cubicBezTo>
                  <a:pt x="3429000" y="1150912"/>
                  <a:pt x="3360712" y="1219200"/>
                  <a:pt x="32766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24100" y="5181600"/>
            <a:ext cx="228600" cy="457200"/>
          </a:xfrm>
          <a:custGeom>
            <a:avLst/>
            <a:gdLst/>
            <a:ahLst/>
            <a:cxnLst/>
            <a:rect l="l" t="t" r="r" b="b"/>
            <a:pathLst>
              <a:path w="228600" h="457200">
                <a:moveTo>
                  <a:pt x="0" y="14288"/>
                </a:moveTo>
                <a:cubicBezTo>
                  <a:pt x="0" y="-9376"/>
                  <a:pt x="19199" y="-28575"/>
                  <a:pt x="42863" y="-28575"/>
                </a:cubicBezTo>
                <a:lnTo>
                  <a:pt x="185738" y="-28575"/>
                </a:lnTo>
                <a:cubicBezTo>
                  <a:pt x="209401" y="-28575"/>
                  <a:pt x="228600" y="-9376"/>
                  <a:pt x="228600" y="14288"/>
                </a:cubicBezTo>
                <a:lnTo>
                  <a:pt x="228600" y="35719"/>
                </a:lnTo>
                <a:lnTo>
                  <a:pt x="135731" y="35719"/>
                </a:lnTo>
                <a:cubicBezTo>
                  <a:pt x="123855" y="35719"/>
                  <a:pt x="114300" y="45274"/>
                  <a:pt x="114300" y="57150"/>
                </a:cubicBezTo>
                <a:cubicBezTo>
                  <a:pt x="114300" y="69026"/>
                  <a:pt x="123855" y="78581"/>
                  <a:pt x="135731" y="78581"/>
                </a:cubicBezTo>
                <a:lnTo>
                  <a:pt x="228600" y="78581"/>
                </a:lnTo>
                <a:lnTo>
                  <a:pt x="228600" y="121444"/>
                </a:lnTo>
                <a:lnTo>
                  <a:pt x="164306" y="121444"/>
                </a:lnTo>
                <a:cubicBezTo>
                  <a:pt x="152430" y="121444"/>
                  <a:pt x="142875" y="130999"/>
                  <a:pt x="142875" y="142875"/>
                </a:cubicBezTo>
                <a:cubicBezTo>
                  <a:pt x="142875" y="154751"/>
                  <a:pt x="152430" y="164306"/>
                  <a:pt x="164306" y="164306"/>
                </a:cubicBezTo>
                <a:lnTo>
                  <a:pt x="228600" y="164306"/>
                </a:lnTo>
                <a:lnTo>
                  <a:pt x="228600" y="207169"/>
                </a:lnTo>
                <a:lnTo>
                  <a:pt x="135731" y="207169"/>
                </a:lnTo>
                <a:cubicBezTo>
                  <a:pt x="123855" y="207169"/>
                  <a:pt x="114300" y="216724"/>
                  <a:pt x="114300" y="228600"/>
                </a:cubicBezTo>
                <a:cubicBezTo>
                  <a:pt x="114300" y="240476"/>
                  <a:pt x="123855" y="250031"/>
                  <a:pt x="135731" y="250031"/>
                </a:cubicBezTo>
                <a:lnTo>
                  <a:pt x="228600" y="250031"/>
                </a:lnTo>
                <a:lnTo>
                  <a:pt x="228600" y="292894"/>
                </a:lnTo>
                <a:lnTo>
                  <a:pt x="164306" y="292894"/>
                </a:lnTo>
                <a:cubicBezTo>
                  <a:pt x="152430" y="292894"/>
                  <a:pt x="142875" y="302449"/>
                  <a:pt x="142875" y="314325"/>
                </a:cubicBezTo>
                <a:cubicBezTo>
                  <a:pt x="142875" y="326201"/>
                  <a:pt x="152430" y="335756"/>
                  <a:pt x="164306" y="335756"/>
                </a:cubicBezTo>
                <a:lnTo>
                  <a:pt x="228600" y="335756"/>
                </a:lnTo>
                <a:lnTo>
                  <a:pt x="228600" y="378619"/>
                </a:lnTo>
                <a:lnTo>
                  <a:pt x="135731" y="378619"/>
                </a:lnTo>
                <a:cubicBezTo>
                  <a:pt x="123855" y="378619"/>
                  <a:pt x="114300" y="388174"/>
                  <a:pt x="114300" y="400050"/>
                </a:cubicBezTo>
                <a:cubicBezTo>
                  <a:pt x="114300" y="411926"/>
                  <a:pt x="123855" y="421481"/>
                  <a:pt x="135731" y="421481"/>
                </a:cubicBezTo>
                <a:lnTo>
                  <a:pt x="228600" y="421481"/>
                </a:lnTo>
                <a:lnTo>
                  <a:pt x="228600" y="442913"/>
                </a:lnTo>
                <a:cubicBezTo>
                  <a:pt x="228600" y="466576"/>
                  <a:pt x="209401" y="485775"/>
                  <a:pt x="185738" y="485775"/>
                </a:cubicBezTo>
                <a:lnTo>
                  <a:pt x="42863" y="485775"/>
                </a:lnTo>
                <a:cubicBezTo>
                  <a:pt x="19199" y="485775"/>
                  <a:pt x="0" y="466576"/>
                  <a:pt x="0" y="442913"/>
                </a:cubicBezTo>
                <a:lnTo>
                  <a:pt x="0" y="14288"/>
                </a:ln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2" name="Text 20"/>
          <p:cNvSpPr/>
          <p:nvPr/>
        </p:nvSpPr>
        <p:spPr>
          <a:xfrm>
            <a:off x="866775" y="57531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Taller stem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1500" y="4991100"/>
            <a:ext cx="3429000" cy="1219200"/>
          </a:xfrm>
          <a:custGeom>
            <a:avLst/>
            <a:gdLst/>
            <a:ahLst/>
            <a:cxnLst/>
            <a:rect l="l" t="t" r="r" b="b"/>
            <a:pathLst>
              <a:path w="3429000" h="1219200">
                <a:moveTo>
                  <a:pt x="152400" y="0"/>
                </a:moveTo>
                <a:lnTo>
                  <a:pt x="3276600" y="0"/>
                </a:lnTo>
                <a:cubicBezTo>
                  <a:pt x="3360712" y="0"/>
                  <a:pt x="3429000" y="68288"/>
                  <a:pt x="3429000" y="152400"/>
                </a:cubicBezTo>
                <a:lnTo>
                  <a:pt x="3429000" y="1066800"/>
                </a:lnTo>
                <a:cubicBezTo>
                  <a:pt x="3429000" y="1150912"/>
                  <a:pt x="3360712" y="1219200"/>
                  <a:pt x="32766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674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0856" y="5983"/>
                </a:moveTo>
                <a:cubicBezTo>
                  <a:pt x="426571" y="536"/>
                  <a:pt x="434876" y="-1429"/>
                  <a:pt x="442555" y="1072"/>
                </a:cubicBezTo>
                <a:cubicBezTo>
                  <a:pt x="451306" y="4018"/>
                  <a:pt x="457200" y="12234"/>
                  <a:pt x="457200" y="21431"/>
                </a:cubicBezTo>
                <a:lnTo>
                  <a:pt x="457200" y="188327"/>
                </a:lnTo>
                <a:cubicBezTo>
                  <a:pt x="457200" y="305485"/>
                  <a:pt x="360670" y="400050"/>
                  <a:pt x="243959" y="400050"/>
                </a:cubicBezTo>
                <a:cubicBezTo>
                  <a:pt x="175200" y="400050"/>
                  <a:pt x="115907" y="355848"/>
                  <a:pt x="94387" y="294055"/>
                </a:cubicBezTo>
                <a:cubicBezTo>
                  <a:pt x="62776" y="321558"/>
                  <a:pt x="42862" y="362010"/>
                  <a:pt x="42862" y="407194"/>
                </a:cubicBezTo>
                <a:cubicBezTo>
                  <a:pt x="42862" y="419070"/>
                  <a:pt x="33308" y="428625"/>
                  <a:pt x="21431" y="428625"/>
                </a:cubicBezTo>
                <a:cubicBezTo>
                  <a:pt x="9555" y="428625"/>
                  <a:pt x="0" y="419070"/>
                  <a:pt x="0" y="407194"/>
                </a:cubicBezTo>
                <a:cubicBezTo>
                  <a:pt x="0" y="340310"/>
                  <a:pt x="34111" y="281374"/>
                  <a:pt x="85814" y="246727"/>
                </a:cubicBezTo>
                <a:cubicBezTo>
                  <a:pt x="117336" y="225653"/>
                  <a:pt x="154930" y="214313"/>
                  <a:pt x="192881" y="214313"/>
                </a:cubicBezTo>
                <a:lnTo>
                  <a:pt x="264319" y="214313"/>
                </a:lnTo>
                <a:cubicBezTo>
                  <a:pt x="276195" y="214313"/>
                  <a:pt x="285750" y="204758"/>
                  <a:pt x="285750" y="192881"/>
                </a:cubicBezTo>
                <a:cubicBezTo>
                  <a:pt x="285750" y="181005"/>
                  <a:pt x="276195" y="171450"/>
                  <a:pt x="264319" y="171450"/>
                </a:cubicBezTo>
                <a:lnTo>
                  <a:pt x="192881" y="171450"/>
                </a:lnTo>
                <a:cubicBezTo>
                  <a:pt x="157430" y="171450"/>
                  <a:pt x="123855" y="179308"/>
                  <a:pt x="93762" y="193328"/>
                </a:cubicBezTo>
                <a:cubicBezTo>
                  <a:pt x="114568" y="130820"/>
                  <a:pt x="173415" y="85725"/>
                  <a:pt x="242888" y="85725"/>
                </a:cubicBezTo>
                <a:cubicBezTo>
                  <a:pt x="302181" y="85725"/>
                  <a:pt x="346293" y="65990"/>
                  <a:pt x="375672" y="46434"/>
                </a:cubicBezTo>
                <a:cubicBezTo>
                  <a:pt x="392817" y="35004"/>
                  <a:pt x="407372" y="21342"/>
                  <a:pt x="420945" y="5983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5" name="Text 23"/>
          <p:cNvSpPr/>
          <p:nvPr/>
        </p:nvSpPr>
        <p:spPr>
          <a:xfrm>
            <a:off x="4524375" y="57531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leaves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39100" y="4991100"/>
            <a:ext cx="3429000" cy="1219200"/>
          </a:xfrm>
          <a:custGeom>
            <a:avLst/>
            <a:gdLst/>
            <a:ahLst/>
            <a:cxnLst/>
            <a:rect l="l" t="t" r="r" b="b"/>
            <a:pathLst>
              <a:path w="3429000" h="1219200">
                <a:moveTo>
                  <a:pt x="152400" y="0"/>
                </a:moveTo>
                <a:lnTo>
                  <a:pt x="3276600" y="0"/>
                </a:lnTo>
                <a:cubicBezTo>
                  <a:pt x="3360712" y="0"/>
                  <a:pt x="3429000" y="68288"/>
                  <a:pt x="3429000" y="152400"/>
                </a:cubicBezTo>
                <a:lnTo>
                  <a:pt x="3429000" y="1066800"/>
                </a:lnTo>
                <a:cubicBezTo>
                  <a:pt x="3429000" y="1150912"/>
                  <a:pt x="3360712" y="1219200"/>
                  <a:pt x="32766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25000" y="518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7697" y="287447"/>
                </a:moveTo>
                <a:cubicBezTo>
                  <a:pt x="165914" y="312450"/>
                  <a:pt x="195382" y="328613"/>
                  <a:pt x="228600" y="328613"/>
                </a:cubicBezTo>
                <a:cubicBezTo>
                  <a:pt x="261818" y="328613"/>
                  <a:pt x="291286" y="312450"/>
                  <a:pt x="309503" y="287447"/>
                </a:cubicBezTo>
                <a:cubicBezTo>
                  <a:pt x="316468" y="277892"/>
                  <a:pt x="329863" y="275749"/>
                  <a:pt x="339417" y="282714"/>
                </a:cubicBezTo>
                <a:cubicBezTo>
                  <a:pt x="348972" y="289679"/>
                  <a:pt x="351115" y="303074"/>
                  <a:pt x="344150" y="312628"/>
                </a:cubicBezTo>
                <a:cubicBezTo>
                  <a:pt x="318165" y="348258"/>
                  <a:pt x="276106" y="371475"/>
                  <a:pt x="228600" y="371475"/>
                </a:cubicBezTo>
                <a:cubicBezTo>
                  <a:pt x="181094" y="371475"/>
                  <a:pt x="139035" y="348258"/>
                  <a:pt x="113050" y="312628"/>
                </a:cubicBezTo>
                <a:cubicBezTo>
                  <a:pt x="106085" y="303074"/>
                  <a:pt x="108228" y="289679"/>
                  <a:pt x="117783" y="282714"/>
                </a:cubicBezTo>
                <a:cubicBezTo>
                  <a:pt x="127337" y="275749"/>
                  <a:pt x="140732" y="277892"/>
                  <a:pt x="147697" y="287447"/>
                </a:cubicBezTo>
                <a:close/>
                <a:moveTo>
                  <a:pt x="128588" y="185738"/>
                </a:moveTo>
                <a:cubicBezTo>
                  <a:pt x="128588" y="169967"/>
                  <a:pt x="141392" y="157163"/>
                  <a:pt x="157163" y="157163"/>
                </a:cubicBezTo>
                <a:cubicBezTo>
                  <a:pt x="172933" y="157163"/>
                  <a:pt x="185738" y="169967"/>
                  <a:pt x="185738" y="185738"/>
                </a:cubicBezTo>
                <a:cubicBezTo>
                  <a:pt x="185738" y="201508"/>
                  <a:pt x="172933" y="214313"/>
                  <a:pt x="157163" y="214313"/>
                </a:cubicBezTo>
                <a:cubicBezTo>
                  <a:pt x="141392" y="214313"/>
                  <a:pt x="128588" y="201508"/>
                  <a:pt x="128588" y="185738"/>
                </a:cubicBezTo>
                <a:close/>
                <a:moveTo>
                  <a:pt x="300038" y="157163"/>
                </a:moveTo>
                <a:cubicBezTo>
                  <a:pt x="315808" y="157163"/>
                  <a:pt x="328613" y="169967"/>
                  <a:pt x="328613" y="185738"/>
                </a:cubicBezTo>
                <a:cubicBezTo>
                  <a:pt x="328613" y="201508"/>
                  <a:pt x="315808" y="214313"/>
                  <a:pt x="300038" y="214313"/>
                </a:cubicBezTo>
                <a:cubicBezTo>
                  <a:pt x="284267" y="214313"/>
                  <a:pt x="271463" y="201508"/>
                  <a:pt x="271463" y="185738"/>
                </a:cubicBezTo>
                <a:cubicBezTo>
                  <a:pt x="271463" y="169967"/>
                  <a:pt x="284267" y="157163"/>
                  <a:pt x="300038" y="157163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28" name="Text 26"/>
          <p:cNvSpPr/>
          <p:nvPr/>
        </p:nvSpPr>
        <p:spPr>
          <a:xfrm>
            <a:off x="8181975" y="57531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Looks happy!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7D48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7684" y="571500"/>
            <a:ext cx="657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4540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5400" y="476250"/>
            <a:ext cx="3943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More Leaves!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17994" y="495300"/>
            <a:ext cx="1190625" cy="533400"/>
          </a:xfrm>
          <a:custGeom>
            <a:avLst/>
            <a:gdLst/>
            <a:ahLst/>
            <a:cxnLst/>
            <a:rect l="l" t="t" r="r" b="b"/>
            <a:pathLst>
              <a:path w="1190625" h="533400">
                <a:moveTo>
                  <a:pt x="266700" y="0"/>
                </a:moveTo>
                <a:lnTo>
                  <a:pt x="923925" y="0"/>
                </a:lnTo>
                <a:cubicBezTo>
                  <a:pt x="1071121" y="0"/>
                  <a:pt x="1190625" y="119504"/>
                  <a:pt x="1190625" y="266700"/>
                </a:cubicBezTo>
                <a:lnTo>
                  <a:pt x="1190625" y="266700"/>
                </a:lnTo>
                <a:cubicBezTo>
                  <a:pt x="1190625" y="413896"/>
                  <a:pt x="1071121" y="533400"/>
                  <a:pt x="9239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46594" y="60960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543050"/>
            <a:ext cx="5524500" cy="3733800"/>
          </a:xfrm>
          <a:custGeom>
            <a:avLst/>
            <a:gdLst/>
            <a:ahLst/>
            <a:cxnLst/>
            <a:rect l="l" t="t" r="r" b="b"/>
            <a:pathLst>
              <a:path w="5524500" h="3733800">
                <a:moveTo>
                  <a:pt x="228583" y="0"/>
                </a:moveTo>
                <a:lnTo>
                  <a:pt x="5295917" y="0"/>
                </a:lnTo>
                <a:cubicBezTo>
                  <a:pt x="5422160" y="0"/>
                  <a:pt x="5524500" y="102340"/>
                  <a:pt x="5524500" y="228583"/>
                </a:cubicBezTo>
                <a:lnTo>
                  <a:pt x="5524500" y="3505217"/>
                </a:lnTo>
                <a:cubicBezTo>
                  <a:pt x="5524500" y="3631460"/>
                  <a:pt x="5422160" y="3733800"/>
                  <a:pt x="5295917" y="3733800"/>
                </a:cubicBezTo>
                <a:lnTo>
                  <a:pt x="228583" y="3733800"/>
                </a:lnTo>
                <a:cubicBezTo>
                  <a:pt x="102340" y="3733800"/>
                  <a:pt x="0" y="3631460"/>
                  <a:pt x="0" y="3505217"/>
                </a:cubicBezTo>
                <a:lnTo>
                  <a:pt x="0" y="228583"/>
                </a:lnTo>
                <a:cubicBezTo>
                  <a:pt x="0" y="102340"/>
                  <a:pt x="102340" y="0"/>
                  <a:pt x="228583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 w="50800">
            <a:solidFill>
              <a:srgbClr val="E8A96F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331" y="1889759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1866900"/>
            <a:ext cx="4533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Wow! Look!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247650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57263" y="26670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15642" y="4487"/>
                </a:moveTo>
                <a:cubicBezTo>
                  <a:pt x="319928" y="402"/>
                  <a:pt x="326157" y="-1072"/>
                  <a:pt x="331916" y="804"/>
                </a:cubicBezTo>
                <a:cubicBezTo>
                  <a:pt x="338480" y="3014"/>
                  <a:pt x="342900" y="9175"/>
                  <a:pt x="342900" y="16073"/>
                </a:cubicBezTo>
                <a:lnTo>
                  <a:pt x="342900" y="141245"/>
                </a:lnTo>
                <a:cubicBezTo>
                  <a:pt x="342900" y="229113"/>
                  <a:pt x="270503" y="300038"/>
                  <a:pt x="182969" y="300038"/>
                </a:cubicBezTo>
                <a:cubicBezTo>
                  <a:pt x="131400" y="300038"/>
                  <a:pt x="86931" y="266886"/>
                  <a:pt x="70790" y="220541"/>
                </a:cubicBezTo>
                <a:cubicBezTo>
                  <a:pt x="47082" y="241169"/>
                  <a:pt x="32147" y="271507"/>
                  <a:pt x="32147" y="305395"/>
                </a:cubicBezTo>
                <a:cubicBezTo>
                  <a:pt x="32147" y="314303"/>
                  <a:pt x="24981" y="321469"/>
                  <a:pt x="16073" y="321469"/>
                </a:cubicBezTo>
                <a:cubicBezTo>
                  <a:pt x="7166" y="321469"/>
                  <a:pt x="0" y="314303"/>
                  <a:pt x="0" y="305395"/>
                </a:cubicBezTo>
                <a:cubicBezTo>
                  <a:pt x="0" y="255233"/>
                  <a:pt x="25584" y="211031"/>
                  <a:pt x="64361" y="185045"/>
                </a:cubicBezTo>
                <a:cubicBezTo>
                  <a:pt x="88002" y="169240"/>
                  <a:pt x="116198" y="160734"/>
                  <a:pt x="144661" y="160734"/>
                </a:cubicBezTo>
                <a:lnTo>
                  <a:pt x="198239" y="160734"/>
                </a:lnTo>
                <a:cubicBezTo>
                  <a:pt x="207146" y="160734"/>
                  <a:pt x="214313" y="153568"/>
                  <a:pt x="214313" y="144661"/>
                </a:cubicBezTo>
                <a:cubicBezTo>
                  <a:pt x="214313" y="135754"/>
                  <a:pt x="207146" y="128588"/>
                  <a:pt x="198239" y="128588"/>
                </a:cubicBezTo>
                <a:lnTo>
                  <a:pt x="144661" y="128588"/>
                </a:lnTo>
                <a:cubicBezTo>
                  <a:pt x="118073" y="128588"/>
                  <a:pt x="92891" y="134481"/>
                  <a:pt x="70321" y="144996"/>
                </a:cubicBezTo>
                <a:cubicBezTo>
                  <a:pt x="85926" y="98115"/>
                  <a:pt x="130061" y="64294"/>
                  <a:pt x="182166" y="64294"/>
                </a:cubicBezTo>
                <a:cubicBezTo>
                  <a:pt x="226635" y="64294"/>
                  <a:pt x="259720" y="49493"/>
                  <a:pt x="281754" y="34826"/>
                </a:cubicBezTo>
                <a:cubicBezTo>
                  <a:pt x="294613" y="26253"/>
                  <a:pt x="305529" y="16006"/>
                  <a:pt x="315709" y="4487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2" name="Text 10"/>
          <p:cNvSpPr/>
          <p:nvPr/>
        </p:nvSpPr>
        <p:spPr>
          <a:xfrm>
            <a:off x="1495425" y="2686050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new leaves!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900" y="335280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0125" y="3543300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43723" y="11653"/>
                </a:moveTo>
                <a:cubicBezTo>
                  <a:pt x="135352" y="3282"/>
                  <a:pt x="121756" y="3282"/>
                  <a:pt x="113385" y="11653"/>
                </a:cubicBezTo>
                <a:lnTo>
                  <a:pt x="6228" y="118809"/>
                </a:lnTo>
                <a:cubicBezTo>
                  <a:pt x="-2143" y="127181"/>
                  <a:pt x="-2143" y="140777"/>
                  <a:pt x="6228" y="149148"/>
                </a:cubicBezTo>
                <a:cubicBezTo>
                  <a:pt x="14600" y="157520"/>
                  <a:pt x="28195" y="157520"/>
                  <a:pt x="36567" y="149148"/>
                </a:cubicBezTo>
                <a:lnTo>
                  <a:pt x="107156" y="78559"/>
                </a:lnTo>
                <a:lnTo>
                  <a:pt x="107156" y="326827"/>
                </a:lnTo>
                <a:cubicBezTo>
                  <a:pt x="107156" y="338681"/>
                  <a:pt x="116733" y="348258"/>
                  <a:pt x="128588" y="348258"/>
                </a:cubicBezTo>
                <a:cubicBezTo>
                  <a:pt x="140442" y="348258"/>
                  <a:pt x="150019" y="338681"/>
                  <a:pt x="150019" y="326827"/>
                </a:cubicBezTo>
                <a:lnTo>
                  <a:pt x="150019" y="78559"/>
                </a:lnTo>
                <a:lnTo>
                  <a:pt x="220608" y="149148"/>
                </a:lnTo>
                <a:cubicBezTo>
                  <a:pt x="228980" y="157520"/>
                  <a:pt x="242575" y="157520"/>
                  <a:pt x="250947" y="149148"/>
                </a:cubicBezTo>
                <a:cubicBezTo>
                  <a:pt x="259318" y="140777"/>
                  <a:pt x="259318" y="127181"/>
                  <a:pt x="250947" y="118809"/>
                </a:cubicBezTo>
                <a:lnTo>
                  <a:pt x="143790" y="11653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5" name="Text 13"/>
          <p:cNvSpPr/>
          <p:nvPr/>
        </p:nvSpPr>
        <p:spPr>
          <a:xfrm>
            <a:off x="1495425" y="3562350"/>
            <a:ext cx="1571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taller!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4229100"/>
            <a:ext cx="4876800" cy="723900"/>
          </a:xfrm>
          <a:custGeom>
            <a:avLst/>
            <a:gdLst/>
            <a:ahLst/>
            <a:cxnLst/>
            <a:rect l="l" t="t" r="r" b="b"/>
            <a:pathLst>
              <a:path w="4876800" h="7239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571497"/>
                </a:lnTo>
                <a:cubicBezTo>
                  <a:pt x="4876800" y="655667"/>
                  <a:pt x="4808567" y="723900"/>
                  <a:pt x="4724397" y="723900"/>
                </a:cubicBezTo>
                <a:lnTo>
                  <a:pt x="152403" y="723900"/>
                </a:lnTo>
                <a:cubicBezTo>
                  <a:pt x="68233" y="723900"/>
                  <a:pt x="0" y="655667"/>
                  <a:pt x="0" y="5714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7263" y="44196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18" name="Text 16"/>
          <p:cNvSpPr/>
          <p:nvPr/>
        </p:nvSpPr>
        <p:spPr>
          <a:xfrm>
            <a:off x="1495425" y="4438650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 healthy!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5524500"/>
            <a:ext cx="5562600" cy="800100"/>
          </a:xfrm>
          <a:custGeom>
            <a:avLst/>
            <a:gdLst/>
            <a:ahLst/>
            <a:cxnLst/>
            <a:rect l="l" t="t" r="r" b="b"/>
            <a:pathLst>
              <a:path w="5562600" h="800100">
                <a:moveTo>
                  <a:pt x="152403" y="0"/>
                </a:moveTo>
                <a:lnTo>
                  <a:pt x="5410197" y="0"/>
                </a:lnTo>
                <a:cubicBezTo>
                  <a:pt x="5494367" y="0"/>
                  <a:pt x="5562600" y="68233"/>
                  <a:pt x="5562600" y="152403"/>
                </a:cubicBezTo>
                <a:lnTo>
                  <a:pt x="5562600" y="647697"/>
                </a:lnTo>
                <a:cubicBezTo>
                  <a:pt x="5562600" y="731867"/>
                  <a:pt x="5494367" y="800100"/>
                  <a:pt x="54101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71518" y="578358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21" name="Text 19"/>
          <p:cNvSpPr/>
          <p:nvPr/>
        </p:nvSpPr>
        <p:spPr>
          <a:xfrm>
            <a:off x="985838" y="5753100"/>
            <a:ext cx="4800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DFB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Great job, everyone!</a:t>
            </a:r>
            <a:endParaRPr lang="en-US" sz="1600" dirty="0"/>
          </a:p>
        </p:txBody>
      </p:sp>
      <p:pic>
        <p:nvPicPr>
          <p:cNvPr id="22" name="Image 0" descr="https://kimi-web-img.moonshot.cn/img/t3.ftcdn.net/7a8ce9e5ef0331adc392059dac9b54b572090d6b.jpg">    </p:cNvPr>
          <p:cNvPicPr>
            <a:picLocks noChangeAspect="1"/>
          </p:cNvPicPr>
          <p:nvPr/>
        </p:nvPicPr>
        <p:blipFill>
          <a:blip r:embed="rId1"/>
          <a:srcRect l="26343" r="26343" t="0" b="0"/>
          <a:stretch/>
        </p:blipFill>
        <p:spPr>
          <a:xfrm>
            <a:off x="6248400" y="1371600"/>
            <a:ext cx="5562600" cy="5105400"/>
          </a:xfrm>
          <a:prstGeom prst="roundRect">
            <a:avLst>
              <a:gd name="adj" fmla="val 4478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7563" y="571500"/>
            <a:ext cx="676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5400" y="476250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A Strong Plant!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625138" y="495300"/>
            <a:ext cx="1190625" cy="533400"/>
          </a:xfrm>
          <a:custGeom>
            <a:avLst/>
            <a:gdLst/>
            <a:ahLst/>
            <a:cxnLst/>
            <a:rect l="l" t="t" r="r" b="b"/>
            <a:pathLst>
              <a:path w="1190625" h="533400">
                <a:moveTo>
                  <a:pt x="266700" y="0"/>
                </a:moveTo>
                <a:lnTo>
                  <a:pt x="923925" y="0"/>
                </a:lnTo>
                <a:cubicBezTo>
                  <a:pt x="1071121" y="0"/>
                  <a:pt x="1190625" y="119504"/>
                  <a:pt x="1190625" y="266700"/>
                </a:cubicBezTo>
                <a:lnTo>
                  <a:pt x="1190625" y="266700"/>
                </a:lnTo>
                <a:cubicBezTo>
                  <a:pt x="1190625" y="413896"/>
                  <a:pt x="1071121" y="533400"/>
                  <a:pt x="923925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853738" y="609600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Week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1607344"/>
            <a:ext cx="11391900" cy="1209675"/>
          </a:xfrm>
          <a:custGeom>
            <a:avLst/>
            <a:gdLst/>
            <a:ahLst/>
            <a:cxnLst/>
            <a:rect l="l" t="t" r="r" b="b"/>
            <a:pathLst>
              <a:path w="11391900" h="1209675">
                <a:moveTo>
                  <a:pt x="228604" y="0"/>
                </a:moveTo>
                <a:lnTo>
                  <a:pt x="11163296" y="0"/>
                </a:lnTo>
                <a:cubicBezTo>
                  <a:pt x="11289550" y="0"/>
                  <a:pt x="11391900" y="102350"/>
                  <a:pt x="11391900" y="228604"/>
                </a:cubicBezTo>
                <a:lnTo>
                  <a:pt x="11391900" y="981071"/>
                </a:lnTo>
                <a:cubicBezTo>
                  <a:pt x="11391900" y="1107325"/>
                  <a:pt x="11289550" y="1209675"/>
                  <a:pt x="11163296" y="1209675"/>
                </a:cubicBezTo>
                <a:lnTo>
                  <a:pt x="228604" y="1209675"/>
                </a:lnTo>
                <a:cubicBezTo>
                  <a:pt x="102350" y="1209675"/>
                  <a:pt x="0" y="1107325"/>
                  <a:pt x="0" y="981071"/>
                </a:cubicBezTo>
                <a:lnTo>
                  <a:pt x="0" y="228604"/>
                </a:lnTo>
                <a:cubicBezTo>
                  <a:pt x="0" y="102350"/>
                  <a:pt x="102350" y="0"/>
                  <a:pt x="228604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4994" y="203787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4135" y="153033"/>
                </a:moveTo>
                <a:cubicBezTo>
                  <a:pt x="53042" y="90748"/>
                  <a:pt x="106687" y="42863"/>
                  <a:pt x="171450" y="42863"/>
                </a:cubicBezTo>
                <a:cubicBezTo>
                  <a:pt x="206946" y="42863"/>
                  <a:pt x="239092" y="57262"/>
                  <a:pt x="262399" y="80501"/>
                </a:cubicBezTo>
                <a:cubicBezTo>
                  <a:pt x="262533" y="80635"/>
                  <a:pt x="262667" y="80769"/>
                  <a:pt x="262801" y="80903"/>
                </a:cubicBezTo>
                <a:lnTo>
                  <a:pt x="267891" y="85725"/>
                </a:lnTo>
                <a:lnTo>
                  <a:pt x="235811" y="85725"/>
                </a:lnTo>
                <a:cubicBezTo>
                  <a:pt x="223957" y="85725"/>
                  <a:pt x="214379" y="95302"/>
                  <a:pt x="214379" y="107156"/>
                </a:cubicBezTo>
                <a:cubicBezTo>
                  <a:pt x="214379" y="119010"/>
                  <a:pt x="223957" y="128588"/>
                  <a:pt x="235811" y="128588"/>
                </a:cubicBezTo>
                <a:lnTo>
                  <a:pt x="321536" y="128588"/>
                </a:lnTo>
                <a:cubicBezTo>
                  <a:pt x="333390" y="128588"/>
                  <a:pt x="342967" y="119010"/>
                  <a:pt x="342967" y="107156"/>
                </a:cubicBezTo>
                <a:lnTo>
                  <a:pt x="342967" y="21431"/>
                </a:lnTo>
                <a:cubicBezTo>
                  <a:pt x="342967" y="9577"/>
                  <a:pt x="333390" y="0"/>
                  <a:pt x="321536" y="0"/>
                </a:cubicBezTo>
                <a:cubicBezTo>
                  <a:pt x="309682" y="0"/>
                  <a:pt x="300104" y="9577"/>
                  <a:pt x="300104" y="21431"/>
                </a:cubicBezTo>
                <a:lnTo>
                  <a:pt x="300104" y="57195"/>
                </a:lnTo>
                <a:lnTo>
                  <a:pt x="292537" y="50029"/>
                </a:lnTo>
                <a:cubicBezTo>
                  <a:pt x="261528" y="19154"/>
                  <a:pt x="218666" y="0"/>
                  <a:pt x="171450" y="0"/>
                </a:cubicBezTo>
                <a:cubicBezTo>
                  <a:pt x="85055" y="0"/>
                  <a:pt x="13595" y="63892"/>
                  <a:pt x="1741" y="147005"/>
                </a:cubicBezTo>
                <a:cubicBezTo>
                  <a:pt x="67" y="158725"/>
                  <a:pt x="8171" y="169575"/>
                  <a:pt x="19891" y="171249"/>
                </a:cubicBezTo>
                <a:cubicBezTo>
                  <a:pt x="31611" y="172923"/>
                  <a:pt x="42461" y="164753"/>
                  <a:pt x="44135" y="153099"/>
                </a:cubicBezTo>
                <a:close/>
                <a:moveTo>
                  <a:pt x="341159" y="195895"/>
                </a:moveTo>
                <a:cubicBezTo>
                  <a:pt x="342833" y="184175"/>
                  <a:pt x="334662" y="173325"/>
                  <a:pt x="323009" y="171651"/>
                </a:cubicBezTo>
                <a:cubicBezTo>
                  <a:pt x="311356" y="169977"/>
                  <a:pt x="300439" y="178147"/>
                  <a:pt x="298765" y="189801"/>
                </a:cubicBezTo>
                <a:cubicBezTo>
                  <a:pt x="289858" y="252085"/>
                  <a:pt x="236213" y="299971"/>
                  <a:pt x="171450" y="299971"/>
                </a:cubicBezTo>
                <a:cubicBezTo>
                  <a:pt x="135954" y="299971"/>
                  <a:pt x="103808" y="285571"/>
                  <a:pt x="80501" y="262332"/>
                </a:cubicBezTo>
                <a:cubicBezTo>
                  <a:pt x="80367" y="262198"/>
                  <a:pt x="80233" y="262064"/>
                  <a:pt x="80099" y="261930"/>
                </a:cubicBezTo>
                <a:lnTo>
                  <a:pt x="75009" y="257108"/>
                </a:lnTo>
                <a:lnTo>
                  <a:pt x="107089" y="257108"/>
                </a:lnTo>
                <a:cubicBezTo>
                  <a:pt x="118943" y="257108"/>
                  <a:pt x="128521" y="247531"/>
                  <a:pt x="128521" y="235677"/>
                </a:cubicBezTo>
                <a:cubicBezTo>
                  <a:pt x="128521" y="223823"/>
                  <a:pt x="118943" y="214246"/>
                  <a:pt x="107089" y="214246"/>
                </a:cubicBezTo>
                <a:lnTo>
                  <a:pt x="21431" y="214313"/>
                </a:lnTo>
                <a:cubicBezTo>
                  <a:pt x="15739" y="214313"/>
                  <a:pt x="10247" y="216590"/>
                  <a:pt x="6228" y="220675"/>
                </a:cubicBezTo>
                <a:cubicBezTo>
                  <a:pt x="2210" y="224760"/>
                  <a:pt x="-67" y="230185"/>
                  <a:pt x="0" y="235945"/>
                </a:cubicBezTo>
                <a:lnTo>
                  <a:pt x="670" y="321000"/>
                </a:lnTo>
                <a:cubicBezTo>
                  <a:pt x="737" y="332854"/>
                  <a:pt x="10448" y="342364"/>
                  <a:pt x="22302" y="342230"/>
                </a:cubicBezTo>
                <a:cubicBezTo>
                  <a:pt x="34156" y="342096"/>
                  <a:pt x="43666" y="332452"/>
                  <a:pt x="43532" y="320598"/>
                </a:cubicBezTo>
                <a:lnTo>
                  <a:pt x="43264" y="286107"/>
                </a:lnTo>
                <a:lnTo>
                  <a:pt x="50430" y="292871"/>
                </a:lnTo>
                <a:cubicBezTo>
                  <a:pt x="81439" y="323746"/>
                  <a:pt x="124234" y="342900"/>
                  <a:pt x="171450" y="342900"/>
                </a:cubicBezTo>
                <a:cubicBezTo>
                  <a:pt x="257845" y="342900"/>
                  <a:pt x="329305" y="279008"/>
                  <a:pt x="341159" y="195895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9" name="Text 7"/>
          <p:cNvSpPr/>
          <p:nvPr/>
        </p:nvSpPr>
        <p:spPr>
          <a:xfrm>
            <a:off x="1152525" y="1931194"/>
            <a:ext cx="104013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 did it! Our plant is big and strong! 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059906"/>
            <a:ext cx="2743200" cy="1866900"/>
          </a:xfrm>
          <a:custGeom>
            <a:avLst/>
            <a:gdLst/>
            <a:ahLst/>
            <a:cxnLst/>
            <a:rect l="l" t="t" r="r" b="b"/>
            <a:pathLst>
              <a:path w="2743200" h="1866900">
                <a:moveTo>
                  <a:pt x="152395" y="0"/>
                </a:moveTo>
                <a:lnTo>
                  <a:pt x="2590805" y="0"/>
                </a:lnTo>
                <a:cubicBezTo>
                  <a:pt x="2674970" y="0"/>
                  <a:pt x="2743200" y="68230"/>
                  <a:pt x="2743200" y="152395"/>
                </a:cubicBezTo>
                <a:lnTo>
                  <a:pt x="2743200" y="1714505"/>
                </a:lnTo>
                <a:cubicBezTo>
                  <a:pt x="2743200" y="1798670"/>
                  <a:pt x="2674970" y="1866900"/>
                  <a:pt x="25908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47800" y="32504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DAF8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519714" y="3383756"/>
            <a:ext cx="466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81150" y="397430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21431"/>
                </a:moveTo>
                <a:cubicBezTo>
                  <a:pt x="342900" y="93829"/>
                  <a:pt x="291599" y="154238"/>
                  <a:pt x="223421" y="168369"/>
                </a:cubicBezTo>
                <a:cubicBezTo>
                  <a:pt x="218130" y="129458"/>
                  <a:pt x="200650" y="94431"/>
                  <a:pt x="174866" y="67308"/>
                </a:cubicBezTo>
                <a:cubicBezTo>
                  <a:pt x="201722" y="26789"/>
                  <a:pt x="247732" y="0"/>
                  <a:pt x="300038" y="0"/>
                </a:cubicBezTo>
                <a:lnTo>
                  <a:pt x="321469" y="0"/>
                </a:lnTo>
                <a:cubicBezTo>
                  <a:pt x="333323" y="0"/>
                  <a:pt x="342900" y="9577"/>
                  <a:pt x="342900" y="21431"/>
                </a:cubicBezTo>
                <a:close/>
                <a:moveTo>
                  <a:pt x="0" y="64294"/>
                </a:moveTo>
                <a:cubicBezTo>
                  <a:pt x="0" y="52440"/>
                  <a:pt x="9577" y="42863"/>
                  <a:pt x="21431" y="42863"/>
                </a:cubicBezTo>
                <a:lnTo>
                  <a:pt x="42863" y="42863"/>
                </a:lnTo>
                <a:cubicBezTo>
                  <a:pt x="125708" y="42863"/>
                  <a:pt x="192881" y="110036"/>
                  <a:pt x="192881" y="192881"/>
                </a:cubicBezTo>
                <a:lnTo>
                  <a:pt x="192881" y="321469"/>
                </a:lnTo>
                <a:cubicBezTo>
                  <a:pt x="192881" y="333323"/>
                  <a:pt x="183304" y="342900"/>
                  <a:pt x="171450" y="342900"/>
                </a:cubicBezTo>
                <a:cubicBezTo>
                  <a:pt x="159596" y="342900"/>
                  <a:pt x="150019" y="333323"/>
                  <a:pt x="150019" y="321469"/>
                </a:cubicBezTo>
                <a:lnTo>
                  <a:pt x="150019" y="214313"/>
                </a:lnTo>
                <a:cubicBezTo>
                  <a:pt x="67174" y="214313"/>
                  <a:pt x="0" y="147139"/>
                  <a:pt x="0" y="64294"/>
                </a:cubicBezTo>
                <a:close/>
              </a:path>
            </a:pathLst>
          </a:custGeom>
          <a:solidFill>
            <a:srgbClr val="6DAF8C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8638" y="4393406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76600" y="3059906"/>
            <a:ext cx="2743200" cy="1866900"/>
          </a:xfrm>
          <a:custGeom>
            <a:avLst/>
            <a:gdLst/>
            <a:ahLst/>
            <a:cxnLst/>
            <a:rect l="l" t="t" r="r" b="b"/>
            <a:pathLst>
              <a:path w="2743200" h="1866900">
                <a:moveTo>
                  <a:pt x="152395" y="0"/>
                </a:moveTo>
                <a:lnTo>
                  <a:pt x="2590805" y="0"/>
                </a:lnTo>
                <a:cubicBezTo>
                  <a:pt x="2674970" y="0"/>
                  <a:pt x="2743200" y="68230"/>
                  <a:pt x="2743200" y="152395"/>
                </a:cubicBezTo>
                <a:lnTo>
                  <a:pt x="2743200" y="1714505"/>
                </a:lnTo>
                <a:cubicBezTo>
                  <a:pt x="2743200" y="1798670"/>
                  <a:pt x="2674970" y="1866900"/>
                  <a:pt x="25908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32504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A96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77928" y="3383756"/>
            <a:ext cx="542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76750" y="397430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15642" y="4487"/>
                </a:moveTo>
                <a:cubicBezTo>
                  <a:pt x="319928" y="402"/>
                  <a:pt x="326157" y="-1072"/>
                  <a:pt x="331916" y="804"/>
                </a:cubicBezTo>
                <a:cubicBezTo>
                  <a:pt x="338480" y="3014"/>
                  <a:pt x="342900" y="9175"/>
                  <a:pt x="342900" y="16073"/>
                </a:cubicBezTo>
                <a:lnTo>
                  <a:pt x="342900" y="141245"/>
                </a:lnTo>
                <a:cubicBezTo>
                  <a:pt x="342900" y="229113"/>
                  <a:pt x="270503" y="300038"/>
                  <a:pt x="182969" y="300038"/>
                </a:cubicBezTo>
                <a:cubicBezTo>
                  <a:pt x="131400" y="300038"/>
                  <a:pt x="86931" y="266886"/>
                  <a:pt x="70790" y="220541"/>
                </a:cubicBezTo>
                <a:cubicBezTo>
                  <a:pt x="47082" y="241169"/>
                  <a:pt x="32147" y="271507"/>
                  <a:pt x="32147" y="305395"/>
                </a:cubicBezTo>
                <a:cubicBezTo>
                  <a:pt x="32147" y="314303"/>
                  <a:pt x="24981" y="321469"/>
                  <a:pt x="16073" y="321469"/>
                </a:cubicBezTo>
                <a:cubicBezTo>
                  <a:pt x="7166" y="321469"/>
                  <a:pt x="0" y="314303"/>
                  <a:pt x="0" y="305395"/>
                </a:cubicBezTo>
                <a:cubicBezTo>
                  <a:pt x="0" y="255233"/>
                  <a:pt x="25584" y="211031"/>
                  <a:pt x="64361" y="185045"/>
                </a:cubicBezTo>
                <a:cubicBezTo>
                  <a:pt x="88002" y="169240"/>
                  <a:pt x="116198" y="160734"/>
                  <a:pt x="144661" y="160734"/>
                </a:cubicBezTo>
                <a:lnTo>
                  <a:pt x="198239" y="160734"/>
                </a:lnTo>
                <a:cubicBezTo>
                  <a:pt x="207146" y="160734"/>
                  <a:pt x="214313" y="153568"/>
                  <a:pt x="214313" y="144661"/>
                </a:cubicBezTo>
                <a:cubicBezTo>
                  <a:pt x="214313" y="135754"/>
                  <a:pt x="207146" y="128588"/>
                  <a:pt x="198239" y="128588"/>
                </a:cubicBezTo>
                <a:lnTo>
                  <a:pt x="144661" y="128588"/>
                </a:lnTo>
                <a:cubicBezTo>
                  <a:pt x="118073" y="128588"/>
                  <a:pt x="92891" y="134481"/>
                  <a:pt x="70321" y="144996"/>
                </a:cubicBezTo>
                <a:cubicBezTo>
                  <a:pt x="85926" y="98115"/>
                  <a:pt x="130061" y="64294"/>
                  <a:pt x="182166" y="64294"/>
                </a:cubicBezTo>
                <a:cubicBezTo>
                  <a:pt x="226635" y="64294"/>
                  <a:pt x="259720" y="49493"/>
                  <a:pt x="281754" y="34826"/>
                </a:cubicBezTo>
                <a:cubicBezTo>
                  <a:pt x="294613" y="26253"/>
                  <a:pt x="305529" y="16006"/>
                  <a:pt x="315709" y="4487"/>
                </a:cubicBezTo>
                <a:close/>
              </a:path>
            </a:pathLst>
          </a:custGeom>
          <a:solidFill>
            <a:srgbClr val="6DAF8C">
              <a:alpha val="7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24238" y="4393406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Bigger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2200" y="3059906"/>
            <a:ext cx="2743200" cy="1866900"/>
          </a:xfrm>
          <a:custGeom>
            <a:avLst/>
            <a:gdLst/>
            <a:ahLst/>
            <a:cxnLst/>
            <a:rect l="l" t="t" r="r" b="b"/>
            <a:pathLst>
              <a:path w="2743200" h="1866900">
                <a:moveTo>
                  <a:pt x="152395" y="0"/>
                </a:moveTo>
                <a:lnTo>
                  <a:pt x="2590805" y="0"/>
                </a:lnTo>
                <a:cubicBezTo>
                  <a:pt x="2674970" y="0"/>
                  <a:pt x="2743200" y="68230"/>
                  <a:pt x="2743200" y="152395"/>
                </a:cubicBezTo>
                <a:lnTo>
                  <a:pt x="2743200" y="1714505"/>
                </a:lnTo>
                <a:cubicBezTo>
                  <a:pt x="2743200" y="1798670"/>
                  <a:pt x="2674970" y="1866900"/>
                  <a:pt x="2590805" y="1866900"/>
                </a:cubicBezTo>
                <a:lnTo>
                  <a:pt x="152395" y="1866900"/>
                </a:lnTo>
                <a:cubicBezTo>
                  <a:pt x="68230" y="1866900"/>
                  <a:pt x="0" y="1798670"/>
                  <a:pt x="0" y="1714505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39000" y="32504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68766" y="3383756"/>
            <a:ext cx="552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72350" y="397430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21431"/>
                </a:moveTo>
                <a:cubicBezTo>
                  <a:pt x="342900" y="93829"/>
                  <a:pt x="291599" y="154238"/>
                  <a:pt x="223421" y="168369"/>
                </a:cubicBezTo>
                <a:cubicBezTo>
                  <a:pt x="218130" y="129458"/>
                  <a:pt x="200650" y="94431"/>
                  <a:pt x="174866" y="67308"/>
                </a:cubicBezTo>
                <a:cubicBezTo>
                  <a:pt x="201722" y="26789"/>
                  <a:pt x="247732" y="0"/>
                  <a:pt x="300038" y="0"/>
                </a:cubicBezTo>
                <a:lnTo>
                  <a:pt x="321469" y="0"/>
                </a:lnTo>
                <a:cubicBezTo>
                  <a:pt x="333323" y="0"/>
                  <a:pt x="342900" y="9577"/>
                  <a:pt x="342900" y="21431"/>
                </a:cubicBezTo>
                <a:close/>
                <a:moveTo>
                  <a:pt x="0" y="64294"/>
                </a:moveTo>
                <a:cubicBezTo>
                  <a:pt x="0" y="52440"/>
                  <a:pt x="9577" y="42863"/>
                  <a:pt x="21431" y="42863"/>
                </a:cubicBezTo>
                <a:lnTo>
                  <a:pt x="42863" y="42863"/>
                </a:lnTo>
                <a:cubicBezTo>
                  <a:pt x="125708" y="42863"/>
                  <a:pt x="192881" y="110036"/>
                  <a:pt x="192881" y="192881"/>
                </a:cubicBezTo>
                <a:lnTo>
                  <a:pt x="192881" y="321469"/>
                </a:lnTo>
                <a:cubicBezTo>
                  <a:pt x="192881" y="333323"/>
                  <a:pt x="183304" y="342900"/>
                  <a:pt x="171450" y="342900"/>
                </a:cubicBezTo>
                <a:cubicBezTo>
                  <a:pt x="159596" y="342900"/>
                  <a:pt x="150019" y="333323"/>
                  <a:pt x="150019" y="321469"/>
                </a:cubicBezTo>
                <a:lnTo>
                  <a:pt x="150019" y="214313"/>
                </a:lnTo>
                <a:cubicBezTo>
                  <a:pt x="67174" y="214313"/>
                  <a:pt x="0" y="147139"/>
                  <a:pt x="0" y="64294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4" name="Text 22"/>
          <p:cNvSpPr/>
          <p:nvPr/>
        </p:nvSpPr>
        <p:spPr>
          <a:xfrm>
            <a:off x="6319838" y="4393406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leaves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86850" y="3078956"/>
            <a:ext cx="2705100" cy="1828800"/>
          </a:xfrm>
          <a:custGeom>
            <a:avLst/>
            <a:gdLst/>
            <a:ahLst/>
            <a:cxnLst/>
            <a:rect l="l" t="t" r="r" b="b"/>
            <a:pathLst>
              <a:path w="2705100" h="1828800">
                <a:moveTo>
                  <a:pt x="152394" y="0"/>
                </a:moveTo>
                <a:lnTo>
                  <a:pt x="2552706" y="0"/>
                </a:lnTo>
                <a:cubicBezTo>
                  <a:pt x="2636871" y="0"/>
                  <a:pt x="2705100" y="68229"/>
                  <a:pt x="2705100" y="152394"/>
                </a:cubicBezTo>
                <a:lnTo>
                  <a:pt x="2705100" y="1676406"/>
                </a:lnTo>
                <a:cubicBezTo>
                  <a:pt x="2705100" y="1760571"/>
                  <a:pt x="2636871" y="1828800"/>
                  <a:pt x="2552706" y="1828800"/>
                </a:cubicBezTo>
                <a:lnTo>
                  <a:pt x="152394" y="1828800"/>
                </a:lnTo>
                <a:cubicBezTo>
                  <a:pt x="68229" y="1828800"/>
                  <a:pt x="0" y="1760571"/>
                  <a:pt x="0" y="1676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50800">
            <a:solidFill>
              <a:srgbClr val="6DAF8C"/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34600" y="328850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7" name="Text 25"/>
          <p:cNvSpPr/>
          <p:nvPr/>
        </p:nvSpPr>
        <p:spPr>
          <a:xfrm>
            <a:off x="10155913" y="3421856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89381" y="4012406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-21431"/>
                </a:moveTo>
                <a:cubicBezTo>
                  <a:pt x="154707" y="-21431"/>
                  <a:pt x="159194" y="-19355"/>
                  <a:pt x="162275" y="-15739"/>
                </a:cubicBezTo>
                <a:lnTo>
                  <a:pt x="253358" y="91418"/>
                </a:lnTo>
                <a:cubicBezTo>
                  <a:pt x="257443" y="96173"/>
                  <a:pt x="258314" y="102870"/>
                  <a:pt x="255702" y="108563"/>
                </a:cubicBezTo>
                <a:cubicBezTo>
                  <a:pt x="253090" y="114255"/>
                  <a:pt x="247397" y="117872"/>
                  <a:pt x="241102" y="117872"/>
                </a:cubicBezTo>
                <a:lnTo>
                  <a:pt x="224425" y="117872"/>
                </a:lnTo>
                <a:lnTo>
                  <a:pt x="274789" y="177143"/>
                </a:lnTo>
                <a:cubicBezTo>
                  <a:pt x="278874" y="181898"/>
                  <a:pt x="279745" y="188595"/>
                  <a:pt x="277133" y="194288"/>
                </a:cubicBezTo>
                <a:cubicBezTo>
                  <a:pt x="274521" y="199980"/>
                  <a:pt x="268828" y="203597"/>
                  <a:pt x="262533" y="203597"/>
                </a:cubicBezTo>
                <a:lnTo>
                  <a:pt x="236748" y="203597"/>
                </a:lnTo>
                <a:lnTo>
                  <a:pt x="296220" y="273583"/>
                </a:lnTo>
                <a:cubicBezTo>
                  <a:pt x="300305" y="278338"/>
                  <a:pt x="301176" y="285036"/>
                  <a:pt x="298564" y="290728"/>
                </a:cubicBezTo>
                <a:cubicBezTo>
                  <a:pt x="295952" y="296421"/>
                  <a:pt x="290259" y="300038"/>
                  <a:pt x="283964" y="300038"/>
                </a:cubicBezTo>
                <a:lnTo>
                  <a:pt x="171450" y="300038"/>
                </a:lnTo>
                <a:lnTo>
                  <a:pt x="171450" y="342900"/>
                </a:lnTo>
                <a:cubicBezTo>
                  <a:pt x="171450" y="354754"/>
                  <a:pt x="161873" y="364331"/>
                  <a:pt x="150019" y="364331"/>
                </a:cubicBezTo>
                <a:cubicBezTo>
                  <a:pt x="138165" y="364331"/>
                  <a:pt x="128588" y="354754"/>
                  <a:pt x="128588" y="342900"/>
                </a:cubicBezTo>
                <a:lnTo>
                  <a:pt x="128588" y="300038"/>
                </a:lnTo>
                <a:lnTo>
                  <a:pt x="16073" y="300038"/>
                </a:lnTo>
                <a:cubicBezTo>
                  <a:pt x="9778" y="300038"/>
                  <a:pt x="4085" y="296421"/>
                  <a:pt x="1473" y="290728"/>
                </a:cubicBezTo>
                <a:cubicBezTo>
                  <a:pt x="-1139" y="285036"/>
                  <a:pt x="-268" y="278338"/>
                  <a:pt x="3817" y="273583"/>
                </a:cubicBezTo>
                <a:lnTo>
                  <a:pt x="63289" y="203597"/>
                </a:lnTo>
                <a:lnTo>
                  <a:pt x="37505" y="203597"/>
                </a:lnTo>
                <a:cubicBezTo>
                  <a:pt x="31209" y="203597"/>
                  <a:pt x="25517" y="199980"/>
                  <a:pt x="22905" y="194288"/>
                </a:cubicBezTo>
                <a:cubicBezTo>
                  <a:pt x="20293" y="188595"/>
                  <a:pt x="21163" y="181898"/>
                  <a:pt x="25249" y="177143"/>
                </a:cubicBezTo>
                <a:lnTo>
                  <a:pt x="75612" y="117872"/>
                </a:lnTo>
                <a:lnTo>
                  <a:pt x="58936" y="117872"/>
                </a:lnTo>
                <a:cubicBezTo>
                  <a:pt x="52641" y="117872"/>
                  <a:pt x="46948" y="114255"/>
                  <a:pt x="44336" y="108563"/>
                </a:cubicBezTo>
                <a:cubicBezTo>
                  <a:pt x="41724" y="102870"/>
                  <a:pt x="42595" y="96173"/>
                  <a:pt x="46680" y="91418"/>
                </a:cubicBezTo>
                <a:lnTo>
                  <a:pt x="137763" y="-15739"/>
                </a:lnTo>
                <a:cubicBezTo>
                  <a:pt x="140843" y="-19355"/>
                  <a:pt x="145331" y="-21431"/>
                  <a:pt x="150019" y="-21431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9" name="Text 27"/>
          <p:cNvSpPr/>
          <p:nvPr/>
        </p:nvSpPr>
        <p:spPr>
          <a:xfrm>
            <a:off x="9253538" y="4431506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Strong!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155406"/>
            <a:ext cx="3657600" cy="1104900"/>
          </a:xfrm>
          <a:custGeom>
            <a:avLst/>
            <a:gdLst/>
            <a:ahLst/>
            <a:cxnLst/>
            <a:rect l="l" t="t" r="r" b="b"/>
            <a:pathLst>
              <a:path w="3657600" h="1104900">
                <a:moveTo>
                  <a:pt x="152399" y="0"/>
                </a:moveTo>
                <a:lnTo>
                  <a:pt x="3505201" y="0"/>
                </a:lnTo>
                <a:cubicBezTo>
                  <a:pt x="3589369" y="0"/>
                  <a:pt x="3657600" y="68231"/>
                  <a:pt x="3657600" y="152399"/>
                </a:cubicBezTo>
                <a:lnTo>
                  <a:pt x="3657600" y="952501"/>
                </a:lnTo>
                <a:cubicBezTo>
                  <a:pt x="3657600" y="1036669"/>
                  <a:pt x="3589369" y="1104900"/>
                  <a:pt x="3505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6919" y="5345906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40040" y="345713"/>
                </a:moveTo>
                <a:cubicBezTo>
                  <a:pt x="127516" y="358237"/>
                  <a:pt x="107156" y="358237"/>
                  <a:pt x="94565" y="345713"/>
                </a:cubicBezTo>
                <a:lnTo>
                  <a:pt x="18819" y="269967"/>
                </a:lnTo>
                <a:cubicBezTo>
                  <a:pt x="6295" y="257443"/>
                  <a:pt x="6295" y="237083"/>
                  <a:pt x="18819" y="224492"/>
                </a:cubicBezTo>
                <a:lnTo>
                  <a:pt x="30205" y="213107"/>
                </a:lnTo>
                <a:lnTo>
                  <a:pt x="79430" y="262332"/>
                </a:lnTo>
                <a:cubicBezTo>
                  <a:pt x="85725" y="268627"/>
                  <a:pt x="95905" y="268627"/>
                  <a:pt x="102133" y="262332"/>
                </a:cubicBezTo>
                <a:cubicBezTo>
                  <a:pt x="108362" y="256036"/>
                  <a:pt x="108429" y="245857"/>
                  <a:pt x="102133" y="239628"/>
                </a:cubicBezTo>
                <a:lnTo>
                  <a:pt x="52908" y="190403"/>
                </a:lnTo>
                <a:lnTo>
                  <a:pt x="75612" y="167700"/>
                </a:lnTo>
                <a:lnTo>
                  <a:pt x="109701" y="201789"/>
                </a:lnTo>
                <a:cubicBezTo>
                  <a:pt x="115997" y="208084"/>
                  <a:pt x="126176" y="208084"/>
                  <a:pt x="132405" y="201789"/>
                </a:cubicBezTo>
                <a:cubicBezTo>
                  <a:pt x="138633" y="195493"/>
                  <a:pt x="138700" y="185313"/>
                  <a:pt x="132405" y="179085"/>
                </a:cubicBezTo>
                <a:lnTo>
                  <a:pt x="98316" y="144996"/>
                </a:lnTo>
                <a:lnTo>
                  <a:pt x="121020" y="122292"/>
                </a:lnTo>
                <a:lnTo>
                  <a:pt x="170244" y="171517"/>
                </a:lnTo>
                <a:cubicBezTo>
                  <a:pt x="176540" y="177812"/>
                  <a:pt x="186720" y="177812"/>
                  <a:pt x="192948" y="171517"/>
                </a:cubicBezTo>
                <a:cubicBezTo>
                  <a:pt x="199177" y="165222"/>
                  <a:pt x="199244" y="155042"/>
                  <a:pt x="192948" y="148813"/>
                </a:cubicBezTo>
                <a:lnTo>
                  <a:pt x="143723" y="99588"/>
                </a:lnTo>
                <a:lnTo>
                  <a:pt x="166427" y="76885"/>
                </a:lnTo>
                <a:lnTo>
                  <a:pt x="200516" y="110974"/>
                </a:lnTo>
                <a:cubicBezTo>
                  <a:pt x="206812" y="117269"/>
                  <a:pt x="216991" y="117269"/>
                  <a:pt x="223220" y="110974"/>
                </a:cubicBezTo>
                <a:cubicBezTo>
                  <a:pt x="229448" y="104678"/>
                  <a:pt x="229515" y="94498"/>
                  <a:pt x="223220" y="88270"/>
                </a:cubicBezTo>
                <a:lnTo>
                  <a:pt x="189131" y="54181"/>
                </a:lnTo>
                <a:lnTo>
                  <a:pt x="211835" y="31477"/>
                </a:lnTo>
                <a:lnTo>
                  <a:pt x="261059" y="80702"/>
                </a:lnTo>
                <a:cubicBezTo>
                  <a:pt x="267355" y="86997"/>
                  <a:pt x="277535" y="86997"/>
                  <a:pt x="283763" y="80702"/>
                </a:cubicBezTo>
                <a:cubicBezTo>
                  <a:pt x="289992" y="74407"/>
                  <a:pt x="290059" y="64227"/>
                  <a:pt x="283763" y="57998"/>
                </a:cubicBezTo>
                <a:lnTo>
                  <a:pt x="234538" y="8773"/>
                </a:lnTo>
                <a:lnTo>
                  <a:pt x="245924" y="-2612"/>
                </a:lnTo>
                <a:cubicBezTo>
                  <a:pt x="258447" y="-15136"/>
                  <a:pt x="278807" y="-15136"/>
                  <a:pt x="291398" y="-2612"/>
                </a:cubicBezTo>
                <a:lnTo>
                  <a:pt x="367345" y="72933"/>
                </a:lnTo>
                <a:cubicBezTo>
                  <a:pt x="379869" y="85457"/>
                  <a:pt x="379869" y="105817"/>
                  <a:pt x="367345" y="118408"/>
                </a:cubicBezTo>
                <a:lnTo>
                  <a:pt x="140040" y="345713"/>
                </a:ln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32" name="Text 30"/>
          <p:cNvSpPr/>
          <p:nvPr/>
        </p:nvSpPr>
        <p:spPr>
          <a:xfrm>
            <a:off x="523875" y="5803106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DFB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tall!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67200" y="5155406"/>
            <a:ext cx="3657600" cy="1104900"/>
          </a:xfrm>
          <a:custGeom>
            <a:avLst/>
            <a:gdLst/>
            <a:ahLst/>
            <a:cxnLst/>
            <a:rect l="l" t="t" r="r" b="b"/>
            <a:pathLst>
              <a:path w="3657600" h="1104900">
                <a:moveTo>
                  <a:pt x="152399" y="0"/>
                </a:moveTo>
                <a:lnTo>
                  <a:pt x="3505201" y="0"/>
                </a:lnTo>
                <a:cubicBezTo>
                  <a:pt x="3589369" y="0"/>
                  <a:pt x="3657600" y="68231"/>
                  <a:pt x="3657600" y="152399"/>
                </a:cubicBezTo>
                <a:lnTo>
                  <a:pt x="3657600" y="952501"/>
                </a:lnTo>
                <a:cubicBezTo>
                  <a:pt x="3657600" y="1036669"/>
                  <a:pt x="3589369" y="1104900"/>
                  <a:pt x="3505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24550" y="534590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15642" y="4487"/>
                </a:moveTo>
                <a:cubicBezTo>
                  <a:pt x="319928" y="402"/>
                  <a:pt x="326157" y="-1072"/>
                  <a:pt x="331916" y="804"/>
                </a:cubicBezTo>
                <a:cubicBezTo>
                  <a:pt x="338480" y="3014"/>
                  <a:pt x="342900" y="9175"/>
                  <a:pt x="342900" y="16073"/>
                </a:cubicBezTo>
                <a:lnTo>
                  <a:pt x="342900" y="141245"/>
                </a:lnTo>
                <a:cubicBezTo>
                  <a:pt x="342900" y="229113"/>
                  <a:pt x="270503" y="300038"/>
                  <a:pt x="182969" y="300038"/>
                </a:cubicBezTo>
                <a:cubicBezTo>
                  <a:pt x="131400" y="300038"/>
                  <a:pt x="86931" y="266886"/>
                  <a:pt x="70790" y="220541"/>
                </a:cubicBezTo>
                <a:cubicBezTo>
                  <a:pt x="47082" y="241169"/>
                  <a:pt x="32147" y="271507"/>
                  <a:pt x="32147" y="305395"/>
                </a:cubicBezTo>
                <a:cubicBezTo>
                  <a:pt x="32147" y="314303"/>
                  <a:pt x="24981" y="321469"/>
                  <a:pt x="16073" y="321469"/>
                </a:cubicBezTo>
                <a:cubicBezTo>
                  <a:pt x="7166" y="321469"/>
                  <a:pt x="0" y="314303"/>
                  <a:pt x="0" y="305395"/>
                </a:cubicBezTo>
                <a:cubicBezTo>
                  <a:pt x="0" y="255233"/>
                  <a:pt x="25584" y="211031"/>
                  <a:pt x="64361" y="185045"/>
                </a:cubicBezTo>
                <a:cubicBezTo>
                  <a:pt x="88002" y="169240"/>
                  <a:pt x="116198" y="160734"/>
                  <a:pt x="144661" y="160734"/>
                </a:cubicBezTo>
                <a:lnTo>
                  <a:pt x="198239" y="160734"/>
                </a:lnTo>
                <a:cubicBezTo>
                  <a:pt x="207146" y="160734"/>
                  <a:pt x="214313" y="153568"/>
                  <a:pt x="214313" y="144661"/>
                </a:cubicBezTo>
                <a:cubicBezTo>
                  <a:pt x="214313" y="135754"/>
                  <a:pt x="207146" y="128588"/>
                  <a:pt x="198239" y="128588"/>
                </a:cubicBezTo>
                <a:lnTo>
                  <a:pt x="144661" y="128588"/>
                </a:lnTo>
                <a:cubicBezTo>
                  <a:pt x="118073" y="128588"/>
                  <a:pt x="92891" y="134481"/>
                  <a:pt x="70321" y="144996"/>
                </a:cubicBezTo>
                <a:cubicBezTo>
                  <a:pt x="85926" y="98115"/>
                  <a:pt x="130061" y="64294"/>
                  <a:pt x="182166" y="64294"/>
                </a:cubicBezTo>
                <a:cubicBezTo>
                  <a:pt x="226635" y="64294"/>
                  <a:pt x="259720" y="49493"/>
                  <a:pt x="281754" y="34826"/>
                </a:cubicBezTo>
                <a:cubicBezTo>
                  <a:pt x="294613" y="26253"/>
                  <a:pt x="305529" y="16006"/>
                  <a:pt x="315709" y="4487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35" name="Text 33"/>
          <p:cNvSpPr/>
          <p:nvPr/>
        </p:nvSpPr>
        <p:spPr>
          <a:xfrm>
            <a:off x="4410075" y="5803106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DFB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leaves!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53400" y="5155406"/>
            <a:ext cx="3657600" cy="1104900"/>
          </a:xfrm>
          <a:custGeom>
            <a:avLst/>
            <a:gdLst/>
            <a:ahLst/>
            <a:cxnLst/>
            <a:rect l="l" t="t" r="r" b="b"/>
            <a:pathLst>
              <a:path w="3657600" h="1104900">
                <a:moveTo>
                  <a:pt x="152399" y="0"/>
                </a:moveTo>
                <a:lnTo>
                  <a:pt x="3505201" y="0"/>
                </a:lnTo>
                <a:cubicBezTo>
                  <a:pt x="3589369" y="0"/>
                  <a:pt x="3657600" y="68231"/>
                  <a:pt x="3657600" y="152399"/>
                </a:cubicBezTo>
                <a:lnTo>
                  <a:pt x="3657600" y="952501"/>
                </a:lnTo>
                <a:cubicBezTo>
                  <a:pt x="3657600" y="1036669"/>
                  <a:pt x="3589369" y="1104900"/>
                  <a:pt x="3505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7D48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10750" y="534590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61404" y="58333"/>
                </a:moveTo>
                <a:lnTo>
                  <a:pt x="171450" y="72197"/>
                </a:lnTo>
                <a:lnTo>
                  <a:pt x="181496" y="58333"/>
                </a:lnTo>
                <a:cubicBezTo>
                  <a:pt x="198239" y="35161"/>
                  <a:pt x="225162" y="21431"/>
                  <a:pt x="253759" y="21431"/>
                </a:cubicBezTo>
                <a:cubicBezTo>
                  <a:pt x="302984" y="21431"/>
                  <a:pt x="342900" y="61347"/>
                  <a:pt x="342900" y="110572"/>
                </a:cubicBezTo>
                <a:lnTo>
                  <a:pt x="342900" y="112313"/>
                </a:lnTo>
                <a:cubicBezTo>
                  <a:pt x="342900" y="187456"/>
                  <a:pt x="249205" y="274722"/>
                  <a:pt x="200315" y="312026"/>
                </a:cubicBezTo>
                <a:cubicBezTo>
                  <a:pt x="192011" y="318321"/>
                  <a:pt x="181831" y="321469"/>
                  <a:pt x="171450" y="321469"/>
                </a:cubicBezTo>
                <a:cubicBezTo>
                  <a:pt x="161069" y="321469"/>
                  <a:pt x="150822" y="318388"/>
                  <a:pt x="142585" y="312026"/>
                </a:cubicBezTo>
                <a:cubicBezTo>
                  <a:pt x="93695" y="274722"/>
                  <a:pt x="0" y="187456"/>
                  <a:pt x="0" y="112313"/>
                </a:cubicBezTo>
                <a:lnTo>
                  <a:pt x="0" y="110572"/>
                </a:lnTo>
                <a:cubicBezTo>
                  <a:pt x="0" y="61347"/>
                  <a:pt x="39916" y="21431"/>
                  <a:pt x="89141" y="21431"/>
                </a:cubicBezTo>
                <a:cubicBezTo>
                  <a:pt x="117738" y="21431"/>
                  <a:pt x="144661" y="35161"/>
                  <a:pt x="161404" y="58333"/>
                </a:cubicBezTo>
                <a:close/>
              </a:path>
            </a:pathLst>
          </a:custGeom>
          <a:solidFill>
            <a:srgbClr val="4A4540"/>
          </a:solidFill>
          <a:ln/>
        </p:spPr>
      </p:sp>
      <p:sp>
        <p:nvSpPr>
          <p:cNvPr id="38" name="Text 36"/>
          <p:cNvSpPr/>
          <p:nvPr/>
        </p:nvSpPr>
        <p:spPr>
          <a:xfrm>
            <a:off x="8296275" y="5803106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Beautiful!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1981" y="5905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64294"/>
                </a:moveTo>
                <a:cubicBezTo>
                  <a:pt x="0" y="40652"/>
                  <a:pt x="19221" y="21431"/>
                  <a:pt x="42863" y="21431"/>
                </a:cubicBezTo>
                <a:lnTo>
                  <a:pt x="257175" y="21431"/>
                </a:lnTo>
                <a:cubicBezTo>
                  <a:pt x="280816" y="21431"/>
                  <a:pt x="300038" y="40652"/>
                  <a:pt x="300038" y="64294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64294"/>
                </a:lnTo>
                <a:close/>
                <a:moveTo>
                  <a:pt x="32147" y="246459"/>
                </a:moveTo>
                <a:lnTo>
                  <a:pt x="32147" y="267891"/>
                </a:lnTo>
                <a:cubicBezTo>
                  <a:pt x="32147" y="273784"/>
                  <a:pt x="36969" y="278606"/>
                  <a:pt x="42863" y="278606"/>
                </a:cubicBezTo>
                <a:lnTo>
                  <a:pt x="64294" y="278606"/>
                </a:lnTo>
                <a:cubicBezTo>
                  <a:pt x="70187" y="278606"/>
                  <a:pt x="75009" y="273784"/>
                  <a:pt x="75009" y="267891"/>
                </a:cubicBezTo>
                <a:lnTo>
                  <a:pt x="75009" y="246459"/>
                </a:lnTo>
                <a:cubicBezTo>
                  <a:pt x="75009" y="240566"/>
                  <a:pt x="70187" y="235744"/>
                  <a:pt x="64294" y="235744"/>
                </a:cubicBezTo>
                <a:lnTo>
                  <a:pt x="42863" y="235744"/>
                </a:lnTo>
                <a:cubicBezTo>
                  <a:pt x="36969" y="235744"/>
                  <a:pt x="32147" y="240566"/>
                  <a:pt x="32147" y="246459"/>
                </a:cubicBezTo>
                <a:close/>
                <a:moveTo>
                  <a:pt x="235744" y="235744"/>
                </a:moveTo>
                <a:cubicBezTo>
                  <a:pt x="229850" y="235744"/>
                  <a:pt x="225028" y="240566"/>
                  <a:pt x="225028" y="246459"/>
                </a:cubicBezTo>
                <a:lnTo>
                  <a:pt x="225028" y="267891"/>
                </a:lnTo>
                <a:cubicBezTo>
                  <a:pt x="225028" y="273784"/>
                  <a:pt x="229850" y="278606"/>
                  <a:pt x="235744" y="278606"/>
                </a:cubicBezTo>
                <a:lnTo>
                  <a:pt x="257175" y="278606"/>
                </a:lnTo>
                <a:cubicBezTo>
                  <a:pt x="263069" y="278606"/>
                  <a:pt x="267891" y="273784"/>
                  <a:pt x="267891" y="267891"/>
                </a:cubicBezTo>
                <a:lnTo>
                  <a:pt x="267891" y="246459"/>
                </a:lnTo>
                <a:cubicBezTo>
                  <a:pt x="267891" y="240566"/>
                  <a:pt x="263069" y="235744"/>
                  <a:pt x="257175" y="235744"/>
                </a:cubicBezTo>
                <a:lnTo>
                  <a:pt x="235744" y="235744"/>
                </a:lnTo>
                <a:close/>
                <a:moveTo>
                  <a:pt x="32147" y="160734"/>
                </a:moveTo>
                <a:lnTo>
                  <a:pt x="32147" y="182166"/>
                </a:lnTo>
                <a:cubicBezTo>
                  <a:pt x="32147" y="188059"/>
                  <a:pt x="36969" y="192881"/>
                  <a:pt x="42863" y="192881"/>
                </a:cubicBezTo>
                <a:lnTo>
                  <a:pt x="64294" y="192881"/>
                </a:lnTo>
                <a:cubicBezTo>
                  <a:pt x="70187" y="192881"/>
                  <a:pt x="75009" y="188059"/>
                  <a:pt x="75009" y="182166"/>
                </a:cubicBezTo>
                <a:lnTo>
                  <a:pt x="75009" y="160734"/>
                </a:lnTo>
                <a:cubicBezTo>
                  <a:pt x="75009" y="154841"/>
                  <a:pt x="70187" y="150019"/>
                  <a:pt x="64294" y="150019"/>
                </a:cubicBezTo>
                <a:lnTo>
                  <a:pt x="42863" y="150019"/>
                </a:lnTo>
                <a:cubicBezTo>
                  <a:pt x="36969" y="150019"/>
                  <a:pt x="32147" y="154841"/>
                  <a:pt x="32147" y="160734"/>
                </a:cubicBezTo>
                <a:close/>
                <a:moveTo>
                  <a:pt x="235744" y="150019"/>
                </a:moveTo>
                <a:cubicBezTo>
                  <a:pt x="229850" y="150019"/>
                  <a:pt x="225028" y="154841"/>
                  <a:pt x="225028" y="160734"/>
                </a:cubicBezTo>
                <a:lnTo>
                  <a:pt x="225028" y="182166"/>
                </a:lnTo>
                <a:cubicBezTo>
                  <a:pt x="225028" y="188059"/>
                  <a:pt x="229850" y="192881"/>
                  <a:pt x="235744" y="192881"/>
                </a:cubicBezTo>
                <a:lnTo>
                  <a:pt x="257175" y="192881"/>
                </a:lnTo>
                <a:cubicBezTo>
                  <a:pt x="263069" y="192881"/>
                  <a:pt x="267891" y="188059"/>
                  <a:pt x="267891" y="182166"/>
                </a:cubicBezTo>
                <a:lnTo>
                  <a:pt x="267891" y="160734"/>
                </a:lnTo>
                <a:cubicBezTo>
                  <a:pt x="267891" y="154841"/>
                  <a:pt x="263069" y="150019"/>
                  <a:pt x="257175" y="150019"/>
                </a:cubicBezTo>
                <a:lnTo>
                  <a:pt x="235744" y="150019"/>
                </a:lnTo>
                <a:close/>
                <a:moveTo>
                  <a:pt x="32147" y="75009"/>
                </a:moveTo>
                <a:lnTo>
                  <a:pt x="32147" y="96441"/>
                </a:lnTo>
                <a:cubicBezTo>
                  <a:pt x="32147" y="102334"/>
                  <a:pt x="36969" y="107156"/>
                  <a:pt x="42863" y="107156"/>
                </a:cubicBezTo>
                <a:lnTo>
                  <a:pt x="64294" y="107156"/>
                </a:lnTo>
                <a:cubicBezTo>
                  <a:pt x="70187" y="107156"/>
                  <a:pt x="75009" y="102334"/>
                  <a:pt x="75009" y="96441"/>
                </a:cubicBezTo>
                <a:lnTo>
                  <a:pt x="75009" y="75009"/>
                </a:lnTo>
                <a:cubicBezTo>
                  <a:pt x="75009" y="69116"/>
                  <a:pt x="70187" y="64294"/>
                  <a:pt x="64294" y="64294"/>
                </a:cubicBezTo>
                <a:lnTo>
                  <a:pt x="42863" y="64294"/>
                </a:lnTo>
                <a:cubicBezTo>
                  <a:pt x="36969" y="64294"/>
                  <a:pt x="32147" y="69116"/>
                  <a:pt x="32147" y="75009"/>
                </a:cubicBezTo>
                <a:close/>
                <a:moveTo>
                  <a:pt x="235744" y="64294"/>
                </a:moveTo>
                <a:cubicBezTo>
                  <a:pt x="229850" y="64294"/>
                  <a:pt x="225028" y="69116"/>
                  <a:pt x="225028" y="75009"/>
                </a:cubicBezTo>
                <a:lnTo>
                  <a:pt x="225028" y="96441"/>
                </a:lnTo>
                <a:cubicBezTo>
                  <a:pt x="225028" y="102334"/>
                  <a:pt x="229850" y="107156"/>
                  <a:pt x="235744" y="107156"/>
                </a:cubicBezTo>
                <a:lnTo>
                  <a:pt x="257175" y="107156"/>
                </a:lnTo>
                <a:cubicBezTo>
                  <a:pt x="263069" y="107156"/>
                  <a:pt x="267891" y="102334"/>
                  <a:pt x="267891" y="96441"/>
                </a:cubicBezTo>
                <a:lnTo>
                  <a:pt x="267891" y="75009"/>
                </a:lnTo>
                <a:cubicBezTo>
                  <a:pt x="267891" y="69116"/>
                  <a:pt x="263069" y="64294"/>
                  <a:pt x="257175" y="64294"/>
                </a:cubicBezTo>
                <a:lnTo>
                  <a:pt x="235744" y="64294"/>
                </a:ln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476250"/>
            <a:ext cx="5886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8A96F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Make a Magic Video!</a:t>
            </a:r>
            <a:endParaRPr lang="en-US" sz="1600" dirty="0"/>
          </a:p>
        </p:txBody>
      </p:sp>
      <p:pic>
        <p:nvPicPr>
          <p:cNvPr id="5" name="Image 0" descr="https://kimi-web-img.moonshot.cn/img/t4.ftcdn.net/0e120c9cd18152b503ec16d3b112644aab9df3fd.jpg">    </p:cNvPr>
          <p:cNvPicPr>
            <a:picLocks noChangeAspect="1"/>
          </p:cNvPicPr>
          <p:nvPr/>
        </p:nvPicPr>
        <p:blipFill>
          <a:blip r:embed="rId1"/>
          <a:srcRect l="22903" r="22903" t="0" b="0"/>
          <a:stretch/>
        </p:blipFill>
        <p:spPr>
          <a:xfrm>
            <a:off x="381000" y="1371600"/>
            <a:ext cx="5562600" cy="5324475"/>
          </a:xfrm>
          <a:prstGeom prst="roundRect">
            <a:avLst>
              <a:gd name="adj" fmla="val 4293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267450" y="1390650"/>
            <a:ext cx="5524500" cy="3952875"/>
          </a:xfrm>
          <a:custGeom>
            <a:avLst/>
            <a:gdLst/>
            <a:ahLst/>
            <a:cxnLst/>
            <a:rect l="l" t="t" r="r" b="b"/>
            <a:pathLst>
              <a:path w="5524500" h="3952875">
                <a:moveTo>
                  <a:pt x="228595" y="0"/>
                </a:moveTo>
                <a:lnTo>
                  <a:pt x="5295905" y="0"/>
                </a:lnTo>
                <a:cubicBezTo>
                  <a:pt x="5422155" y="0"/>
                  <a:pt x="5524500" y="102345"/>
                  <a:pt x="5524500" y="228595"/>
                </a:cubicBezTo>
                <a:lnTo>
                  <a:pt x="5524500" y="3724280"/>
                </a:lnTo>
                <a:cubicBezTo>
                  <a:pt x="5524500" y="3850530"/>
                  <a:pt x="5422155" y="3952875"/>
                  <a:pt x="5295905" y="3952875"/>
                </a:cubicBezTo>
                <a:lnTo>
                  <a:pt x="228595" y="3952875"/>
                </a:lnTo>
                <a:cubicBezTo>
                  <a:pt x="102345" y="3952875"/>
                  <a:pt x="0" y="3850530"/>
                  <a:pt x="0" y="3724280"/>
                </a:cubicBezTo>
                <a:lnTo>
                  <a:pt x="0" y="228595"/>
                </a:lnTo>
                <a:cubicBezTo>
                  <a:pt x="0" y="102430"/>
                  <a:pt x="102430" y="0"/>
                  <a:pt x="228595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 w="50800">
            <a:solidFill>
              <a:srgbClr val="6DAF8C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91300" y="1714500"/>
            <a:ext cx="50482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b="1" dirty="0">
                <a:solidFill>
                  <a:srgbClr val="E8A96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You can also put all the images together!</a:t>
            </a:r>
            <a:pPr>
              <a:lnSpc>
                <a:spcPct val="140000"/>
              </a:lnSpc>
            </a:pPr>
            <a:r>
              <a:rPr lang="en-US" sz="2700" dirty="0">
                <a:solidFill>
                  <a:srgbClr val="4A4540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🎬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91300" y="3057525"/>
            <a:ext cx="5019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way, you can make a </a:t>
            </a:r>
            <a:pPr>
              <a:lnSpc>
                <a:spcPct val="140000"/>
              </a:lnSpc>
            </a:pPr>
            <a:r>
              <a:rPr lang="en-US" sz="2250" b="1" dirty="0">
                <a:solidFill>
                  <a:srgbClr val="4A4540"/>
                </a:solidFill>
                <a:highlight>
                  <a:srgbClr val="F7D486">
                    <a:alpha val="5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</a:t>
            </a:r>
            <a:pPr>
              <a:lnSpc>
                <a:spcPct val="140000"/>
              </a:lnSpc>
            </a:pPr>
            <a:r>
              <a:rPr lang="en-US" sz="22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>
              <a:lnSpc>
                <a:spcPct val="140000"/>
              </a:lnSpc>
            </a:pPr>
            <a:r>
              <a:rPr lang="en-US" sz="2250" b="1" dirty="0">
                <a:solidFill>
                  <a:srgbClr val="4A4540"/>
                </a:solidFill>
                <a:highlight>
                  <a:srgbClr val="6DAF8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animate </a:t>
            </a:r>
            <a:pPr>
              <a:lnSpc>
                <a:spcPct val="140000"/>
              </a:lnSpc>
            </a:pPr>
            <a:r>
              <a:rPr lang="en-US" sz="225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91300" y="4214813"/>
            <a:ext cx="4876800" cy="800100"/>
          </a:xfrm>
          <a:custGeom>
            <a:avLst/>
            <a:gdLst/>
            <a:ahLst/>
            <a:cxnLst/>
            <a:rect l="l" t="t" r="r" b="b"/>
            <a:pathLst>
              <a:path w="4876800" h="800100">
                <a:moveTo>
                  <a:pt x="152403" y="0"/>
                </a:moveTo>
                <a:lnTo>
                  <a:pt x="4724397" y="0"/>
                </a:lnTo>
                <a:cubicBezTo>
                  <a:pt x="4808567" y="0"/>
                  <a:pt x="4876800" y="68233"/>
                  <a:pt x="4876800" y="152403"/>
                </a:cubicBezTo>
                <a:lnTo>
                  <a:pt x="4876800" y="647697"/>
                </a:lnTo>
                <a:cubicBezTo>
                  <a:pt x="4876800" y="731867"/>
                  <a:pt x="4808567" y="800100"/>
                  <a:pt x="47243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153156" y="447389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1" name="Text 8"/>
          <p:cNvSpPr/>
          <p:nvPr/>
        </p:nvSpPr>
        <p:spPr>
          <a:xfrm>
            <a:off x="7196138" y="4443413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Watch the plant grow fast!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48400" y="5586413"/>
            <a:ext cx="1752600" cy="1104900"/>
          </a:xfrm>
          <a:custGeom>
            <a:avLst/>
            <a:gdLst/>
            <a:ahLst/>
            <a:cxnLst/>
            <a:rect l="l" t="t" r="r" b="b"/>
            <a:pathLst>
              <a:path w="1752600" h="1104900">
                <a:moveTo>
                  <a:pt x="152399" y="0"/>
                </a:moveTo>
                <a:lnTo>
                  <a:pt x="1600201" y="0"/>
                </a:lnTo>
                <a:cubicBezTo>
                  <a:pt x="1684369" y="0"/>
                  <a:pt x="1752600" y="68231"/>
                  <a:pt x="1752600" y="152399"/>
                </a:cubicBezTo>
                <a:lnTo>
                  <a:pt x="1752600" y="952501"/>
                </a:lnTo>
                <a:cubicBezTo>
                  <a:pt x="1752600" y="1036669"/>
                  <a:pt x="1684369" y="1104900"/>
                  <a:pt x="1600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31819" y="57769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64294" y="64294"/>
                </a:moveTo>
                <a:cubicBezTo>
                  <a:pt x="64294" y="40652"/>
                  <a:pt x="83515" y="21431"/>
                  <a:pt x="107156" y="21431"/>
                </a:cubicBezTo>
                <a:lnTo>
                  <a:pt x="321469" y="21431"/>
                </a:lnTo>
                <a:cubicBezTo>
                  <a:pt x="345110" y="21431"/>
                  <a:pt x="364331" y="40652"/>
                  <a:pt x="364331" y="64294"/>
                </a:cubicBezTo>
                <a:lnTo>
                  <a:pt x="364331" y="235744"/>
                </a:lnTo>
                <a:cubicBezTo>
                  <a:pt x="364331" y="259385"/>
                  <a:pt x="345110" y="278606"/>
                  <a:pt x="321469" y="278606"/>
                </a:cubicBezTo>
                <a:lnTo>
                  <a:pt x="107156" y="278606"/>
                </a:lnTo>
                <a:cubicBezTo>
                  <a:pt x="83515" y="278606"/>
                  <a:pt x="64294" y="259385"/>
                  <a:pt x="64294" y="235744"/>
                </a:cubicBezTo>
                <a:lnTo>
                  <a:pt x="64294" y="64294"/>
                </a:lnTo>
                <a:close/>
                <a:moveTo>
                  <a:pt x="16073" y="85725"/>
                </a:moveTo>
                <a:cubicBezTo>
                  <a:pt x="24981" y="85725"/>
                  <a:pt x="32147" y="92891"/>
                  <a:pt x="32147" y="101798"/>
                </a:cubicBezTo>
                <a:lnTo>
                  <a:pt x="32147" y="300038"/>
                </a:lnTo>
                <a:cubicBezTo>
                  <a:pt x="32147" y="305931"/>
                  <a:pt x="36969" y="310753"/>
                  <a:pt x="42863" y="310753"/>
                </a:cubicBezTo>
                <a:lnTo>
                  <a:pt x="283964" y="310753"/>
                </a:lnTo>
                <a:cubicBezTo>
                  <a:pt x="292871" y="310753"/>
                  <a:pt x="300038" y="317919"/>
                  <a:pt x="300038" y="326827"/>
                </a:cubicBezTo>
                <a:cubicBezTo>
                  <a:pt x="300038" y="335734"/>
                  <a:pt x="292871" y="342900"/>
                  <a:pt x="283964" y="342900"/>
                </a:cubicBezTo>
                <a:lnTo>
                  <a:pt x="42863" y="342900"/>
                </a:lnTo>
                <a:cubicBezTo>
                  <a:pt x="19221" y="342900"/>
                  <a:pt x="0" y="323679"/>
                  <a:pt x="0" y="300038"/>
                </a:cubicBezTo>
                <a:lnTo>
                  <a:pt x="0" y="101798"/>
                </a:lnTo>
                <a:cubicBezTo>
                  <a:pt x="0" y="92891"/>
                  <a:pt x="7166" y="85725"/>
                  <a:pt x="16073" y="85725"/>
                </a:cubicBezTo>
                <a:close/>
                <a:moveTo>
                  <a:pt x="128588" y="107156"/>
                </a:moveTo>
                <a:cubicBezTo>
                  <a:pt x="140416" y="107156"/>
                  <a:pt x="150019" y="97553"/>
                  <a:pt x="150019" y="85725"/>
                </a:cubicBezTo>
                <a:cubicBezTo>
                  <a:pt x="150019" y="73897"/>
                  <a:pt x="140416" y="64294"/>
                  <a:pt x="128588" y="64294"/>
                </a:cubicBezTo>
                <a:cubicBezTo>
                  <a:pt x="116759" y="64294"/>
                  <a:pt x="107156" y="73897"/>
                  <a:pt x="107156" y="85725"/>
                </a:cubicBezTo>
                <a:cubicBezTo>
                  <a:pt x="107156" y="97553"/>
                  <a:pt x="116759" y="107156"/>
                  <a:pt x="128588" y="107156"/>
                </a:cubicBezTo>
                <a:close/>
                <a:moveTo>
                  <a:pt x="260189" y="114858"/>
                </a:moveTo>
                <a:cubicBezTo>
                  <a:pt x="257242" y="110103"/>
                  <a:pt x="252085" y="107156"/>
                  <a:pt x="246459" y="107156"/>
                </a:cubicBezTo>
                <a:cubicBezTo>
                  <a:pt x="240834" y="107156"/>
                  <a:pt x="235677" y="110103"/>
                  <a:pt x="232730" y="114858"/>
                </a:cubicBezTo>
                <a:lnTo>
                  <a:pt x="195024" y="176540"/>
                </a:lnTo>
                <a:lnTo>
                  <a:pt x="178616" y="156046"/>
                </a:lnTo>
                <a:cubicBezTo>
                  <a:pt x="175535" y="152229"/>
                  <a:pt x="170981" y="150019"/>
                  <a:pt x="166092" y="150019"/>
                </a:cubicBezTo>
                <a:cubicBezTo>
                  <a:pt x="161203" y="150019"/>
                  <a:pt x="156582" y="152229"/>
                  <a:pt x="153568" y="156046"/>
                </a:cubicBezTo>
                <a:lnTo>
                  <a:pt x="110706" y="209624"/>
                </a:lnTo>
                <a:cubicBezTo>
                  <a:pt x="106821" y="214446"/>
                  <a:pt x="106085" y="221077"/>
                  <a:pt x="108764" y="226635"/>
                </a:cubicBezTo>
                <a:cubicBezTo>
                  <a:pt x="111443" y="232194"/>
                  <a:pt x="117068" y="235744"/>
                  <a:pt x="123230" y="235744"/>
                </a:cubicBezTo>
                <a:lnTo>
                  <a:pt x="305395" y="235744"/>
                </a:lnTo>
                <a:cubicBezTo>
                  <a:pt x="311222" y="235744"/>
                  <a:pt x="316580" y="232596"/>
                  <a:pt x="319393" y="227506"/>
                </a:cubicBezTo>
                <a:cubicBezTo>
                  <a:pt x="322205" y="222416"/>
                  <a:pt x="322138" y="216255"/>
                  <a:pt x="319058" y="211232"/>
                </a:cubicBezTo>
                <a:lnTo>
                  <a:pt x="260122" y="114791"/>
                </a:ln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4" name="Text 11"/>
          <p:cNvSpPr/>
          <p:nvPr/>
        </p:nvSpPr>
        <p:spPr>
          <a:xfrm>
            <a:off x="6391275" y="6234113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Photos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53400" y="5586413"/>
            <a:ext cx="1752600" cy="1104900"/>
          </a:xfrm>
          <a:custGeom>
            <a:avLst/>
            <a:gdLst/>
            <a:ahLst/>
            <a:cxnLst/>
            <a:rect l="l" t="t" r="r" b="b"/>
            <a:pathLst>
              <a:path w="1752600" h="1104900">
                <a:moveTo>
                  <a:pt x="152399" y="0"/>
                </a:moveTo>
                <a:lnTo>
                  <a:pt x="1600201" y="0"/>
                </a:lnTo>
                <a:cubicBezTo>
                  <a:pt x="1684369" y="0"/>
                  <a:pt x="1752600" y="68231"/>
                  <a:pt x="1752600" y="152399"/>
                </a:cubicBezTo>
                <a:lnTo>
                  <a:pt x="1752600" y="952501"/>
                </a:lnTo>
                <a:cubicBezTo>
                  <a:pt x="1752600" y="1036669"/>
                  <a:pt x="1684369" y="1104900"/>
                  <a:pt x="1600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858250" y="57769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66886" y="8171"/>
                </a:moveTo>
                <a:lnTo>
                  <a:pt x="207816" y="67241"/>
                </a:lnTo>
                <a:lnTo>
                  <a:pt x="275659" y="135084"/>
                </a:lnTo>
                <a:lnTo>
                  <a:pt x="334729" y="76014"/>
                </a:lnTo>
                <a:cubicBezTo>
                  <a:pt x="339953" y="70723"/>
                  <a:pt x="342900" y="63624"/>
                  <a:pt x="342900" y="56257"/>
                </a:cubicBezTo>
                <a:cubicBezTo>
                  <a:pt x="342900" y="48890"/>
                  <a:pt x="339953" y="41791"/>
                  <a:pt x="334729" y="36500"/>
                </a:cubicBezTo>
                <a:lnTo>
                  <a:pt x="306400" y="8171"/>
                </a:lnTo>
                <a:cubicBezTo>
                  <a:pt x="301109" y="2947"/>
                  <a:pt x="294010" y="0"/>
                  <a:pt x="286643" y="0"/>
                </a:cubicBezTo>
                <a:cubicBezTo>
                  <a:pt x="279276" y="0"/>
                  <a:pt x="272177" y="2947"/>
                  <a:pt x="266886" y="8171"/>
                </a:cubicBezTo>
                <a:close/>
                <a:moveTo>
                  <a:pt x="185112" y="89944"/>
                </a:moveTo>
                <a:lnTo>
                  <a:pt x="8171" y="266886"/>
                </a:lnTo>
                <a:cubicBezTo>
                  <a:pt x="2947" y="272177"/>
                  <a:pt x="0" y="279276"/>
                  <a:pt x="0" y="286643"/>
                </a:cubicBezTo>
                <a:cubicBezTo>
                  <a:pt x="0" y="294010"/>
                  <a:pt x="2947" y="301109"/>
                  <a:pt x="8171" y="306400"/>
                </a:cubicBezTo>
                <a:lnTo>
                  <a:pt x="36500" y="334729"/>
                </a:lnTo>
                <a:cubicBezTo>
                  <a:pt x="41791" y="339953"/>
                  <a:pt x="48890" y="342900"/>
                  <a:pt x="56257" y="342900"/>
                </a:cubicBezTo>
                <a:cubicBezTo>
                  <a:pt x="63624" y="342900"/>
                  <a:pt x="70723" y="339953"/>
                  <a:pt x="76014" y="334729"/>
                </a:cubicBezTo>
                <a:lnTo>
                  <a:pt x="252956" y="157788"/>
                </a:lnTo>
                <a:lnTo>
                  <a:pt x="185112" y="89944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7" name="Text 14"/>
          <p:cNvSpPr/>
          <p:nvPr/>
        </p:nvSpPr>
        <p:spPr>
          <a:xfrm>
            <a:off x="8296275" y="6234113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 Together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058400" y="5586413"/>
            <a:ext cx="1752600" cy="1104900"/>
          </a:xfrm>
          <a:custGeom>
            <a:avLst/>
            <a:gdLst/>
            <a:ahLst/>
            <a:cxnLst/>
            <a:rect l="l" t="t" r="r" b="b"/>
            <a:pathLst>
              <a:path w="1752600" h="1104900">
                <a:moveTo>
                  <a:pt x="152399" y="0"/>
                </a:moveTo>
                <a:lnTo>
                  <a:pt x="1600201" y="0"/>
                </a:lnTo>
                <a:cubicBezTo>
                  <a:pt x="1684369" y="0"/>
                  <a:pt x="1752600" y="68231"/>
                  <a:pt x="1752600" y="152399"/>
                </a:cubicBezTo>
                <a:lnTo>
                  <a:pt x="1752600" y="952501"/>
                </a:lnTo>
                <a:cubicBezTo>
                  <a:pt x="1752600" y="1036669"/>
                  <a:pt x="1684369" y="1104900"/>
                  <a:pt x="1600201" y="1104900"/>
                </a:cubicBezTo>
                <a:lnTo>
                  <a:pt x="152399" y="1104900"/>
                </a:lnTo>
                <a:cubicBezTo>
                  <a:pt x="68231" y="1104900"/>
                  <a:pt x="0" y="1036669"/>
                  <a:pt x="0" y="952501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763250" y="57769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26110" y="98517"/>
                </a:moveTo>
                <a:cubicBezTo>
                  <a:pt x="121020" y="101330"/>
                  <a:pt x="117872" y="106754"/>
                  <a:pt x="117872" y="112514"/>
                </a:cubicBezTo>
                <a:lnTo>
                  <a:pt x="117872" y="230386"/>
                </a:lnTo>
                <a:cubicBezTo>
                  <a:pt x="117872" y="236213"/>
                  <a:pt x="121020" y="241570"/>
                  <a:pt x="126110" y="244383"/>
                </a:cubicBezTo>
                <a:cubicBezTo>
                  <a:pt x="131199" y="247196"/>
                  <a:pt x="137361" y="247129"/>
                  <a:pt x="142384" y="244048"/>
                </a:cubicBezTo>
                <a:lnTo>
                  <a:pt x="238824" y="185112"/>
                </a:lnTo>
                <a:cubicBezTo>
                  <a:pt x="243580" y="182166"/>
                  <a:pt x="246526" y="177009"/>
                  <a:pt x="246526" y="171383"/>
                </a:cubicBezTo>
                <a:cubicBezTo>
                  <a:pt x="246526" y="165757"/>
                  <a:pt x="243580" y="160600"/>
                  <a:pt x="238824" y="157654"/>
                </a:cubicBezTo>
                <a:lnTo>
                  <a:pt x="142384" y="98718"/>
                </a:lnTo>
                <a:cubicBezTo>
                  <a:pt x="137428" y="95704"/>
                  <a:pt x="131199" y="95570"/>
                  <a:pt x="126110" y="98383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20" name="Text 17"/>
          <p:cNvSpPr/>
          <p:nvPr/>
        </p:nvSpPr>
        <p:spPr>
          <a:xfrm>
            <a:off x="10201275" y="6234113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9119" y="5905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476250"/>
            <a:ext cx="512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6DAF8C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228600" y="0"/>
                </a:moveTo>
                <a:lnTo>
                  <a:pt x="3429000" y="0"/>
                </a:lnTo>
                <a:cubicBezTo>
                  <a:pt x="3555168" y="0"/>
                  <a:pt x="3657600" y="102432"/>
                  <a:pt x="3657600" y="228600"/>
                </a:cubicBezTo>
                <a:lnTo>
                  <a:pt x="3657600" y="3924300"/>
                </a:lnTo>
                <a:cubicBezTo>
                  <a:pt x="3657600" y="3966384"/>
                  <a:pt x="3623484" y="4000500"/>
                  <a:pt x="3581400" y="4000500"/>
                </a:cubicBezTo>
                <a:lnTo>
                  <a:pt x="76200" y="4000500"/>
                </a:lnTo>
                <a:cubicBezTo>
                  <a:pt x="34116" y="4000500"/>
                  <a:pt x="0" y="3966384"/>
                  <a:pt x="0" y="39243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5372100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7" name="Shape 5"/>
          <p:cNvSpPr/>
          <p:nvPr/>
        </p:nvSpPr>
        <p:spPr>
          <a:xfrm>
            <a:off x="1752600" y="1676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6DAF8C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8350" y="1905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457200"/>
                </a:moveTo>
                <a:cubicBezTo>
                  <a:pt x="76795" y="457200"/>
                  <a:pt x="0" y="380405"/>
                  <a:pt x="0" y="285750"/>
                </a:cubicBezTo>
                <a:cubicBezTo>
                  <a:pt x="0" y="204311"/>
                  <a:pt x="116265" y="40987"/>
                  <a:pt x="148769" y="-3125"/>
                </a:cubicBezTo>
                <a:cubicBezTo>
                  <a:pt x="154037" y="-10269"/>
                  <a:pt x="162342" y="-14287"/>
                  <a:pt x="171271" y="-14287"/>
                </a:cubicBezTo>
                <a:lnTo>
                  <a:pt x="171629" y="-14287"/>
                </a:lnTo>
                <a:cubicBezTo>
                  <a:pt x="180558" y="-14287"/>
                  <a:pt x="188863" y="-10269"/>
                  <a:pt x="194131" y="-3125"/>
                </a:cubicBezTo>
                <a:cubicBezTo>
                  <a:pt x="226635" y="40987"/>
                  <a:pt x="342900" y="204311"/>
                  <a:pt x="342900" y="285750"/>
                </a:cubicBezTo>
                <a:cubicBezTo>
                  <a:pt x="342900" y="380405"/>
                  <a:pt x="266105" y="457200"/>
                  <a:pt x="171450" y="457200"/>
                </a:cubicBezTo>
                <a:close/>
                <a:moveTo>
                  <a:pt x="100013" y="278606"/>
                </a:moveTo>
                <a:cubicBezTo>
                  <a:pt x="100013" y="266730"/>
                  <a:pt x="90458" y="257175"/>
                  <a:pt x="78581" y="257175"/>
                </a:cubicBezTo>
                <a:cubicBezTo>
                  <a:pt x="66705" y="257175"/>
                  <a:pt x="57150" y="266730"/>
                  <a:pt x="57150" y="278606"/>
                </a:cubicBezTo>
                <a:cubicBezTo>
                  <a:pt x="57150" y="345668"/>
                  <a:pt x="111532" y="400050"/>
                  <a:pt x="178594" y="400050"/>
                </a:cubicBezTo>
                <a:cubicBezTo>
                  <a:pt x="190470" y="400050"/>
                  <a:pt x="200025" y="390495"/>
                  <a:pt x="200025" y="378619"/>
                </a:cubicBezTo>
                <a:cubicBezTo>
                  <a:pt x="200025" y="366742"/>
                  <a:pt x="190470" y="357188"/>
                  <a:pt x="178594" y="357188"/>
                </a:cubicBezTo>
                <a:cubicBezTo>
                  <a:pt x="135195" y="357188"/>
                  <a:pt x="100013" y="322005"/>
                  <a:pt x="100013" y="278606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9" name="Text 7"/>
          <p:cNvSpPr/>
          <p:nvPr/>
        </p:nvSpPr>
        <p:spPr>
          <a:xfrm>
            <a:off x="614363" y="2819400"/>
            <a:ext cx="3190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DAF8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Plants Need...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3147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2963" y="3448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" y="3429000"/>
            <a:ext cx="61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39243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2963" y="4057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5" name="Text 13"/>
          <p:cNvSpPr/>
          <p:nvPr/>
        </p:nvSpPr>
        <p:spPr>
          <a:xfrm>
            <a:off x="1200150" y="403860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Sunlight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5339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2963" y="4667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18" name="Text 16"/>
          <p:cNvSpPr/>
          <p:nvPr/>
        </p:nvSpPr>
        <p:spPr>
          <a:xfrm>
            <a:off x="1200150" y="46482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72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228600" y="0"/>
                </a:moveTo>
                <a:lnTo>
                  <a:pt x="3429000" y="0"/>
                </a:lnTo>
                <a:cubicBezTo>
                  <a:pt x="3555168" y="0"/>
                  <a:pt x="3657600" y="102432"/>
                  <a:pt x="3657600" y="228600"/>
                </a:cubicBezTo>
                <a:lnTo>
                  <a:pt x="3657600" y="3924300"/>
                </a:lnTo>
                <a:cubicBezTo>
                  <a:pt x="3657600" y="3966384"/>
                  <a:pt x="3623484" y="4000500"/>
                  <a:pt x="3581400" y="4000500"/>
                </a:cubicBezTo>
                <a:lnTo>
                  <a:pt x="76200" y="4000500"/>
                </a:lnTo>
                <a:cubicBezTo>
                  <a:pt x="34116" y="4000500"/>
                  <a:pt x="0" y="3966384"/>
                  <a:pt x="0" y="39243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7200" y="5372100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38800" y="1676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E8A96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674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FDFB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00563" y="2819400"/>
            <a:ext cx="3190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Plants Grow...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33147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29163" y="3448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26" name="Text 24"/>
          <p:cNvSpPr/>
          <p:nvPr/>
        </p:nvSpPr>
        <p:spPr>
          <a:xfrm>
            <a:off x="5086350" y="34290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0" y="39243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29163" y="4057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29" name="Text 27"/>
          <p:cNvSpPr/>
          <p:nvPr/>
        </p:nvSpPr>
        <p:spPr>
          <a:xfrm>
            <a:off x="5086350" y="403860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time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45339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29163" y="4667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32" name="Text 30"/>
          <p:cNvSpPr/>
          <p:nvPr/>
        </p:nvSpPr>
        <p:spPr>
          <a:xfrm>
            <a:off x="5086350" y="464820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 by day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3400" y="1371600"/>
            <a:ext cx="3657600" cy="4000500"/>
          </a:xfrm>
          <a:custGeom>
            <a:avLst/>
            <a:gdLst/>
            <a:ahLst/>
            <a:cxnLst/>
            <a:rect l="l" t="t" r="r" b="b"/>
            <a:pathLst>
              <a:path w="3657600" h="4000500">
                <a:moveTo>
                  <a:pt x="228600" y="0"/>
                </a:moveTo>
                <a:lnTo>
                  <a:pt x="3429000" y="0"/>
                </a:lnTo>
                <a:cubicBezTo>
                  <a:pt x="3555168" y="0"/>
                  <a:pt x="3657600" y="102432"/>
                  <a:pt x="3657600" y="228600"/>
                </a:cubicBezTo>
                <a:lnTo>
                  <a:pt x="3657600" y="3924300"/>
                </a:lnTo>
                <a:cubicBezTo>
                  <a:pt x="3657600" y="3966384"/>
                  <a:pt x="3623484" y="4000500"/>
                  <a:pt x="3581400" y="4000500"/>
                </a:cubicBezTo>
                <a:lnTo>
                  <a:pt x="76200" y="4000500"/>
                </a:lnTo>
                <a:cubicBezTo>
                  <a:pt x="34116" y="4000500"/>
                  <a:pt x="0" y="3966384"/>
                  <a:pt x="0" y="39243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38125" dist="19050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3400" y="5372100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0" y="0"/>
                </a:moveTo>
                <a:lnTo>
                  <a:pt x="3657600" y="0"/>
                </a:lnTo>
                <a:lnTo>
                  <a:pt x="3657600" y="0"/>
                </a:lnTo>
                <a:cubicBezTo>
                  <a:pt x="3657600" y="42056"/>
                  <a:pt x="3623456" y="76200"/>
                  <a:pt x="3581400" y="76200"/>
                </a:cubicBezTo>
                <a:lnTo>
                  <a:pt x="76200" y="76200"/>
                </a:lnTo>
                <a:cubicBezTo>
                  <a:pt x="34144" y="76200"/>
                  <a:pt x="0" y="42056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35" name="Shape 33"/>
          <p:cNvSpPr/>
          <p:nvPr/>
        </p:nvSpPr>
        <p:spPr>
          <a:xfrm>
            <a:off x="9525000" y="1676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7D486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536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3142" y="57864"/>
                </a:moveTo>
                <a:lnTo>
                  <a:pt x="123855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33345" y="85725"/>
                </a:lnTo>
                <a:lnTo>
                  <a:pt x="324058" y="57864"/>
                </a:lnTo>
                <a:cubicBezTo>
                  <a:pt x="318254" y="40362"/>
                  <a:pt x="301913" y="28575"/>
                  <a:pt x="283428" y="28575"/>
                </a:cubicBezTo>
                <a:lnTo>
                  <a:pt x="173772" y="28575"/>
                </a:lnTo>
                <a:cubicBezTo>
                  <a:pt x="155287" y="28575"/>
                  <a:pt x="138946" y="40362"/>
                  <a:pt x="133142" y="57864"/>
                </a:cubicBezTo>
                <a:close/>
                <a:moveTo>
                  <a:pt x="228600" y="171450"/>
                </a:moveTo>
                <a:cubicBezTo>
                  <a:pt x="275913" y="171450"/>
                  <a:pt x="314325" y="209862"/>
                  <a:pt x="314325" y="257175"/>
                </a:cubicBezTo>
                <a:cubicBezTo>
                  <a:pt x="314325" y="304488"/>
                  <a:pt x="275913" y="342900"/>
                  <a:pt x="228600" y="342900"/>
                </a:cubicBezTo>
                <a:cubicBezTo>
                  <a:pt x="181287" y="342900"/>
                  <a:pt x="142875" y="304488"/>
                  <a:pt x="142875" y="257175"/>
                </a:cubicBezTo>
                <a:cubicBezTo>
                  <a:pt x="142875" y="209862"/>
                  <a:pt x="181287" y="171450"/>
                  <a:pt x="228600" y="171450"/>
                </a:cubicBezTo>
                <a:close/>
              </a:path>
            </a:pathLst>
          </a:custGeom>
          <a:solidFill>
            <a:srgbClr val="4A4540"/>
          </a:solidFill>
          <a:ln/>
        </p:spPr>
      </p:sp>
      <p:sp>
        <p:nvSpPr>
          <p:cNvPr id="37" name="Text 35"/>
          <p:cNvSpPr/>
          <p:nvPr/>
        </p:nvSpPr>
        <p:spPr>
          <a:xfrm>
            <a:off x="8386763" y="2819400"/>
            <a:ext cx="3190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8A96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We Can...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58200" y="33147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DAF8C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615363" y="34480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40" name="Text 38"/>
          <p:cNvSpPr/>
          <p:nvPr/>
        </p:nvSpPr>
        <p:spPr>
          <a:xfrm>
            <a:off x="8972550" y="34290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photos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58200" y="39243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15363" y="4057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43" name="Text 41"/>
          <p:cNvSpPr/>
          <p:nvPr/>
        </p:nvSpPr>
        <p:spPr>
          <a:xfrm>
            <a:off x="8972550" y="403860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growth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58200" y="4533900"/>
            <a:ext cx="3048000" cy="495300"/>
          </a:xfrm>
          <a:custGeom>
            <a:avLst/>
            <a:gdLst/>
            <a:ahLst/>
            <a:cxnLst/>
            <a:rect l="l" t="t" r="r" b="b"/>
            <a:pathLst>
              <a:path w="3048000" h="4953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381000"/>
                </a:lnTo>
                <a:cubicBezTo>
                  <a:pt x="3048000" y="444126"/>
                  <a:pt x="2996826" y="495300"/>
                  <a:pt x="293370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7D486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15363" y="46672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46" name="Text 44"/>
          <p:cNvSpPr/>
          <p:nvPr/>
        </p:nvSpPr>
        <p:spPr>
          <a:xfrm>
            <a:off x="8972550" y="46482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4A45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videos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00050" y="5734050"/>
            <a:ext cx="11391900" cy="876300"/>
          </a:xfrm>
          <a:custGeom>
            <a:avLst/>
            <a:gdLst/>
            <a:ahLst/>
            <a:cxnLst/>
            <a:rect l="l" t="t" r="r" b="b"/>
            <a:pathLst>
              <a:path w="11391900" h="876300">
                <a:moveTo>
                  <a:pt x="228600" y="0"/>
                </a:moveTo>
                <a:lnTo>
                  <a:pt x="11163300" y="0"/>
                </a:lnTo>
                <a:cubicBezTo>
                  <a:pt x="11289552" y="0"/>
                  <a:pt x="11391900" y="102348"/>
                  <a:pt x="11391900" y="228600"/>
                </a:cubicBezTo>
                <a:lnTo>
                  <a:pt x="11391900" y="647700"/>
                </a:lnTo>
                <a:cubicBezTo>
                  <a:pt x="11391900" y="773952"/>
                  <a:pt x="11289552" y="876300"/>
                  <a:pt x="11163300" y="876300"/>
                </a:cubicBezTo>
                <a:lnTo>
                  <a:pt x="228600" y="876300"/>
                </a:lnTo>
                <a:cubicBezTo>
                  <a:pt x="102348" y="876300"/>
                  <a:pt x="0" y="773952"/>
                  <a:pt x="0" y="6477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A96F">
              <a:alpha val="10196"/>
            </a:srgbClr>
          </a:solidFill>
          <a:ln w="50800">
            <a:solidFill>
              <a:srgbClr val="E8A96F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62074" y="6004564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49" name="Text 47"/>
          <p:cNvSpPr/>
          <p:nvPr/>
        </p:nvSpPr>
        <p:spPr>
          <a:xfrm>
            <a:off x="1076325" y="5981700"/>
            <a:ext cx="10553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4A454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You are all amazing scientists! 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0d6cec5e5acc1cb0ef76ab5843e20eb3c96bf945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1921" b="219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DAF8C">
                  <a:alpha val="85000"/>
                </a:srgbClr>
              </a:gs>
              <a:gs pos="50000">
                <a:srgbClr val="E8A96F">
                  <a:alpha val="75000"/>
                </a:srgbClr>
              </a:gs>
              <a:gs pos="100000">
                <a:srgbClr val="F7D486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2476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257711" y="0"/>
                </a:moveTo>
                <a:lnTo>
                  <a:pt x="657761" y="0"/>
                </a:lnTo>
                <a:cubicBezTo>
                  <a:pt x="705088" y="0"/>
                  <a:pt x="743664" y="38933"/>
                  <a:pt x="741878" y="86082"/>
                </a:cubicBezTo>
                <a:cubicBezTo>
                  <a:pt x="741521" y="95548"/>
                  <a:pt x="741164" y="105013"/>
                  <a:pt x="740628" y="114300"/>
                </a:cubicBezTo>
                <a:lnTo>
                  <a:pt x="829211" y="114300"/>
                </a:lnTo>
                <a:cubicBezTo>
                  <a:pt x="875824" y="114300"/>
                  <a:pt x="916900" y="152876"/>
                  <a:pt x="913328" y="203240"/>
                </a:cubicBezTo>
                <a:cubicBezTo>
                  <a:pt x="899934" y="388441"/>
                  <a:pt x="805279" y="490240"/>
                  <a:pt x="702588" y="543461"/>
                </a:cubicBezTo>
                <a:cubicBezTo>
                  <a:pt x="674370" y="558105"/>
                  <a:pt x="645616" y="569000"/>
                  <a:pt x="618292" y="577036"/>
                </a:cubicBezTo>
                <a:cubicBezTo>
                  <a:pt x="582216" y="628114"/>
                  <a:pt x="544711" y="655082"/>
                  <a:pt x="514886" y="669548"/>
                </a:cubicBezTo>
                <a:lnTo>
                  <a:pt x="514886" y="800100"/>
                </a:lnTo>
                <a:lnTo>
                  <a:pt x="629186" y="800100"/>
                </a:lnTo>
                <a:cubicBezTo>
                  <a:pt x="660797" y="800100"/>
                  <a:pt x="686336" y="825639"/>
                  <a:pt x="686336" y="857250"/>
                </a:cubicBezTo>
                <a:cubicBezTo>
                  <a:pt x="686336" y="888861"/>
                  <a:pt x="660797" y="914400"/>
                  <a:pt x="629186" y="914400"/>
                </a:cubicBezTo>
                <a:lnTo>
                  <a:pt x="286286" y="914400"/>
                </a:lnTo>
                <a:cubicBezTo>
                  <a:pt x="254675" y="914400"/>
                  <a:pt x="229136" y="888861"/>
                  <a:pt x="229136" y="857250"/>
                </a:cubicBezTo>
                <a:cubicBezTo>
                  <a:pt x="229136" y="825639"/>
                  <a:pt x="254675" y="800100"/>
                  <a:pt x="286286" y="800100"/>
                </a:cubicBezTo>
                <a:lnTo>
                  <a:pt x="400586" y="800100"/>
                </a:lnTo>
                <a:lnTo>
                  <a:pt x="400586" y="669548"/>
                </a:lnTo>
                <a:cubicBezTo>
                  <a:pt x="372011" y="655796"/>
                  <a:pt x="336471" y="630257"/>
                  <a:pt x="301823" y="583287"/>
                </a:cubicBezTo>
                <a:cubicBezTo>
                  <a:pt x="268962" y="574715"/>
                  <a:pt x="233243" y="561677"/>
                  <a:pt x="198418" y="542032"/>
                </a:cubicBezTo>
                <a:cubicBezTo>
                  <a:pt x="101798" y="487918"/>
                  <a:pt x="14645" y="385941"/>
                  <a:pt x="2143" y="202882"/>
                </a:cubicBezTo>
                <a:cubicBezTo>
                  <a:pt x="-1250" y="152698"/>
                  <a:pt x="39648" y="114121"/>
                  <a:pt x="86261" y="114121"/>
                </a:cubicBezTo>
                <a:lnTo>
                  <a:pt x="174843" y="114121"/>
                </a:lnTo>
                <a:cubicBezTo>
                  <a:pt x="174308" y="104835"/>
                  <a:pt x="173950" y="95548"/>
                  <a:pt x="173593" y="85904"/>
                </a:cubicBezTo>
                <a:cubicBezTo>
                  <a:pt x="171807" y="38576"/>
                  <a:pt x="210383" y="-179"/>
                  <a:pt x="257711" y="-179"/>
                </a:cubicBezTo>
                <a:close/>
                <a:moveTo>
                  <a:pt x="181273" y="200025"/>
                </a:moveTo>
                <a:lnTo>
                  <a:pt x="87690" y="200025"/>
                </a:lnTo>
                <a:cubicBezTo>
                  <a:pt x="98762" y="351294"/>
                  <a:pt x="168235" y="427018"/>
                  <a:pt x="239851" y="467201"/>
                </a:cubicBezTo>
                <a:cubicBezTo>
                  <a:pt x="214134" y="400586"/>
                  <a:pt x="192881" y="313611"/>
                  <a:pt x="181273" y="200025"/>
                </a:cubicBezTo>
                <a:close/>
                <a:moveTo>
                  <a:pt x="678656" y="458629"/>
                </a:moveTo>
                <a:cubicBezTo>
                  <a:pt x="750987" y="416123"/>
                  <a:pt x="816352" y="340578"/>
                  <a:pt x="827425" y="200025"/>
                </a:cubicBezTo>
                <a:lnTo>
                  <a:pt x="734020" y="200025"/>
                </a:lnTo>
                <a:cubicBezTo>
                  <a:pt x="722948" y="308789"/>
                  <a:pt x="702945" y="393263"/>
                  <a:pt x="678656" y="458629"/>
                </a:cubicBezTo>
                <a:close/>
              </a:path>
            </a:pathLst>
          </a:custGeom>
          <a:solidFill>
            <a:srgbClr val="F7D486"/>
          </a:solidFill>
          <a:ln/>
        </p:spPr>
      </p:sp>
      <p:sp>
        <p:nvSpPr>
          <p:cNvPr id="5" name="Text 2"/>
          <p:cNvSpPr/>
          <p:nvPr/>
        </p:nvSpPr>
        <p:spPr>
          <a:xfrm>
            <a:off x="3027640" y="1390650"/>
            <a:ext cx="6134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Great Job,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DFBF5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Little Gardeners!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28800" y="3333750"/>
            <a:ext cx="8534400" cy="2324100"/>
          </a:xfrm>
          <a:custGeom>
            <a:avLst/>
            <a:gdLst/>
            <a:ahLst/>
            <a:cxnLst/>
            <a:rect l="l" t="t" r="r" b="b"/>
            <a:pathLst>
              <a:path w="8534400" h="2324100">
                <a:moveTo>
                  <a:pt x="228598" y="0"/>
                </a:moveTo>
                <a:lnTo>
                  <a:pt x="8305802" y="0"/>
                </a:lnTo>
                <a:cubicBezTo>
                  <a:pt x="8432053" y="0"/>
                  <a:pt x="8534400" y="102347"/>
                  <a:pt x="8534400" y="228598"/>
                </a:cubicBezTo>
                <a:lnTo>
                  <a:pt x="8534400" y="2095502"/>
                </a:lnTo>
                <a:cubicBezTo>
                  <a:pt x="8534400" y="2221753"/>
                  <a:pt x="8432053" y="2324100"/>
                  <a:pt x="8305802" y="2324100"/>
                </a:cubicBezTo>
                <a:lnTo>
                  <a:pt x="228598" y="2324100"/>
                </a:lnTo>
                <a:cubicBezTo>
                  <a:pt x="102347" y="2324100"/>
                  <a:pt x="0" y="2221753"/>
                  <a:pt x="0" y="2095502"/>
                </a:cubicBezTo>
                <a:lnTo>
                  <a:pt x="0" y="228598"/>
                </a:lnTo>
                <a:cubicBezTo>
                  <a:pt x="0" y="102347"/>
                  <a:pt x="102347" y="0"/>
                  <a:pt x="228598" y="0"/>
                </a:cubicBezTo>
                <a:close/>
              </a:path>
            </a:pathLst>
          </a:custGeom>
          <a:solidFill>
            <a:srgbClr val="FDFBF5">
              <a:alpha val="3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047875" y="3638550"/>
            <a:ext cx="80962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700" dirty="0">
                <a:solidFill>
                  <a:srgbClr val="FDFBF5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You are all amazing plant caretakers! 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62163" y="4424363"/>
            <a:ext cx="80676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DFB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watching plants grow around you. Nature is full of wonders!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15747" y="5962650"/>
            <a:ext cx="2981325" cy="647700"/>
          </a:xfrm>
          <a:custGeom>
            <a:avLst/>
            <a:gdLst/>
            <a:ahLst/>
            <a:cxnLst/>
            <a:rect l="l" t="t" r="r" b="b"/>
            <a:pathLst>
              <a:path w="2981325" h="647700">
                <a:moveTo>
                  <a:pt x="323850" y="0"/>
                </a:moveTo>
                <a:lnTo>
                  <a:pt x="2657475" y="0"/>
                </a:lnTo>
                <a:cubicBezTo>
                  <a:pt x="2836213" y="0"/>
                  <a:pt x="2981325" y="145112"/>
                  <a:pt x="2981325" y="323850"/>
                </a:cubicBezTo>
                <a:lnTo>
                  <a:pt x="2981325" y="323850"/>
                </a:lnTo>
                <a:cubicBezTo>
                  <a:pt x="2981325" y="502588"/>
                  <a:pt x="2836213" y="647700"/>
                  <a:pt x="2657475" y="647700"/>
                </a:cubicBezTo>
                <a:lnTo>
                  <a:pt x="323850" y="647700"/>
                </a:lnTo>
                <a:cubicBezTo>
                  <a:pt x="145112" y="647700"/>
                  <a:pt x="0" y="502588"/>
                  <a:pt x="0" y="323850"/>
                </a:cubicBezTo>
                <a:lnTo>
                  <a:pt x="0" y="323850"/>
                </a:lnTo>
                <a:cubicBezTo>
                  <a:pt x="0" y="145112"/>
                  <a:pt x="145112" y="0"/>
                  <a:pt x="323850" y="0"/>
                </a:cubicBezTo>
                <a:close/>
              </a:path>
            </a:pathLst>
          </a:custGeom>
          <a:solidFill>
            <a:srgbClr val="FDFBF5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458647" y="61455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7859"/>
                </a:moveTo>
                <a:cubicBezTo>
                  <a:pt x="285750" y="78191"/>
                  <a:pt x="242999" y="128532"/>
                  <a:pt x="186184" y="140308"/>
                </a:cubicBezTo>
                <a:cubicBezTo>
                  <a:pt x="181775" y="107882"/>
                  <a:pt x="167208" y="78693"/>
                  <a:pt x="145721" y="56090"/>
                </a:cubicBezTo>
                <a:cubicBezTo>
                  <a:pt x="168101" y="22324"/>
                  <a:pt x="206443" y="0"/>
                  <a:pt x="250031" y="0"/>
                </a:cubicBezTo>
                <a:lnTo>
                  <a:pt x="267891" y="0"/>
                </a:lnTo>
                <a:cubicBezTo>
                  <a:pt x="277769" y="0"/>
                  <a:pt x="285750" y="7981"/>
                  <a:pt x="285750" y="17859"/>
                </a:cubicBezTo>
                <a:close/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35719" y="35719"/>
                </a:lnTo>
                <a:cubicBezTo>
                  <a:pt x="104756" y="35719"/>
                  <a:pt x="160734" y="91697"/>
                  <a:pt x="160734" y="160734"/>
                </a:cubicBezTo>
                <a:lnTo>
                  <a:pt x="160734" y="267891"/>
                </a:lnTo>
                <a:cubicBezTo>
                  <a:pt x="160734" y="277769"/>
                  <a:pt x="152753" y="285750"/>
                  <a:pt x="142875" y="285750"/>
                </a:cubicBezTo>
                <a:cubicBezTo>
                  <a:pt x="132997" y="285750"/>
                  <a:pt x="125016" y="277769"/>
                  <a:pt x="125016" y="267891"/>
                </a:cubicBezTo>
                <a:lnTo>
                  <a:pt x="125016" y="178594"/>
                </a:lnTo>
                <a:cubicBezTo>
                  <a:pt x="55978" y="178594"/>
                  <a:pt x="0" y="122616"/>
                  <a:pt x="0" y="53578"/>
                </a:cubicBezTo>
                <a:close/>
              </a:path>
            </a:pathLst>
          </a:custGeom>
          <a:solidFill>
            <a:srgbClr val="6DAF8C"/>
          </a:solidFill>
          <a:ln/>
        </p:spPr>
      </p:sp>
      <p:sp>
        <p:nvSpPr>
          <p:cNvPr id="11" name="Text 8"/>
          <p:cNvSpPr/>
          <p:nvPr/>
        </p:nvSpPr>
        <p:spPr>
          <a:xfrm>
            <a:off x="3796784" y="6115050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DFB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Keep Growing!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25791" y="5962650"/>
            <a:ext cx="2752725" cy="647700"/>
          </a:xfrm>
          <a:custGeom>
            <a:avLst/>
            <a:gdLst/>
            <a:ahLst/>
            <a:cxnLst/>
            <a:rect l="l" t="t" r="r" b="b"/>
            <a:pathLst>
              <a:path w="2752725" h="647700">
                <a:moveTo>
                  <a:pt x="323850" y="0"/>
                </a:moveTo>
                <a:lnTo>
                  <a:pt x="2428875" y="0"/>
                </a:lnTo>
                <a:cubicBezTo>
                  <a:pt x="2607613" y="0"/>
                  <a:pt x="2752725" y="145112"/>
                  <a:pt x="2752725" y="323850"/>
                </a:cubicBezTo>
                <a:lnTo>
                  <a:pt x="2752725" y="323850"/>
                </a:lnTo>
                <a:cubicBezTo>
                  <a:pt x="2752725" y="502588"/>
                  <a:pt x="2607613" y="647700"/>
                  <a:pt x="2428875" y="647700"/>
                </a:cubicBezTo>
                <a:lnTo>
                  <a:pt x="323850" y="647700"/>
                </a:lnTo>
                <a:cubicBezTo>
                  <a:pt x="145112" y="647700"/>
                  <a:pt x="0" y="502588"/>
                  <a:pt x="0" y="323850"/>
                </a:cubicBezTo>
                <a:lnTo>
                  <a:pt x="0" y="323850"/>
                </a:lnTo>
                <a:cubicBezTo>
                  <a:pt x="0" y="145112"/>
                  <a:pt x="145112" y="0"/>
                  <a:pt x="323850" y="0"/>
                </a:cubicBezTo>
                <a:close/>
              </a:path>
            </a:pathLst>
          </a:custGeom>
          <a:solidFill>
            <a:srgbClr val="FDFBF5">
              <a:alpha val="4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68691" y="614553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E8A96F"/>
          </a:solidFill>
          <a:ln/>
        </p:spPr>
      </p:sp>
      <p:sp>
        <p:nvSpPr>
          <p:cNvPr id="14" name="Text 11"/>
          <p:cNvSpPr/>
          <p:nvPr/>
        </p:nvSpPr>
        <p:spPr>
          <a:xfrm>
            <a:off x="7006828" y="6115050"/>
            <a:ext cx="1838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DFBF5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Keep Caring!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Plant Photo Gallery</dc:title>
  <dc:subject>Our Plant Photo Gallery</dc:subject>
  <dc:creator>Kimi</dc:creator>
  <cp:lastModifiedBy>Kimi</cp:lastModifiedBy>
  <cp:revision>1</cp:revision>
  <dcterms:created xsi:type="dcterms:W3CDTF">2026-02-07T13:49:45Z</dcterms:created>
  <dcterms:modified xsi:type="dcterms:W3CDTF">2026-02-07T13:49:45Z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{"Label":"Our Plant Photo Gallery","ContentProducer":"001191110108MACG2KBH8F10000","ProduceID":"19c3853c-2972-8afa-8000-000046c3dea8","ReservedCode1":"","ContentPropagator":"001191110108MACG2KBH8F20000","PropagateID":"19c3853c-2972-8afa-8000-000046c3dea8","ReservedCode2":""}</vt:lpwstr>
  </property>
</Properties>
</file>