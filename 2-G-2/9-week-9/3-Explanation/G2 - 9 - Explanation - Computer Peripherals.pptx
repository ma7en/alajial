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6" r:id="rId3"/>
    <p:sldId id="258" r:id="rId4"/>
    <p:sldId id="257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ver of a book&#10;&#10;AI-generated content may be incorrect.">
            <a:extLst>
              <a:ext uri="{FF2B5EF4-FFF2-40B4-BE49-F238E27FC236}">
                <a16:creationId xmlns:a16="http://schemas.microsoft.com/office/drawing/2014/main" id="{03190EB6-1142-6ACF-875E-DC1269B8D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06065" cy="68825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2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dirty="0"/>
              <a:t>M</a:t>
            </a:r>
            <a:endParaRPr lang="ar-EG" sz="5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087430" y="3293806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    /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236</TotalTime>
  <Words>25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PowerPoint Presentation</vt:lpstr>
      <vt:lpstr>ICT</vt:lpstr>
      <vt:lpstr>Lesson title</vt:lpstr>
      <vt:lpstr>Enter the notebook and write the following: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30</cp:revision>
  <dcterms:created xsi:type="dcterms:W3CDTF">2025-09-06T15:54:50Z</dcterms:created>
  <dcterms:modified xsi:type="dcterms:W3CDTF">2025-11-01T12:50:05Z</dcterms:modified>
</cp:coreProperties>
</file>