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66" r:id="rId2"/>
    <p:sldId id="267" r:id="rId3"/>
    <p:sldId id="269" r:id="rId4"/>
    <p:sldId id="270" r:id="rId5"/>
    <p:sldId id="271" r:id="rId6"/>
    <p:sldId id="272" r:id="rId7"/>
    <p:sldId id="268" r:id="rId8"/>
  </p:sldIdLst>
  <p:sldSz cx="14630400" cy="8229600"/>
  <p:notesSz cx="8229600" cy="14630400"/>
  <p:embeddedFontLst>
    <p:embeddedFont>
      <p:font typeface="Raleway" panose="020B0003030101060003" pitchFamily="34" charset="0"/>
      <p:regular r:id="rId10"/>
      <p:bold r:id="rId11"/>
      <p:italic r:id="rId12"/>
      <p:boldItalic r:id="rId13"/>
    </p:embeddedFont>
  </p:embeddedFontLst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25" d="100"/>
          <a:sy n="25" d="100"/>
        </p:scale>
        <p:origin x="2226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0702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13/05/1447</a:t>
            </a:fld>
            <a:endParaRPr lang="ar-EG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545330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5946" y="1737361"/>
            <a:ext cx="10590790" cy="3995497"/>
          </a:xfrm>
        </p:spPr>
        <p:txBody>
          <a:bodyPr anchor="b"/>
          <a:lstStyle>
            <a:lvl1pPr>
              <a:defRPr sz="8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5946" y="5732856"/>
            <a:ext cx="10590790" cy="1033704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13/05/1447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7273359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8" y="3434080"/>
            <a:ext cx="10590788" cy="2298776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6" y="5732857"/>
            <a:ext cx="10590790" cy="1032480"/>
          </a:xfrm>
        </p:spPr>
        <p:txBody>
          <a:bodyPr anchor="t"/>
          <a:lstStyle>
            <a:lvl1pPr marL="0" indent="0" algn="l">
              <a:buNone/>
              <a:defRPr sz="24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13/05/1447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572705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5F6EA3A-9CB2-E62D-DB87-71EDAA4EB760}"/>
              </a:ext>
            </a:extLst>
          </p:cNvPr>
          <p:cNvSpPr txBox="1">
            <a:spLocks/>
          </p:cNvSpPr>
          <p:nvPr/>
        </p:nvSpPr>
        <p:spPr>
          <a:xfrm>
            <a:off x="6335908" y="1274261"/>
            <a:ext cx="8601260" cy="5498198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6240" b="1" dirty="0"/>
              <a:t>Mazen </a:t>
            </a:r>
          </a:p>
          <a:p>
            <a:pPr algn="ctr"/>
            <a:r>
              <a:rPr lang="en-US" sz="66240" b="1" dirty="0"/>
              <a:t>Saad</a:t>
            </a:r>
          </a:p>
          <a:p>
            <a:pPr algn="ctr"/>
            <a:endParaRPr lang="ar-EG" sz="25920" dirty="0"/>
          </a:p>
          <a:p>
            <a:pPr algn="ctr"/>
            <a:r>
              <a:rPr lang="ro-RO" sz="25920" b="1" dirty="0">
                <a:solidFill>
                  <a:schemeClr val="accent4"/>
                </a:solidFill>
              </a:rPr>
              <a:t>Computer </a:t>
            </a:r>
            <a:r>
              <a:rPr lang="en-US" sz="25920" b="1" dirty="0">
                <a:solidFill>
                  <a:schemeClr val="accent4"/>
                </a:solidFill>
              </a:rPr>
              <a:t>T</a:t>
            </a:r>
            <a:r>
              <a:rPr lang="ro-RO" sz="25920" b="1" dirty="0">
                <a:solidFill>
                  <a:schemeClr val="accent4"/>
                </a:solidFill>
              </a:rPr>
              <a:t>eacher</a:t>
            </a:r>
            <a:endParaRPr lang="ar-EG" sz="25920" b="1" dirty="0">
              <a:solidFill>
                <a:schemeClr val="accent4"/>
              </a:solidFill>
            </a:endParaRPr>
          </a:p>
        </p:txBody>
      </p:sp>
      <p:pic>
        <p:nvPicPr>
          <p:cNvPr id="5" name="Picture 4" descr="A poster for a computer program&#10;&#10;AI-generated content may be incorrect.">
            <a:extLst>
              <a:ext uri="{FF2B5EF4-FFF2-40B4-BE49-F238E27FC236}">
                <a16:creationId xmlns:a16="http://schemas.microsoft.com/office/drawing/2014/main" id="{6D79380C-05BD-2350-098C-4124DBCA4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35908" cy="791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936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4630034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" y="0"/>
            <a:ext cx="14630034" cy="82296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64082" y="4782"/>
            <a:ext cx="11727318" cy="8229600"/>
            <a:chOff x="1303402" y="3985"/>
            <a:chExt cx="9772765" cy="6858000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ADBE3B92-702C-7EE6-1371-EB1EAAE92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1677" y="190950"/>
            <a:ext cx="10972800" cy="5498198"/>
          </a:xfrm>
        </p:spPr>
        <p:txBody>
          <a:bodyPr>
            <a:normAutofit fontScale="90000"/>
          </a:bodyPr>
          <a:lstStyle/>
          <a:p>
            <a:r>
              <a:rPr lang="en-US" sz="44640" b="1" dirty="0">
                <a:solidFill>
                  <a:schemeClr val="accent2"/>
                </a:solidFill>
              </a:rPr>
              <a:t>ICT</a:t>
            </a:r>
            <a:endParaRPr lang="ar-EG" sz="44640" b="1" dirty="0">
              <a:solidFill>
                <a:schemeClr val="accent2"/>
              </a:solidFill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2621A6C2-1643-5884-F9C1-827174D35275}"/>
              </a:ext>
            </a:extLst>
          </p:cNvPr>
          <p:cNvSpPr txBox="1">
            <a:spLocks/>
          </p:cNvSpPr>
          <p:nvPr/>
        </p:nvSpPr>
        <p:spPr>
          <a:xfrm>
            <a:off x="2982015" y="4381982"/>
            <a:ext cx="10972800" cy="3524719"/>
          </a:xfrm>
          <a:prstGeom prst="rect">
            <a:avLst/>
          </a:prstGeom>
        </p:spPr>
        <p:txBody>
          <a:bodyPr vert="horz" lIns="109728" tIns="54864" rIns="109728" bIns="54864" rtlCol="0" anchor="b">
            <a:normAutofit fontScale="975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1480" dirty="0"/>
              <a:t>Grade 6</a:t>
            </a:r>
            <a:endParaRPr lang="ar-EG" sz="44640" dirty="0"/>
          </a:p>
        </p:txBody>
      </p:sp>
    </p:spTree>
    <p:extLst>
      <p:ext uri="{BB962C8B-B14F-4D97-AF65-F5344CB8AC3E}">
        <p14:creationId xmlns:p14="http://schemas.microsoft.com/office/powerpoint/2010/main" val="3829477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DF5DD-70DD-A14B-C9FC-65E34ACCA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325" y="330364"/>
            <a:ext cx="10590788" cy="1237548"/>
          </a:xfrm>
        </p:spPr>
        <p:txBody>
          <a:bodyPr/>
          <a:lstStyle/>
          <a:p>
            <a:pPr algn="ctr"/>
            <a:r>
              <a:rPr lang="ro-RO" sz="9600" b="1" dirty="0"/>
              <a:t>Lesson title</a:t>
            </a:r>
            <a:endParaRPr lang="ar-EG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D46EE9A-8C21-004E-9CB0-54CD93568534}"/>
              </a:ext>
            </a:extLst>
          </p:cNvPr>
          <p:cNvSpPr txBox="1">
            <a:spLocks/>
          </p:cNvSpPr>
          <p:nvPr/>
        </p:nvSpPr>
        <p:spPr>
          <a:xfrm>
            <a:off x="1509834" y="1910036"/>
            <a:ext cx="11663011" cy="1237548"/>
          </a:xfrm>
          <a:prstGeom prst="rect">
            <a:avLst/>
          </a:prstGeom>
        </p:spPr>
        <p:txBody>
          <a:bodyPr vert="horz" lIns="109728" tIns="54864" rIns="109728" bIns="54864" rtlCol="0" anchor="b">
            <a:no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600" b="1" dirty="0">
                <a:solidFill>
                  <a:schemeClr val="accent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Introduction to Web</a:t>
            </a:r>
            <a:endParaRPr lang="ar-EG" sz="648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B781974-14F6-30CE-1ACC-1578929DF1FB}"/>
              </a:ext>
            </a:extLst>
          </p:cNvPr>
          <p:cNvSpPr txBox="1">
            <a:spLocks/>
          </p:cNvSpPr>
          <p:nvPr/>
        </p:nvSpPr>
        <p:spPr>
          <a:xfrm>
            <a:off x="3793408" y="3998669"/>
            <a:ext cx="6200622" cy="2166696"/>
          </a:xfrm>
          <a:prstGeom prst="rect">
            <a:avLst/>
          </a:prstGeom>
        </p:spPr>
        <p:txBody>
          <a:bodyPr vert="horz" lIns="109728" tIns="54864" rIns="109728" bIns="54864" rtlCol="0" anchor="b">
            <a:no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480" dirty="0"/>
              <a:t>T</a:t>
            </a:r>
            <a:r>
              <a:rPr lang="ro-RO" sz="6480" dirty="0"/>
              <a:t>he </a:t>
            </a:r>
            <a:r>
              <a:rPr lang="en-US" sz="6480" dirty="0"/>
              <a:t>D</a:t>
            </a:r>
            <a:r>
              <a:rPr lang="ro-RO" sz="6480" dirty="0"/>
              <a:t>ate</a:t>
            </a:r>
            <a:endParaRPr lang="ar-EG" sz="6480" dirty="0"/>
          </a:p>
          <a:p>
            <a:pPr algn="ctr"/>
            <a:r>
              <a:rPr lang="en-US" sz="6480" dirty="0"/>
              <a:t>2025 </a:t>
            </a:r>
            <a:r>
              <a:rPr lang="en-US" sz="6480"/>
              <a:t>/     /  </a:t>
            </a:r>
            <a:endParaRPr lang="ar-EG" sz="6480" dirty="0"/>
          </a:p>
        </p:txBody>
      </p:sp>
    </p:spTree>
    <p:extLst>
      <p:ext uri="{BB962C8B-B14F-4D97-AF65-F5344CB8AC3E}">
        <p14:creationId xmlns:p14="http://schemas.microsoft.com/office/powerpoint/2010/main" val="2302226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13A4FE5-28F7-064C-DF4D-E1D8B578A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0" y="1104900"/>
            <a:ext cx="8648700" cy="6172199"/>
          </a:xfrm>
        </p:spPr>
        <p:txBody>
          <a:bodyPr/>
          <a:lstStyle/>
          <a:p>
            <a:pPr algn="ctr"/>
            <a:r>
              <a:rPr lang="en-US" sz="13800" b="1" dirty="0">
                <a:solidFill>
                  <a:schemeClr val="tx2"/>
                </a:solidFill>
              </a:rPr>
              <a:t>What is World Wide Web? </a:t>
            </a:r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AF71C60E-8F59-6B35-D27F-902CA0758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0"/>
            <a:ext cx="5878286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658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FCC47A1-F00D-51B9-F1FB-6861AEE1E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838200"/>
            <a:ext cx="13944600" cy="6477000"/>
          </a:xfrm>
        </p:spPr>
        <p:txBody>
          <a:bodyPr/>
          <a:lstStyle/>
          <a:p>
            <a:pPr algn="ctr"/>
            <a:r>
              <a:rPr lang="en-US" sz="8000" dirty="0"/>
              <a:t>The World Wide Web (WWW), commonly  known as the Web, is a system where digital information is identified and accessed over the Internet </a:t>
            </a:r>
          </a:p>
        </p:txBody>
      </p:sp>
    </p:spTree>
    <p:extLst>
      <p:ext uri="{BB962C8B-B14F-4D97-AF65-F5344CB8AC3E}">
        <p14:creationId xmlns:p14="http://schemas.microsoft.com/office/powerpoint/2010/main" val="2805525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D913689-EAF7-CBF9-ECA3-3F0F20D27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31432"/>
            <a:ext cx="5767448" cy="7566736"/>
          </a:xfrm>
        </p:spPr>
        <p:txBody>
          <a:bodyPr/>
          <a:lstStyle/>
          <a:p>
            <a:r>
              <a:rPr lang="en-US" sz="11500" b="1" dirty="0"/>
              <a:t>How to start creating websites</a:t>
            </a:r>
            <a:r>
              <a:rPr lang="ar-EG" sz="11500" b="1" dirty="0"/>
              <a:t> </a:t>
            </a:r>
            <a:endParaRPr lang="en-US" sz="11500" b="1" dirty="0"/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517D1029-BEA4-8BAA-0974-4E8BC7244D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09" t="14167" r="21958" b="23333"/>
          <a:stretch>
            <a:fillRect/>
          </a:stretch>
        </p:blipFill>
        <p:spPr>
          <a:xfrm>
            <a:off x="6505696" y="0"/>
            <a:ext cx="8124704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394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EBFA723-5A7B-472D-ABD7-1526B8D3A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4626742" cy="82239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B27065-399A-4CF7-BF70-CF79B9848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4626742" cy="82239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22986C-DDF7-4109-9D6A-006800D6B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163" y="63595"/>
            <a:ext cx="7312035" cy="8166006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C025298-F835-4B83-A3A3-6555157E0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7106C81-A3F0-4DA0-9368-6BBCDB9648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B3B35E8-1AF4-4D76-93A5-B0B088408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D4C814D-EB66-DA41-AF64-EC473DF25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9872" y="2084832"/>
            <a:ext cx="5827776" cy="4937760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8000" dirty="0">
                <a:solidFill>
                  <a:schemeClr val="tx2"/>
                </a:solidFill>
              </a:rPr>
              <a:t>Enter the notebook and write the following:</a:t>
            </a:r>
            <a:endParaRPr lang="ar-EG" sz="80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E3409-D686-729E-2E74-7A1D9EA81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209" y="1092621"/>
            <a:ext cx="6035040" cy="6035040"/>
          </a:xfrm>
          <a:prstGeom prst="rect">
            <a:avLst/>
          </a:prstGeom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135730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65</Words>
  <Application>Microsoft Office PowerPoint</Application>
  <PresentationFormat>مخصص</PresentationFormat>
  <Paragraphs>14</Paragraphs>
  <Slides>7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7</vt:i4>
      </vt:variant>
    </vt:vector>
  </HeadingPairs>
  <TitlesOfParts>
    <vt:vector size="10" baseType="lpstr">
      <vt:lpstr>Arial</vt:lpstr>
      <vt:lpstr>Raleway</vt:lpstr>
      <vt:lpstr>Office Theme</vt:lpstr>
      <vt:lpstr>عرض تقديمي في PowerPoint</vt:lpstr>
      <vt:lpstr>ICT</vt:lpstr>
      <vt:lpstr>Lesson title</vt:lpstr>
      <vt:lpstr>What is World Wide Web? </vt:lpstr>
      <vt:lpstr>The World Wide Web (WWW), commonly  known as the Web, is a system where digital information is identified and accessed over the Internet </vt:lpstr>
      <vt:lpstr>How to start creating websites </vt:lpstr>
      <vt:lpstr>Enter the notebook and write the following: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amr abozaid</cp:lastModifiedBy>
  <cp:revision>31</cp:revision>
  <dcterms:created xsi:type="dcterms:W3CDTF">2025-09-07T16:36:07Z</dcterms:created>
  <dcterms:modified xsi:type="dcterms:W3CDTF">2025-11-03T03:47:49Z</dcterms:modified>
</cp:coreProperties>
</file>