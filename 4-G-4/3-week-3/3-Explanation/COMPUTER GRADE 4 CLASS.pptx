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3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E0BE92A-D2DD-4020-955F-40913331E35A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4BA4752-FBE3-4CEE-8D66-0CBBE8B57BD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90872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GB" sz="5000" dirty="0" smtClean="0">
                <a:latin typeface="Algerian" pitchFamily="82" charset="0"/>
              </a:rPr>
              <a:t>NETWORK CONNECTIONS</a:t>
            </a:r>
            <a:endParaRPr lang="en-GB" sz="5000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2400" cy="1199704"/>
          </a:xfrm>
        </p:spPr>
        <p:txBody>
          <a:bodyPr>
            <a:normAutofit/>
          </a:bodyPr>
          <a:lstStyle/>
          <a:p>
            <a:pPr algn="ctr"/>
            <a:r>
              <a:rPr lang="en-GB" b="1" dirty="0" smtClean="0"/>
              <a:t>A Network is a group of interconnected computers that are connected together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6673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124744"/>
            <a:ext cx="7416824" cy="4842791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EXAMPLE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1200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ROUTER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24744"/>
            <a:ext cx="8280920" cy="480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268760"/>
            <a:ext cx="8064896" cy="468052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MODEM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Is a network of interconnected computers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LOCAL AREA NETWORK(LAN)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88841"/>
            <a:ext cx="828092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Is a network that connects many LAN together.</a:t>
            </a: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WIDE AREA NETWORK(WAN)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48880"/>
            <a:ext cx="7920880" cy="35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4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Is a network between devices that are used by a single person.</a:t>
            </a:r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PERSONAL AREA NETWORK(PAN)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20888"/>
            <a:ext cx="7560840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22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34</TotalTime>
  <Words>57</Words>
  <Application>Microsoft Office PowerPoint</Application>
  <PresentationFormat>On-screen Show 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Concourse</vt:lpstr>
      <vt:lpstr>NETWORK CONNECTIONS</vt:lpstr>
      <vt:lpstr>EXAMPLE</vt:lpstr>
      <vt:lpstr>ROUTER</vt:lpstr>
      <vt:lpstr>MODEM</vt:lpstr>
      <vt:lpstr>LOCAL AREA NETWORK(LAN)</vt:lpstr>
      <vt:lpstr>WIDE AREA NETWORK(WAN)</vt:lpstr>
      <vt:lpstr>PERSONAL AREA NETWORK(PAN)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creator>ajial school 1</dc:creator>
  <cp:lastModifiedBy>ajial school 1</cp:lastModifiedBy>
  <cp:revision>3</cp:revision>
  <dcterms:created xsi:type="dcterms:W3CDTF">2024-09-19T04:02:47Z</dcterms:created>
  <dcterms:modified xsi:type="dcterms:W3CDTF">2024-09-19T04:37:42Z</dcterms:modified>
</cp:coreProperties>
</file>