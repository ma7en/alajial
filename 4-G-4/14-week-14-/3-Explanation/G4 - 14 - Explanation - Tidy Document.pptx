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1" r:id="rId2"/>
    <p:sldId id="256" r:id="rId3"/>
    <p:sldId id="258" r:id="rId4"/>
    <p:sldId id="257" r:id="rId5"/>
    <p:sldId id="26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34168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0475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8809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8331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96722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163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04287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8509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71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6708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02663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5987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91718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06095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80983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96181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785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18841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F6EA3A-9CB2-E62D-DB87-71EDAA4EB760}"/>
              </a:ext>
            </a:extLst>
          </p:cNvPr>
          <p:cNvSpPr txBox="1">
            <a:spLocks/>
          </p:cNvSpPr>
          <p:nvPr/>
        </p:nvSpPr>
        <p:spPr>
          <a:xfrm>
            <a:off x="5279923" y="1061884"/>
            <a:ext cx="7167717" cy="4581832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5200" b="1" dirty="0"/>
              <a:t>Mazen </a:t>
            </a:r>
          </a:p>
          <a:p>
            <a:pPr algn="ctr"/>
            <a:r>
              <a:rPr lang="en-US" sz="55200" b="1" dirty="0"/>
              <a:t>Saad</a:t>
            </a:r>
          </a:p>
          <a:p>
            <a:pPr algn="ctr"/>
            <a:endParaRPr lang="ar-EG" sz="21600" dirty="0"/>
          </a:p>
          <a:p>
            <a:pPr algn="ctr"/>
            <a:r>
              <a:rPr lang="ro-RO" sz="21600" dirty="0">
                <a:solidFill>
                  <a:schemeClr val="accent3"/>
                </a:solidFill>
              </a:rPr>
              <a:t>Computer teacher</a:t>
            </a:r>
            <a:endParaRPr lang="ar-EG" sz="21600" dirty="0">
              <a:solidFill>
                <a:schemeClr val="accent3"/>
              </a:solidFill>
            </a:endParaRPr>
          </a:p>
        </p:txBody>
      </p:sp>
      <p:pic>
        <p:nvPicPr>
          <p:cNvPr id="3" name="Picture 2" descr="A poster for a computer class&#10;&#10;AI-generated content may be incorrect.">
            <a:extLst>
              <a:ext uri="{FF2B5EF4-FFF2-40B4-BE49-F238E27FC236}">
                <a16:creationId xmlns:a16="http://schemas.microsoft.com/office/drawing/2014/main" id="{7CD58FB3-CAAA-B58A-C3E7-9D8D16050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3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CA1AB-7E54-CE1E-549F-89CEA43E6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324466"/>
            <a:ext cx="9144000" cy="4581832"/>
          </a:xfrm>
        </p:spPr>
        <p:txBody>
          <a:bodyPr>
            <a:normAutofit fontScale="90000"/>
          </a:bodyPr>
          <a:lstStyle/>
          <a:p>
            <a:r>
              <a:rPr lang="en-US" sz="37200" dirty="0"/>
              <a:t>ICT</a:t>
            </a:r>
            <a:endParaRPr lang="ar-EG" sz="37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9410BF-947B-2C44-CD99-421365520B67}"/>
              </a:ext>
            </a:extLst>
          </p:cNvPr>
          <p:cNvSpPr txBox="1">
            <a:spLocks/>
          </p:cNvSpPr>
          <p:nvPr/>
        </p:nvSpPr>
        <p:spPr>
          <a:xfrm>
            <a:off x="2875935" y="1951702"/>
            <a:ext cx="9144000" cy="45818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7900" dirty="0"/>
              <a:t>Grade 4</a:t>
            </a:r>
            <a:endParaRPr lang="ar-EG" sz="37200" dirty="0"/>
          </a:p>
        </p:txBody>
      </p:sp>
    </p:spTree>
    <p:extLst>
      <p:ext uri="{BB962C8B-B14F-4D97-AF65-F5344CB8AC3E}">
        <p14:creationId xmlns:p14="http://schemas.microsoft.com/office/powerpoint/2010/main" val="382947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F5DD-70DD-A14B-C9FC-65E34ACC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37" y="275303"/>
            <a:ext cx="8825657" cy="1031290"/>
          </a:xfrm>
        </p:spPr>
        <p:txBody>
          <a:bodyPr/>
          <a:lstStyle/>
          <a:p>
            <a:pPr algn="ctr"/>
            <a:r>
              <a:rPr lang="ro-RO" sz="8000" b="1" dirty="0"/>
              <a:t>Lesson title</a:t>
            </a:r>
            <a:endParaRPr lang="ar-EG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46EE9A-8C21-004E-9CB0-54CD93568534}"/>
              </a:ext>
            </a:extLst>
          </p:cNvPr>
          <p:cNvSpPr txBox="1">
            <a:spLocks/>
          </p:cNvSpPr>
          <p:nvPr/>
        </p:nvSpPr>
        <p:spPr>
          <a:xfrm>
            <a:off x="1258195" y="1591697"/>
            <a:ext cx="8825657" cy="10312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o-RO" sz="5400" b="1" dirty="0"/>
              <a:t>C</a:t>
            </a:r>
            <a:endParaRPr lang="ar-EG" sz="72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B781974-14F6-30CE-1ACC-1578929DF1FB}"/>
              </a:ext>
            </a:extLst>
          </p:cNvPr>
          <p:cNvSpPr txBox="1">
            <a:spLocks/>
          </p:cNvSpPr>
          <p:nvPr/>
        </p:nvSpPr>
        <p:spPr>
          <a:xfrm>
            <a:off x="2808504" y="3115791"/>
            <a:ext cx="5167185" cy="18055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/>
              <a:t>T</a:t>
            </a:r>
            <a:r>
              <a:rPr lang="ro-RO" sz="5400" dirty="0"/>
              <a:t>he </a:t>
            </a:r>
            <a:r>
              <a:rPr lang="en-US" sz="5400" dirty="0"/>
              <a:t>D</a:t>
            </a:r>
            <a:r>
              <a:rPr lang="ro-RO" sz="5400" dirty="0"/>
              <a:t>ate</a:t>
            </a:r>
            <a:endParaRPr lang="ar-EG" sz="5400" dirty="0"/>
          </a:p>
          <a:p>
            <a:pPr algn="ctr"/>
            <a:r>
              <a:rPr lang="en-US" sz="5400" dirty="0"/>
              <a:t>2025 /     / </a:t>
            </a:r>
            <a:endParaRPr lang="ar-EG" sz="5400" dirty="0"/>
          </a:p>
        </p:txBody>
      </p:sp>
    </p:spTree>
    <p:extLst>
      <p:ext uri="{BB962C8B-B14F-4D97-AF65-F5344CB8AC3E}">
        <p14:creationId xmlns:p14="http://schemas.microsoft.com/office/powerpoint/2010/main" val="230222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814D-EB66-DA41-AF64-EC473DF25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537" y="523567"/>
            <a:ext cx="8825658" cy="3329581"/>
          </a:xfrm>
        </p:spPr>
        <p:txBody>
          <a:bodyPr/>
          <a:lstStyle/>
          <a:p>
            <a:r>
              <a:rPr lang="en-US" dirty="0"/>
              <a:t>Enter the notebook and write the following:</a:t>
            </a:r>
            <a:endParaRPr lang="ar-E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E3409-D686-729E-2E74-7A1D9EA81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993" y="2208266"/>
            <a:ext cx="4486404" cy="448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30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711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433</TotalTime>
  <Words>25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PowerPoint Presentation</vt:lpstr>
      <vt:lpstr>ICT</vt:lpstr>
      <vt:lpstr>Lesson title</vt:lpstr>
      <vt:lpstr>Enter the notebook and write the following: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Mazen Abdel Tawab Saad Ahmed</dc:creator>
  <cp:lastModifiedBy>Mazen Abdel Tawab Saad Ahmed</cp:lastModifiedBy>
  <cp:revision>106</cp:revision>
  <dcterms:created xsi:type="dcterms:W3CDTF">2025-09-06T15:54:50Z</dcterms:created>
  <dcterms:modified xsi:type="dcterms:W3CDTF">2025-11-01T13:06:31Z</dcterms:modified>
</cp:coreProperties>
</file>