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66" r:id="rId2"/>
    <p:sldId id="267" r:id="rId3"/>
    <p:sldId id="269" r:id="rId4"/>
    <p:sldId id="268" r:id="rId5"/>
    <p:sldId id="265" r:id="rId6"/>
  </p:sldIdLst>
  <p:sldSz cx="14630400" cy="8229600"/>
  <p:notesSz cx="8229600" cy="14630400"/>
  <p:embeddedFontLst>
    <p:embeddedFont>
      <p:font typeface="Raleway" pitchFamily="2" charset="0"/>
      <p:regular r:id="rId8"/>
      <p:bold r:id="rId9"/>
      <p:italic r:id="rId10"/>
      <p:boldItalic r:id="rId11"/>
    </p:embeddedFont>
  </p:embeddedFontLst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70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4533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27335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72705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6335908" y="1274261"/>
            <a:ext cx="8601260" cy="549819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240" b="1" dirty="0"/>
              <a:t>Mazen </a:t>
            </a:r>
          </a:p>
          <a:p>
            <a:pPr algn="ctr"/>
            <a:r>
              <a:rPr lang="en-US" sz="66240" b="1" dirty="0"/>
              <a:t>Saad</a:t>
            </a:r>
          </a:p>
          <a:p>
            <a:pPr algn="ctr"/>
            <a:endParaRPr lang="ar-EG" sz="25920" dirty="0"/>
          </a:p>
          <a:p>
            <a:pPr algn="ctr"/>
            <a:r>
              <a:rPr lang="ro-RO" sz="25920" b="1" dirty="0">
                <a:solidFill>
                  <a:schemeClr val="accent4"/>
                </a:solidFill>
              </a:rPr>
              <a:t>Computer </a:t>
            </a:r>
            <a:r>
              <a:rPr lang="en-US" sz="25920" b="1" dirty="0">
                <a:solidFill>
                  <a:schemeClr val="accent4"/>
                </a:solidFill>
              </a:rPr>
              <a:t>T</a:t>
            </a:r>
            <a:r>
              <a:rPr lang="ro-RO" sz="25920" b="1" dirty="0">
                <a:solidFill>
                  <a:schemeClr val="accent4"/>
                </a:solidFill>
              </a:rPr>
              <a:t>eacher</a:t>
            </a:r>
            <a:endParaRPr lang="ar-EG" sz="25920" b="1"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79380C-05BD-2350-098C-4124DBCA4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690732" cy="836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4630034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" y="0"/>
            <a:ext cx="14630034" cy="82296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64082" y="4782"/>
            <a:ext cx="11727318" cy="8229600"/>
            <a:chOff x="1303402" y="3985"/>
            <a:chExt cx="9772765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ADBE3B92-702C-7EE6-1371-EB1EAAE92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1677" y="190950"/>
            <a:ext cx="10972800" cy="5498198"/>
          </a:xfrm>
        </p:spPr>
        <p:txBody>
          <a:bodyPr>
            <a:normAutofit fontScale="90000"/>
          </a:bodyPr>
          <a:lstStyle/>
          <a:p>
            <a:r>
              <a:rPr lang="en-US" sz="44640" b="1" dirty="0">
                <a:solidFill>
                  <a:schemeClr val="accent2"/>
                </a:solidFill>
              </a:rPr>
              <a:t>ICT</a:t>
            </a:r>
            <a:endParaRPr lang="ar-EG" sz="44640" b="1" dirty="0">
              <a:solidFill>
                <a:schemeClr val="accent2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621A6C2-1643-5884-F9C1-827174D35275}"/>
              </a:ext>
            </a:extLst>
          </p:cNvPr>
          <p:cNvSpPr txBox="1">
            <a:spLocks/>
          </p:cNvSpPr>
          <p:nvPr/>
        </p:nvSpPr>
        <p:spPr>
          <a:xfrm>
            <a:off x="2982015" y="4381982"/>
            <a:ext cx="10972800" cy="3524719"/>
          </a:xfrm>
          <a:prstGeom prst="rect">
            <a:avLst/>
          </a:prstGeom>
        </p:spPr>
        <p:txBody>
          <a:bodyPr vert="horz" lIns="109728" tIns="54864" rIns="109728" bIns="54864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1480" dirty="0"/>
              <a:t>Grade 7</a:t>
            </a:r>
            <a:endParaRPr lang="ar-EG" sz="4464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325" y="330364"/>
            <a:ext cx="10590788" cy="1237548"/>
          </a:xfrm>
        </p:spPr>
        <p:txBody>
          <a:bodyPr/>
          <a:lstStyle/>
          <a:p>
            <a:pPr algn="ctr"/>
            <a:r>
              <a:rPr lang="ro-RO" sz="96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509834" y="1910036"/>
            <a:ext cx="11663011" cy="1237548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600" b="1" dirty="0">
                <a:solidFill>
                  <a:schemeClr val="accent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ar-EG" sz="648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3793408" y="3998669"/>
            <a:ext cx="6200622" cy="2166696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480" dirty="0"/>
              <a:t>T</a:t>
            </a:r>
            <a:r>
              <a:rPr lang="ro-RO" sz="6480" dirty="0"/>
              <a:t>he </a:t>
            </a:r>
            <a:r>
              <a:rPr lang="en-US" sz="6480" dirty="0"/>
              <a:t>D</a:t>
            </a:r>
            <a:r>
              <a:rPr lang="ro-RO" sz="6480" dirty="0"/>
              <a:t>ate</a:t>
            </a:r>
            <a:endParaRPr lang="ar-EG" sz="6480" dirty="0"/>
          </a:p>
          <a:p>
            <a:pPr algn="ctr"/>
            <a:r>
              <a:rPr lang="en-US" sz="6480" dirty="0"/>
              <a:t>2025 /     / </a:t>
            </a:r>
            <a:endParaRPr lang="ar-EG" sz="648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4626742" cy="82239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4626742" cy="8223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163" y="63595"/>
            <a:ext cx="7312035" cy="8166006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872" y="2084832"/>
            <a:ext cx="5827776" cy="4937760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8000" dirty="0">
                <a:solidFill>
                  <a:schemeClr val="tx2"/>
                </a:solidFill>
              </a:rPr>
              <a:t>Enter the notebook and write the following:</a:t>
            </a:r>
            <a:endParaRPr lang="ar-EG" sz="8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209" y="1092621"/>
            <a:ext cx="6035040" cy="6035040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4823"/>
            <a:ext cx="14630400" cy="906594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77DDBED-6B28-B98C-FAAB-5E0C855C68F0}"/>
              </a:ext>
            </a:extLst>
          </p:cNvPr>
          <p:cNvSpPr txBox="1"/>
          <p:nvPr/>
        </p:nvSpPr>
        <p:spPr>
          <a:xfrm>
            <a:off x="1093470" y="280636"/>
            <a:ext cx="136588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 you have any other questions?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34</Words>
  <Application>Microsoft Office PowerPoint</Application>
  <PresentationFormat>Custom</PresentationFormat>
  <Paragraphs>13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Raleway</vt:lpstr>
      <vt:lpstr>Arial</vt:lpstr>
      <vt:lpstr>Office Theme</vt:lpstr>
      <vt:lpstr>PowerPoint Presentation</vt:lpstr>
      <vt:lpstr>ICT</vt:lpstr>
      <vt:lpstr>Lesson title</vt:lpstr>
      <vt:lpstr>Enter the notebook and write the following: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Mazen Abdel Tawab Saad Ahmed</cp:lastModifiedBy>
  <cp:revision>35</cp:revision>
  <dcterms:created xsi:type="dcterms:W3CDTF">2025-09-07T16:36:07Z</dcterms:created>
  <dcterms:modified xsi:type="dcterms:W3CDTF">2025-11-01T14:16:42Z</dcterms:modified>
</cp:coreProperties>
</file>