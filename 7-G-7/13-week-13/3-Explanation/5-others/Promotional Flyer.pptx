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3140"/>
    <a:srgbClr val="220F47"/>
    <a:srgbClr val="96000A"/>
    <a:srgbClr val="EDED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15"/>
    <p:restoredTop sz="94694"/>
  </p:normalViewPr>
  <p:slideViewPr>
    <p:cSldViewPr snapToGrid="0">
      <p:cViewPr varScale="1">
        <p:scale>
          <a:sx n="59" d="100"/>
          <a:sy n="59" d="100"/>
        </p:scale>
        <p:origin x="3141" y="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ols.madrasati.sa/?Language=1" TargetMode="External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58FAE69-2C9E-2FEE-F589-48EB8C5191BC}"/>
              </a:ext>
            </a:extLst>
          </p:cNvPr>
          <p:cNvSpPr/>
          <p:nvPr userDrawn="1"/>
        </p:nvSpPr>
        <p:spPr>
          <a:xfrm>
            <a:off x="-8412857" y="442731"/>
            <a:ext cx="6858000" cy="9906000"/>
          </a:xfrm>
          <a:prstGeom prst="rect">
            <a:avLst/>
          </a:prstGeom>
          <a:solidFill>
            <a:srgbClr val="EDED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BFD5B5-6469-CEA5-10AA-E0F92D809F6A}"/>
              </a:ext>
            </a:extLst>
          </p:cNvPr>
          <p:cNvSpPr txBox="1">
            <a:spLocks/>
          </p:cNvSpPr>
          <p:nvPr userDrawn="1"/>
        </p:nvSpPr>
        <p:spPr>
          <a:xfrm>
            <a:off x="0" y="747314"/>
            <a:ext cx="6858000" cy="1510206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4000" b="1" dirty="0">
              <a:solidFill>
                <a:srgbClr val="220F4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800" b="1" dirty="0">
                <a:solidFill>
                  <a:srgbClr val="220F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 THE </a:t>
            </a:r>
            <a:r>
              <a:rPr lang="en-US" sz="2800" b="1" dirty="0">
                <a:solidFill>
                  <a:srgbClr val="E131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PLAY-TO-LEARN </a:t>
            </a:r>
            <a:r>
              <a:rPr lang="en-US" sz="2000" b="1" dirty="0">
                <a:solidFill>
                  <a:srgbClr val="220F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2025-2026</a:t>
            </a:r>
            <a:r>
              <a:rPr lang="en-US" sz="1600" b="1" dirty="0">
                <a:solidFill>
                  <a:srgbClr val="220F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rgbClr val="220F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SAUDI GAME CONCEPT CHALLENGE</a:t>
            </a:r>
            <a:endParaRPr lang="en-US" sz="4000" b="1" dirty="0">
              <a:solidFill>
                <a:srgbClr val="220F4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25968F-24D4-7E14-D17E-186A088E53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14014" y="4150714"/>
            <a:ext cx="6029972" cy="39879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FDB544-B34F-F193-60B3-370C9133F133}"/>
              </a:ext>
            </a:extLst>
          </p:cNvPr>
          <p:cNvSpPr txBox="1"/>
          <p:nvPr userDrawn="1"/>
        </p:nvSpPr>
        <p:spPr>
          <a:xfrm>
            <a:off x="644569" y="2542397"/>
            <a:ext cx="59436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Love playing video games? </a:t>
            </a:r>
          </a:p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Now’s your chance to create one!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Share your full mobile educational game concept and win the opportunity to see it developed and played by millions of students in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Madrasati</a:t>
            </a:r>
            <a:endParaRPr lang="en-US" sz="1600" dirty="0">
              <a:solidFill>
                <a:srgbClr val="220F47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1BAA04-DFBA-DF9F-D1AA-2217997400A7}"/>
              </a:ext>
            </a:extLst>
          </p:cNvPr>
          <p:cNvSpPr txBox="1"/>
          <p:nvPr userDrawn="1"/>
        </p:nvSpPr>
        <p:spPr>
          <a:xfrm>
            <a:off x="337820" y="7956703"/>
            <a:ext cx="57826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A" sz="1400" b="1" dirty="0">
                <a:solidFill>
                  <a:srgbClr val="220F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✓ </a:t>
            </a:r>
            <a:r>
              <a:rPr lang="en-SA" sz="1600" dirty="0">
                <a:solidFill>
                  <a:srgbClr val="220F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DOWNLOAD &amp; EDIT </a:t>
            </a:r>
            <a:r>
              <a:rPr lang="en-SA" sz="1600" b="1" dirty="0">
                <a:solidFill>
                  <a:srgbClr val="E1314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THIS</a:t>
            </a:r>
            <a:r>
              <a:rPr lang="en-SA" sz="1600" dirty="0">
                <a:solidFill>
                  <a:srgbClr val="220F47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 </a:t>
            </a:r>
            <a:r>
              <a:rPr lang="en-SA" sz="1600" b="1" dirty="0">
                <a:solidFill>
                  <a:srgbClr val="E1314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TEMPLATE</a:t>
            </a:r>
            <a:endParaRPr lang="en-US" sz="1600" b="1" dirty="0">
              <a:solidFill>
                <a:srgbClr val="E1314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SA" sz="1400" b="1" dirty="0">
                <a:solidFill>
                  <a:srgbClr val="220F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✓ </a:t>
            </a:r>
            <a:r>
              <a:rPr lang="en-US" sz="1600" dirty="0">
                <a:solidFill>
                  <a:srgbClr val="220F4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SUBMIT YOUR CONCEPT BEFORE JANUARY 31</a:t>
            </a:r>
            <a:r>
              <a:rPr lang="en-US" sz="1600" baseline="30000" dirty="0">
                <a:solidFill>
                  <a:srgbClr val="220F4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 </a:t>
            </a:r>
            <a:r>
              <a:rPr lang="en-US" sz="1600" dirty="0">
                <a:solidFill>
                  <a:srgbClr val="220F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endParaRPr lang="en-US" sz="1600" b="1" dirty="0">
              <a:solidFill>
                <a:srgbClr val="E1314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520BC9B-E1FE-ED91-0EF9-3E3AD21431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219710" y="9246116"/>
            <a:ext cx="1435100" cy="494415"/>
          </a:xfrm>
          <a:prstGeom prst="rect">
            <a:avLst/>
          </a:prstGeom>
        </p:spPr>
      </p:pic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0619078-32C6-8BDB-3DF5-82EF69781E4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1834219" y="9246117"/>
            <a:ext cx="1251881" cy="494414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8636E204-CF9E-A560-95AF-78F52FF1B48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5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78576" y="180655"/>
            <a:ext cx="1275586" cy="96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131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9EE78F-598E-CD49-89E2-3CD8F0C03D15}" type="datetimeFigureOut">
              <a:rPr lang="en-SA" smtClean="0"/>
              <a:t>11/12/2025</a:t>
            </a:fld>
            <a:endParaRPr lang="en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AF6142-7D8F-4448-840C-CEE76E52BF16}" type="slidenum">
              <a:rPr lang="en-SA" smtClean="0"/>
              <a:t>‹#›</a:t>
            </a:fld>
            <a:endParaRPr lang="en-S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227E73-C2CC-AF77-2D51-C2C7C84580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3167063" y="9690100"/>
            <a:ext cx="5524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A" sz="1000">
                <a:solidFill>
                  <a:srgbClr val="E6AF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241163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144F12-CEBC-39FB-D4F1-286083B51DD3}"/>
              </a:ext>
            </a:extLst>
          </p:cNvPr>
          <p:cNvSpPr txBox="1"/>
          <p:nvPr/>
        </p:nvSpPr>
        <p:spPr>
          <a:xfrm>
            <a:off x="283221" y="8556154"/>
            <a:ext cx="6821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E131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[i</a:t>
            </a:r>
            <a:r>
              <a:rPr lang="en-US" sz="2000" b="1" dirty="0">
                <a:solidFill>
                  <a:srgbClr val="E131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nsert jury school member email &amp; mobile number] </a:t>
            </a:r>
          </a:p>
        </p:txBody>
      </p:sp>
    </p:spTree>
    <p:extLst>
      <p:ext uri="{BB962C8B-B14F-4D97-AF65-F5344CB8AC3E}">
        <p14:creationId xmlns:p14="http://schemas.microsoft.com/office/powerpoint/2010/main" val="3290008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e2f3a5-898c-46a8-8767-325a3ea57c42}" enabled="1" method="Standard" siteId="{ee818347-bac4-4ebf-a695-bf2bc729f555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</Words>
  <Application>Microsoft Office PowerPoint</Application>
  <PresentationFormat>A4 Paper (210x297 mm)‎</PresentationFormat>
  <Paragraphs>1</Paragraphs>
  <Slides>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Guillaume Champavere</dc:creator>
  <cp:lastModifiedBy>Manal Mohammed A. Al-othman</cp:lastModifiedBy>
  <cp:revision>29</cp:revision>
  <dcterms:created xsi:type="dcterms:W3CDTF">2025-06-19T08:58:47Z</dcterms:created>
  <dcterms:modified xsi:type="dcterms:W3CDTF">2025-11-12T08:51:30Z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Restricted</vt:lpwstr>
  </property>
</Properties>
</file>