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3140"/>
    <a:srgbClr val="220F47"/>
    <a:srgbClr val="96000A"/>
    <a:srgbClr val="EDE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213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41" d="100"/>
          <a:sy n="41" d="100"/>
        </p:scale>
        <p:origin x="3177" y="8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74D106E8-820B-CD3A-FDAA-47A72D939F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C972B86F-791E-04E6-C1AA-ED241CDD45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A2277DE8-CF2A-4F1B-9B8A-4708B034C044}" type="datetimeFigureOut">
              <a:rPr lang="ar-SA" smtClean="0"/>
              <a:t>22/05/47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D1C0028A-1E2C-2BE4-446F-9D35FDDBC7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192DEC6C-96D3-3717-E2AF-746FBC2536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F66FAD2-19A0-444E-A0F9-2044EEB973C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336810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6AE01662-6E59-4F14-92FE-BB5D8B5A7FB3}" type="datetimeFigureOut">
              <a:rPr lang="ar-SA" smtClean="0"/>
              <a:t>22/05/47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53AABEC-DD2A-48BA-B426-7E4325EC60CD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51926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ols.madrasati.sa/?Language=1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8FAE69-2C9E-2FEE-F589-48EB8C5191BC}"/>
              </a:ext>
            </a:extLst>
          </p:cNvPr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EDED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A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78DB60-053C-F406-EB56-B6EEC84169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96287" y="4105675"/>
            <a:ext cx="5476245" cy="4567372"/>
          </a:xfrm>
          <a:prstGeom prst="rect">
            <a:avLst/>
          </a:prstGeom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BFD5B5-6469-CEA5-10AA-E0F92D809F6A}"/>
              </a:ext>
            </a:extLst>
          </p:cNvPr>
          <p:cNvSpPr txBox="1">
            <a:spLocks/>
          </p:cNvSpPr>
          <p:nvPr userDrawn="1"/>
        </p:nvSpPr>
        <p:spPr>
          <a:xfrm>
            <a:off x="-271850" y="1171504"/>
            <a:ext cx="7401697" cy="1510206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SA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انضم إلى مسابقة </a:t>
            </a:r>
            <a:r>
              <a:rPr lang="ar-SA" sz="4400" b="1" dirty="0">
                <a:solidFill>
                  <a:srgbClr val="E131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التعلّم عبر اللعب </a:t>
            </a:r>
          </a:p>
          <a:p>
            <a:pPr marL="0" indent="0" algn="ctr" rtl="1">
              <a:buNone/>
            </a:pPr>
            <a:r>
              <a:rPr lang="ar-SA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المسابقة الوطنية لتصميم فكرة لعبة تعليمية 2025-2026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FDB544-B34F-F193-60B3-370C9133F133}"/>
              </a:ext>
            </a:extLst>
          </p:cNvPr>
          <p:cNvSpPr txBox="1"/>
          <p:nvPr userDrawn="1"/>
        </p:nvSpPr>
        <p:spPr>
          <a:xfrm>
            <a:off x="219710" y="2334218"/>
            <a:ext cx="662940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هل تحب الألعاب الرقمية؟</a:t>
            </a:r>
          </a:p>
          <a:p>
            <a:pPr algn="ctr" rtl="1"/>
            <a:r>
              <a:rPr lang="ar-SA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هذه فرصتك لتصميم واحدة! </a:t>
            </a:r>
          </a:p>
          <a:p>
            <a:pPr algn="ctr" rtl="1"/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شارك فكرتك للعبة هاتف (الجوال التعليمية) </a:t>
            </a:r>
          </a:p>
          <a:p>
            <a:pPr algn="ctr" rtl="1"/>
            <a:r>
              <a:rPr lang="ar-SA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لتحظى بفرصة تحويلها إلى لعبة حقيقية يستمتع بها ملايين الطلاب والطالبات على منصة مدرستي</a:t>
            </a:r>
            <a:endParaRPr lang="en-US" sz="2000" dirty="0">
              <a:solidFill>
                <a:srgbClr val="220F47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BAA04-DFBA-DF9F-D1AA-2217997400A7}"/>
              </a:ext>
            </a:extLst>
          </p:cNvPr>
          <p:cNvSpPr txBox="1"/>
          <p:nvPr userDrawn="1"/>
        </p:nvSpPr>
        <p:spPr>
          <a:xfrm>
            <a:off x="541463" y="8020532"/>
            <a:ext cx="57750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SA" sz="1800" b="1" dirty="0">
                <a:solidFill>
                  <a:srgbClr val="220F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br>
              <a:rPr lang="ar-SA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ar-SA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حمّل </a:t>
            </a:r>
            <a:r>
              <a:rPr lang="ar-SA" sz="1800" b="1" kern="1200" dirty="0">
                <a:solidFill>
                  <a:srgbClr val="E131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النموذج</a:t>
            </a:r>
            <a:r>
              <a:rPr lang="ar-SA" sz="1800" b="1" kern="1200" dirty="0">
                <a:solidFill>
                  <a:srgbClr val="E131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من صفحة الفعاليات </a:t>
            </a:r>
            <a:r>
              <a:rPr lang="ar-SA" sz="18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وعدّله حسب فكرتك</a:t>
            </a:r>
            <a:br>
              <a:rPr lang="ar-SA" sz="18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ar-SA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أرسل فكرتك قبل 31 يناير إلى:  منسق المسابقة في مدرستك </a:t>
            </a:r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520BC9B-E1FE-ED91-0EF9-3E3AD2143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86054" y="9246115"/>
            <a:ext cx="1435100" cy="494415"/>
          </a:xfrm>
          <a:prstGeom prst="rect">
            <a:avLst/>
          </a:prstGeom>
        </p:spPr>
      </p:pic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0619078-32C6-8BDB-3DF5-82EF69781E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857079" y="9246115"/>
            <a:ext cx="1305221" cy="494415"/>
          </a:xfrm>
          <a:prstGeom prst="rect">
            <a:avLst/>
          </a:prstGeom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8636E204-CF9E-A560-95AF-78F52FF1B48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2051" y="191624"/>
            <a:ext cx="1196899" cy="90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31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EE78F-598E-CD49-89E2-3CD8F0C03D15}" type="datetimeFigureOut">
              <a:rPr lang="en-SA" smtClean="0"/>
              <a:t>11/12/2025</a:t>
            </a:fld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F6142-7D8F-4448-840C-CEE76E52BF16}" type="slidenum">
              <a:rPr lang="en-SA" smtClean="0"/>
              <a:t>‹#›</a:t>
            </a:fld>
            <a:endParaRPr lang="en-S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27E73-C2CC-AF77-2D51-C2C7C84580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167063" y="9690100"/>
            <a:ext cx="5524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A" sz="1000">
                <a:solidFill>
                  <a:srgbClr val="E6AF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4116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6D3D87-3F05-083C-36FA-ECF838423F51}"/>
              </a:ext>
            </a:extLst>
          </p:cNvPr>
          <p:cNvSpPr txBox="1"/>
          <p:nvPr/>
        </p:nvSpPr>
        <p:spPr>
          <a:xfrm>
            <a:off x="353111" y="8814942"/>
            <a:ext cx="555296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rtl="1"/>
            <a:r>
              <a:rPr lang="ar-SA" sz="2000" b="1" dirty="0">
                <a:solidFill>
                  <a:srgbClr val="E13140"/>
                </a:solidFill>
                <a:latin typeface="Calibri"/>
                <a:ea typeface="Calibri"/>
                <a:cs typeface="+mn-lt"/>
              </a:rPr>
              <a:t>( </a:t>
            </a:r>
            <a:r>
              <a:rPr lang="ar-SA" sz="2000" b="1" dirty="0">
                <a:solidFill>
                  <a:srgbClr val="E13140"/>
                </a:solidFill>
                <a:latin typeface="Calibri"/>
                <a:ea typeface="Calibri"/>
                <a:cs typeface="Calibri"/>
              </a:rPr>
              <a:t>البريد الإلكتروني لعضو لجنة التحكيم</a:t>
            </a:r>
            <a:r>
              <a:rPr lang="en-US" sz="2000" b="1" dirty="0">
                <a:solidFill>
                  <a:srgbClr val="E13140"/>
                </a:solidFill>
                <a:latin typeface="Calibri"/>
                <a:ea typeface="Calibri"/>
                <a:cs typeface="Calibri"/>
              </a:rPr>
              <a:t> + </a:t>
            </a:r>
            <a:r>
              <a:rPr lang="en-US" sz="2000" b="1" dirty="0" err="1">
                <a:solidFill>
                  <a:srgbClr val="E13140"/>
                </a:solidFill>
                <a:latin typeface="Calibri"/>
                <a:ea typeface="Calibri"/>
                <a:cs typeface="Calibri"/>
              </a:rPr>
              <a:t>رقم</a:t>
            </a:r>
            <a:r>
              <a:rPr lang="en-US" sz="2000" b="1" dirty="0">
                <a:solidFill>
                  <a:srgbClr val="E1314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dirty="0" err="1">
                <a:solidFill>
                  <a:srgbClr val="E13140"/>
                </a:solidFill>
                <a:latin typeface="Calibri"/>
                <a:ea typeface="Calibri"/>
                <a:cs typeface="Calibri"/>
              </a:rPr>
              <a:t>الهاتف</a:t>
            </a:r>
            <a:r>
              <a:rPr lang="ar-SA" sz="2000" b="1" dirty="0">
                <a:solidFill>
                  <a:srgbClr val="E13140"/>
                </a:solidFill>
                <a:latin typeface="Calibri"/>
                <a:ea typeface="Calibri"/>
                <a:cs typeface="Calibri"/>
              </a:rPr>
              <a:t> )</a:t>
            </a:r>
            <a:endParaRPr lang="en-US" sz="2000" b="1" dirty="0">
              <a:solidFill>
                <a:srgbClr val="E1314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008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A07D506DE2748A1B740C0A72D6ABB" ma:contentTypeVersion="12" ma:contentTypeDescription="Create a new document." ma:contentTypeScope="" ma:versionID="a75a53a20a2d617b9667cdb23b6f72dd">
  <xsd:schema xmlns:xsd="http://www.w3.org/2001/XMLSchema" xmlns:xs="http://www.w3.org/2001/XMLSchema" xmlns:p="http://schemas.microsoft.com/office/2006/metadata/properties" xmlns:ns2="e4c99ac5-f6ea-4135-b1c0-e58780b79fd4" xmlns:ns3="5d1d679d-936a-45a1-aaba-a0947b8bc3e5" targetNamespace="http://schemas.microsoft.com/office/2006/metadata/properties" ma:root="true" ma:fieldsID="94af757681e451a348e1ef2840fa059f" ns2:_="" ns3:_="">
    <xsd:import namespace="e4c99ac5-f6ea-4135-b1c0-e58780b79fd4"/>
    <xsd:import namespace="5d1d679d-936a-45a1-aaba-a0947b8bc3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99ac5-f6ea-4135-b1c0-e58780b79f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db886a3-360a-4c42-8388-d13770061d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d679d-936a-45a1-aaba-a0947b8bc3e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fa73a4a-8ce2-465b-a5de-7266facd6f7e}" ma:internalName="TaxCatchAll" ma:showField="CatchAllData" ma:web="5d1d679d-936a-45a1-aaba-a0947b8bc3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c99ac5-f6ea-4135-b1c0-e58780b79fd4">
      <Terms xmlns="http://schemas.microsoft.com/office/infopath/2007/PartnerControls"/>
    </lcf76f155ced4ddcb4097134ff3c332f>
    <TaxCatchAll xmlns="5d1d679d-936a-45a1-aaba-a0947b8bc3e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A1E7DE2-F62F-4185-8434-0CD1A5169F2A}">
  <ds:schemaRefs>
    <ds:schemaRef ds:uri="5d1d679d-936a-45a1-aaba-a0947b8bc3e5"/>
    <ds:schemaRef ds:uri="e4c99ac5-f6ea-4135-b1c0-e58780b79f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6D316EA-46CF-4CA3-B0AD-D96C63D4ED45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5d1d679d-936a-45a1-aaba-a0947b8bc3e5"/>
    <ds:schemaRef ds:uri="http://purl.org/dc/terms/"/>
    <ds:schemaRef ds:uri="e4c99ac5-f6ea-4135-b1c0-e58780b79fd4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B53BAD4-8B45-4BDC-872E-B33BE96BB4A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de2f3a5-898c-46a8-8767-325a3ea57c42}" enabled="1" method="Standard" siteId="{ee818347-bac4-4ebf-a695-bf2bc729f555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</Words>
  <Application>Microsoft Office PowerPoint</Application>
  <PresentationFormat>A4 Paper (210x297 mm)‎</PresentationFormat>
  <Paragraphs>1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Guillaume Champavere</dc:creator>
  <cp:lastModifiedBy>Manal Mohammed A. Al-othman</cp:lastModifiedBy>
  <cp:revision>3</cp:revision>
  <dcterms:created xsi:type="dcterms:W3CDTF">2025-06-19T08:58:47Z</dcterms:created>
  <dcterms:modified xsi:type="dcterms:W3CDTF">2025-11-12T08:45:18Z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Restricted</vt:lpwstr>
  </property>
  <property fmtid="{D5CDD505-2E9C-101B-9397-08002B2CF9AE}" pid="4" name="ContentTypeId">
    <vt:lpwstr>0x010100825A07D506DE2748A1B740C0A72D6ABB</vt:lpwstr>
  </property>
  <property fmtid="{D5CDD505-2E9C-101B-9397-08002B2CF9AE}" pid="5" name="MediaServiceImageTags">
    <vt:lpwstr/>
  </property>
</Properties>
</file>